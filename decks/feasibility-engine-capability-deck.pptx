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9"/>
  </p:notesMasterIdLst>
  <p:sldIdLst>
    <p:sldId id="256" r:id="rId8"/>
    <p:sldId id="257" r:id="rId7"/>
    <p:sldId id="258" r:id="rId6"/>
    <p:sldId id="259" r:id="rId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編" id="{42C7F97F-028C-4A35-8D9B-BE7567B3F36E}">
          <p14:sldIdLst>
            <p14:sldId id="2147468582"/>
            <p14:sldId id="2147480810"/>
            <p14:sldId id="2147480845"/>
            <p14:sldId id="214748084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EF93B1-801C-F3DE-B018-C1C68DF99292}" v="1" dt="2024-12-17T00:25:01.22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116" y="31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oue, Hirokazu" userId="bcb1defd-79e2-4d6b-a44b-4283784fbb58" providerId="ADAL" clId="{C54A77B5-2192-4A57-B348-4CFC59018533}"/>
    <pc:docChg chg="undo custSel addSld modSld sldOrd">
      <pc:chgData name="Inoue, Hirokazu" userId="bcb1defd-79e2-4d6b-a44b-4283784fbb58" providerId="ADAL" clId="{C54A77B5-2192-4A57-B348-4CFC59018533}" dt="2024-06-19T01:00:47.530" v="1819" actId="20577"/>
      <pc:docMkLst>
        <pc:docMk/>
      </pc:docMkLst>
      <pc:sldChg chg="ord">
        <pc:chgData name="Inoue, Hirokazu" userId="bcb1defd-79e2-4d6b-a44b-4283784fbb58" providerId="ADAL" clId="{C54A77B5-2192-4A57-B348-4CFC59018533}" dt="2024-06-19T00:44:34.804" v="1"/>
        <pc:sldMkLst>
          <pc:docMk/>
          <pc:sldMk cId="3380780641" sldId="2147480792"/>
        </pc:sldMkLst>
      </pc:sldChg>
      <pc:sldChg chg="ord">
        <pc:chgData name="Inoue, Hirokazu" userId="bcb1defd-79e2-4d6b-a44b-4283784fbb58" providerId="ADAL" clId="{C54A77B5-2192-4A57-B348-4CFC59018533}" dt="2024-06-19T00:44:34.804" v="1"/>
        <pc:sldMkLst>
          <pc:docMk/>
          <pc:sldMk cId="3530669204" sldId="2147480794"/>
        </pc:sldMkLst>
      </pc:sldChg>
      <pc:sldChg chg="ord">
        <pc:chgData name="Inoue, Hirokazu" userId="bcb1defd-79e2-4d6b-a44b-4283784fbb58" providerId="ADAL" clId="{C54A77B5-2192-4A57-B348-4CFC59018533}" dt="2024-06-19T00:44:34.804" v="1"/>
        <pc:sldMkLst>
          <pc:docMk/>
          <pc:sldMk cId="3876441418" sldId="2147480795"/>
        </pc:sldMkLst>
      </pc:sldChg>
      <pc:sldChg chg="ord">
        <pc:chgData name="Inoue, Hirokazu" userId="bcb1defd-79e2-4d6b-a44b-4283784fbb58" providerId="ADAL" clId="{C54A77B5-2192-4A57-B348-4CFC59018533}" dt="2024-06-19T00:44:34.804" v="1"/>
        <pc:sldMkLst>
          <pc:docMk/>
          <pc:sldMk cId="2516064869" sldId="2147480796"/>
        </pc:sldMkLst>
      </pc:sldChg>
      <pc:sldChg chg="ord">
        <pc:chgData name="Inoue, Hirokazu" userId="bcb1defd-79e2-4d6b-a44b-4283784fbb58" providerId="ADAL" clId="{C54A77B5-2192-4A57-B348-4CFC59018533}" dt="2024-06-19T00:44:34.804" v="1"/>
        <pc:sldMkLst>
          <pc:docMk/>
          <pc:sldMk cId="1309547912" sldId="2147480797"/>
        </pc:sldMkLst>
      </pc:sldChg>
      <pc:sldChg chg="ord">
        <pc:chgData name="Inoue, Hirokazu" userId="bcb1defd-79e2-4d6b-a44b-4283784fbb58" providerId="ADAL" clId="{C54A77B5-2192-4A57-B348-4CFC59018533}" dt="2024-06-19T00:44:34.804" v="1"/>
        <pc:sldMkLst>
          <pc:docMk/>
          <pc:sldMk cId="1040805338" sldId="2147480798"/>
        </pc:sldMkLst>
      </pc:sldChg>
      <pc:sldChg chg="ord">
        <pc:chgData name="Inoue, Hirokazu" userId="bcb1defd-79e2-4d6b-a44b-4283784fbb58" providerId="ADAL" clId="{C54A77B5-2192-4A57-B348-4CFC59018533}" dt="2024-06-19T00:44:34.804" v="1"/>
        <pc:sldMkLst>
          <pc:docMk/>
          <pc:sldMk cId="831026738" sldId="2147480799"/>
        </pc:sldMkLst>
      </pc:sldChg>
      <pc:sldChg chg="ord">
        <pc:chgData name="Inoue, Hirokazu" userId="bcb1defd-79e2-4d6b-a44b-4283784fbb58" providerId="ADAL" clId="{C54A77B5-2192-4A57-B348-4CFC59018533}" dt="2024-06-19T00:44:34.804" v="1"/>
        <pc:sldMkLst>
          <pc:docMk/>
          <pc:sldMk cId="2451936986" sldId="2147480803"/>
        </pc:sldMkLst>
      </pc:sldChg>
      <pc:sldChg chg="ord">
        <pc:chgData name="Inoue, Hirokazu" userId="bcb1defd-79e2-4d6b-a44b-4283784fbb58" providerId="ADAL" clId="{C54A77B5-2192-4A57-B348-4CFC59018533}" dt="2024-06-19T00:44:34.804" v="1"/>
        <pc:sldMkLst>
          <pc:docMk/>
          <pc:sldMk cId="2113185304" sldId="2147480804"/>
        </pc:sldMkLst>
      </pc:sldChg>
      <pc:sldChg chg="modSp mod ord">
        <pc:chgData name="Inoue, Hirokazu" userId="bcb1defd-79e2-4d6b-a44b-4283784fbb58" providerId="ADAL" clId="{C54A77B5-2192-4A57-B348-4CFC59018533}" dt="2024-06-19T00:46:59.302" v="381" actId="14100"/>
        <pc:sldMkLst>
          <pc:docMk/>
          <pc:sldMk cId="1771412347" sldId="2147480805"/>
        </pc:sldMkLst>
        <pc:spChg chg="mod">
          <ac:chgData name="Inoue, Hirokazu" userId="bcb1defd-79e2-4d6b-a44b-4283784fbb58" providerId="ADAL" clId="{C54A77B5-2192-4A57-B348-4CFC59018533}" dt="2024-06-19T00:46:59.302" v="381" actId="14100"/>
          <ac:spMkLst>
            <pc:docMk/>
            <pc:sldMk cId="1771412347" sldId="2147480805"/>
            <ac:spMk id="158" creationId="{C14223D6-06D2-9FAE-2B61-E3B943BB4DBF}"/>
          </ac:spMkLst>
        </pc:spChg>
      </pc:sldChg>
      <pc:sldChg chg="ord">
        <pc:chgData name="Inoue, Hirokazu" userId="bcb1defd-79e2-4d6b-a44b-4283784fbb58" providerId="ADAL" clId="{C54A77B5-2192-4A57-B348-4CFC59018533}" dt="2024-06-19T00:44:34.804" v="1"/>
        <pc:sldMkLst>
          <pc:docMk/>
          <pc:sldMk cId="3640196775" sldId="2147480807"/>
        </pc:sldMkLst>
      </pc:sldChg>
      <pc:sldChg chg="addSp delSp modSp add mod">
        <pc:chgData name="Inoue, Hirokazu" userId="bcb1defd-79e2-4d6b-a44b-4283784fbb58" providerId="ADAL" clId="{C54A77B5-2192-4A57-B348-4CFC59018533}" dt="2024-06-19T01:00:47.530" v="1819" actId="20577"/>
        <pc:sldMkLst>
          <pc:docMk/>
          <pc:sldMk cId="62534915" sldId="2147480808"/>
        </pc:sldMkLst>
        <pc:spChg chg="add mod">
          <ac:chgData name="Inoue, Hirokazu" userId="bcb1defd-79e2-4d6b-a44b-4283784fbb58" providerId="ADAL" clId="{C54A77B5-2192-4A57-B348-4CFC59018533}" dt="2024-06-19T00:52:15.204" v="803" actId="2711"/>
          <ac:spMkLst>
            <pc:docMk/>
            <pc:sldMk cId="62534915" sldId="2147480808"/>
            <ac:spMk id="3" creationId="{EBC57256-71A4-4294-9ADE-9CA1CF2F7051}"/>
          </ac:spMkLst>
        </pc:spChg>
        <pc:spChg chg="mod">
          <ac:chgData name="Inoue, Hirokazu" userId="bcb1defd-79e2-4d6b-a44b-4283784fbb58" providerId="ADAL" clId="{C54A77B5-2192-4A57-B348-4CFC59018533}" dt="2024-06-19T00:45:05.492" v="56" actId="207"/>
          <ac:spMkLst>
            <pc:docMk/>
            <pc:sldMk cId="62534915" sldId="2147480808"/>
            <ac:spMk id="4" creationId="{00A5FE04-EC3A-89E5-9EA0-6E07FBF47F13}"/>
          </ac:spMkLst>
        </pc:spChg>
        <pc:spChg chg="add mod">
          <ac:chgData name="Inoue, Hirokazu" userId="bcb1defd-79e2-4d6b-a44b-4283784fbb58" providerId="ADAL" clId="{C54A77B5-2192-4A57-B348-4CFC59018533}" dt="2024-06-19T00:52:30.337" v="847" actId="14100"/>
          <ac:spMkLst>
            <pc:docMk/>
            <pc:sldMk cId="62534915" sldId="2147480808"/>
            <ac:spMk id="7" creationId="{43C5A0CD-7E0E-F84E-308B-4A65912CBA06}"/>
          </ac:spMkLst>
        </pc:spChg>
        <pc:spChg chg="add mod">
          <ac:chgData name="Inoue, Hirokazu" userId="bcb1defd-79e2-4d6b-a44b-4283784fbb58" providerId="ADAL" clId="{C54A77B5-2192-4A57-B348-4CFC59018533}" dt="2024-06-19T00:54:18.541" v="1059" actId="1036"/>
          <ac:spMkLst>
            <pc:docMk/>
            <pc:sldMk cId="62534915" sldId="2147480808"/>
            <ac:spMk id="8" creationId="{C19B1E01-5CBA-198B-08F1-AE6FFC6A94BC}"/>
          </ac:spMkLst>
        </pc:spChg>
        <pc:spChg chg="add mod">
          <ac:chgData name="Inoue, Hirokazu" userId="bcb1defd-79e2-4d6b-a44b-4283784fbb58" providerId="ADAL" clId="{C54A77B5-2192-4A57-B348-4CFC59018533}" dt="2024-06-19T00:55:03.213" v="1126" actId="1036"/>
          <ac:spMkLst>
            <pc:docMk/>
            <pc:sldMk cId="62534915" sldId="2147480808"/>
            <ac:spMk id="19" creationId="{484A5D22-8309-4C70-DC88-F07F14D2BF5E}"/>
          </ac:spMkLst>
        </pc:spChg>
        <pc:spChg chg="add mod">
          <ac:chgData name="Inoue, Hirokazu" userId="bcb1defd-79e2-4d6b-a44b-4283784fbb58" providerId="ADAL" clId="{C54A77B5-2192-4A57-B348-4CFC59018533}" dt="2024-06-19T00:59:32.085" v="1615" actId="1036"/>
          <ac:spMkLst>
            <pc:docMk/>
            <pc:sldMk cId="62534915" sldId="2147480808"/>
            <ac:spMk id="20" creationId="{558EDC05-B348-7199-9BD9-A48AA007337A}"/>
          </ac:spMkLst>
        </pc:spChg>
        <pc:spChg chg="add mod">
          <ac:chgData name="Inoue, Hirokazu" userId="bcb1defd-79e2-4d6b-a44b-4283784fbb58" providerId="ADAL" clId="{C54A77B5-2192-4A57-B348-4CFC59018533}" dt="2024-06-19T01:00:47.530" v="1819" actId="20577"/>
          <ac:spMkLst>
            <pc:docMk/>
            <pc:sldMk cId="62534915" sldId="2147480808"/>
            <ac:spMk id="21" creationId="{5FEA7EEF-2C91-6084-3DBD-34D998BABAF2}"/>
          </ac:spMkLst>
        </pc:spChg>
        <pc:spChg chg="add mod">
          <ac:chgData name="Inoue, Hirokazu" userId="bcb1defd-79e2-4d6b-a44b-4283784fbb58" providerId="ADAL" clId="{C54A77B5-2192-4A57-B348-4CFC59018533}" dt="2024-06-19T01:00:15.657" v="1733" actId="1036"/>
          <ac:spMkLst>
            <pc:docMk/>
            <pc:sldMk cId="62534915" sldId="2147480808"/>
            <ac:spMk id="24" creationId="{0DD72C48-13F8-4007-A038-2942C8D93021}"/>
          </ac:spMkLst>
        </pc:spChg>
        <pc:spChg chg="add mod">
          <ac:chgData name="Inoue, Hirokazu" userId="bcb1defd-79e2-4d6b-a44b-4283784fbb58" providerId="ADAL" clId="{C54A77B5-2192-4A57-B348-4CFC59018533}" dt="2024-06-19T01:00:15.657" v="1733" actId="1036"/>
          <ac:spMkLst>
            <pc:docMk/>
            <pc:sldMk cId="62534915" sldId="2147480808"/>
            <ac:spMk id="25" creationId="{F048DFA5-56C7-5C67-13DB-D1C8683B28F9}"/>
          </ac:spMkLst>
        </pc:spChg>
        <pc:spChg chg="del mod">
          <ac:chgData name="Inoue, Hirokazu" userId="bcb1defd-79e2-4d6b-a44b-4283784fbb58" providerId="ADAL" clId="{C54A77B5-2192-4A57-B348-4CFC59018533}" dt="2024-06-19T00:46:08.255" v="377" actId="478"/>
          <ac:spMkLst>
            <pc:docMk/>
            <pc:sldMk cId="62534915" sldId="2147480808"/>
            <ac:spMk id="158" creationId="{C14223D6-06D2-9FAE-2B61-E3B943BB4DBF}"/>
          </ac:spMkLst>
        </pc:spChg>
      </pc:sldChg>
    </pc:docChg>
  </pc:docChgLst>
  <pc:docChgLst>
    <pc:chgData name="Takeuchi, Koichiro" userId="b3848a05-443b-4434-8fa5-7398ca0c03c9" providerId="ADAL" clId="{F5CD9E7B-56DC-4DDF-BDE8-9BA2668EE47B}"/>
    <pc:docChg chg="undo custSel modSld">
      <pc:chgData name="Takeuchi, Koichiro" userId="b3848a05-443b-4434-8fa5-7398ca0c03c9" providerId="ADAL" clId="{F5CD9E7B-56DC-4DDF-BDE8-9BA2668EE47B}" dt="2024-03-15T02:26:07.154" v="4" actId="165"/>
      <pc:docMkLst>
        <pc:docMk/>
      </pc:docMkLst>
      <pc:sldChg chg="modSp mod">
        <pc:chgData name="Takeuchi, Koichiro" userId="b3848a05-443b-4434-8fa5-7398ca0c03c9" providerId="ADAL" clId="{F5CD9E7B-56DC-4DDF-BDE8-9BA2668EE47B}" dt="2024-02-13T00:34:58.660" v="1" actId="20577"/>
        <pc:sldMkLst>
          <pc:docMk/>
          <pc:sldMk cId="1817067240" sldId="2147468619"/>
        </pc:sldMkLst>
        <pc:spChg chg="mod">
          <ac:chgData name="Takeuchi, Koichiro" userId="b3848a05-443b-4434-8fa5-7398ca0c03c9" providerId="ADAL" clId="{F5CD9E7B-56DC-4DDF-BDE8-9BA2668EE47B}" dt="2024-02-13T00:34:58.660" v="1" actId="20577"/>
          <ac:spMkLst>
            <pc:docMk/>
            <pc:sldMk cId="1817067240" sldId="2147468619"/>
            <ac:spMk id="52" creationId="{8DE0A645-F157-4DBA-6547-C74166ADF4D2}"/>
          </ac:spMkLst>
        </pc:spChg>
      </pc:sldChg>
      <pc:sldChg chg="delSp modSp mod">
        <pc:chgData name="Takeuchi, Koichiro" userId="b3848a05-443b-4434-8fa5-7398ca0c03c9" providerId="ADAL" clId="{F5CD9E7B-56DC-4DDF-BDE8-9BA2668EE47B}" dt="2024-03-15T02:26:07.154" v="4" actId="165"/>
        <pc:sldMkLst>
          <pc:docMk/>
          <pc:sldMk cId="3848778652" sldId="2147468630"/>
        </pc:sldMkLst>
        <pc:spChg chg="mod">
          <ac:chgData name="Takeuchi, Koichiro" userId="b3848a05-443b-4434-8fa5-7398ca0c03c9" providerId="ADAL" clId="{F5CD9E7B-56DC-4DDF-BDE8-9BA2668EE47B}" dt="2024-03-15T02:26:04.230" v="3" actId="1076"/>
          <ac:spMkLst>
            <pc:docMk/>
            <pc:sldMk cId="3848778652" sldId="2147468630"/>
            <ac:spMk id="29" creationId="{09AD2885-6E4D-AB44-2171-DBDBCD38672D}"/>
          </ac:spMkLst>
        </pc:spChg>
        <pc:spChg chg="mod topLvl">
          <ac:chgData name="Takeuchi, Koichiro" userId="b3848a05-443b-4434-8fa5-7398ca0c03c9" providerId="ADAL" clId="{F5CD9E7B-56DC-4DDF-BDE8-9BA2668EE47B}" dt="2024-03-15T02:26:07.154" v="4" actId="165"/>
          <ac:spMkLst>
            <pc:docMk/>
            <pc:sldMk cId="3848778652" sldId="2147468630"/>
            <ac:spMk id="32" creationId="{A2BEE0EB-DC5A-68C7-1B76-FEDFD70EFA96}"/>
          </ac:spMkLst>
        </pc:spChg>
        <pc:spChg chg="mod topLvl">
          <ac:chgData name="Takeuchi, Koichiro" userId="b3848a05-443b-4434-8fa5-7398ca0c03c9" providerId="ADAL" clId="{F5CD9E7B-56DC-4DDF-BDE8-9BA2668EE47B}" dt="2024-03-15T02:26:07.154" v="4" actId="165"/>
          <ac:spMkLst>
            <pc:docMk/>
            <pc:sldMk cId="3848778652" sldId="2147468630"/>
            <ac:spMk id="34" creationId="{F6113714-305C-854E-DCDC-F80A2CECC84E}"/>
          </ac:spMkLst>
        </pc:spChg>
        <pc:spChg chg="mod topLvl">
          <ac:chgData name="Takeuchi, Koichiro" userId="b3848a05-443b-4434-8fa5-7398ca0c03c9" providerId="ADAL" clId="{F5CD9E7B-56DC-4DDF-BDE8-9BA2668EE47B}" dt="2024-03-15T02:26:07.154" v="4" actId="165"/>
          <ac:spMkLst>
            <pc:docMk/>
            <pc:sldMk cId="3848778652" sldId="2147468630"/>
            <ac:spMk id="35" creationId="{408DD777-EC59-F3CE-F4D2-C88190535BEE}"/>
          </ac:spMkLst>
        </pc:spChg>
        <pc:spChg chg="mod topLvl">
          <ac:chgData name="Takeuchi, Koichiro" userId="b3848a05-443b-4434-8fa5-7398ca0c03c9" providerId="ADAL" clId="{F5CD9E7B-56DC-4DDF-BDE8-9BA2668EE47B}" dt="2024-03-15T02:26:07.154" v="4" actId="165"/>
          <ac:spMkLst>
            <pc:docMk/>
            <pc:sldMk cId="3848778652" sldId="2147468630"/>
            <ac:spMk id="38" creationId="{562A4F25-AFB4-D6FA-46DF-D821FFAADFA9}"/>
          </ac:spMkLst>
        </pc:spChg>
        <pc:spChg chg="mod topLvl">
          <ac:chgData name="Takeuchi, Koichiro" userId="b3848a05-443b-4434-8fa5-7398ca0c03c9" providerId="ADAL" clId="{F5CD9E7B-56DC-4DDF-BDE8-9BA2668EE47B}" dt="2024-03-15T02:26:07.154" v="4" actId="165"/>
          <ac:spMkLst>
            <pc:docMk/>
            <pc:sldMk cId="3848778652" sldId="2147468630"/>
            <ac:spMk id="40" creationId="{2AEE5B67-7F7F-9FFE-2270-2E9CFA1D2C3E}"/>
          </ac:spMkLst>
        </pc:spChg>
        <pc:spChg chg="mod topLvl">
          <ac:chgData name="Takeuchi, Koichiro" userId="b3848a05-443b-4434-8fa5-7398ca0c03c9" providerId="ADAL" clId="{F5CD9E7B-56DC-4DDF-BDE8-9BA2668EE47B}" dt="2024-03-15T02:26:07.154" v="4" actId="165"/>
          <ac:spMkLst>
            <pc:docMk/>
            <pc:sldMk cId="3848778652" sldId="2147468630"/>
            <ac:spMk id="42" creationId="{F33DFBCF-E6AB-D336-14F3-4A2A55DB4355}"/>
          </ac:spMkLst>
        </pc:spChg>
        <pc:spChg chg="mod">
          <ac:chgData name="Takeuchi, Koichiro" userId="b3848a05-443b-4434-8fa5-7398ca0c03c9" providerId="ADAL" clId="{F5CD9E7B-56DC-4DDF-BDE8-9BA2668EE47B}" dt="2024-03-15T02:26:07.154" v="4" actId="165"/>
          <ac:spMkLst>
            <pc:docMk/>
            <pc:sldMk cId="3848778652" sldId="2147468630"/>
            <ac:spMk id="45" creationId="{6FC4EC5E-3B7B-D641-C367-2FD355DB32A6}"/>
          </ac:spMkLst>
        </pc:spChg>
        <pc:spChg chg="mod">
          <ac:chgData name="Takeuchi, Koichiro" userId="b3848a05-443b-4434-8fa5-7398ca0c03c9" providerId="ADAL" clId="{F5CD9E7B-56DC-4DDF-BDE8-9BA2668EE47B}" dt="2024-03-15T02:26:07.154" v="4" actId="165"/>
          <ac:spMkLst>
            <pc:docMk/>
            <pc:sldMk cId="3848778652" sldId="2147468630"/>
            <ac:spMk id="46" creationId="{088CA8FA-82EF-E1C4-2434-5563A38DC194}"/>
          </ac:spMkLst>
        </pc:spChg>
        <pc:spChg chg="mod">
          <ac:chgData name="Takeuchi, Koichiro" userId="b3848a05-443b-4434-8fa5-7398ca0c03c9" providerId="ADAL" clId="{F5CD9E7B-56DC-4DDF-BDE8-9BA2668EE47B}" dt="2024-03-15T02:26:07.154" v="4" actId="165"/>
          <ac:spMkLst>
            <pc:docMk/>
            <pc:sldMk cId="3848778652" sldId="2147468630"/>
            <ac:spMk id="47" creationId="{D4277D0E-4995-D95E-E639-9E773CFFD385}"/>
          </ac:spMkLst>
        </pc:spChg>
        <pc:spChg chg="mod">
          <ac:chgData name="Takeuchi, Koichiro" userId="b3848a05-443b-4434-8fa5-7398ca0c03c9" providerId="ADAL" clId="{F5CD9E7B-56DC-4DDF-BDE8-9BA2668EE47B}" dt="2024-03-15T02:26:07.154" v="4" actId="165"/>
          <ac:spMkLst>
            <pc:docMk/>
            <pc:sldMk cId="3848778652" sldId="2147468630"/>
            <ac:spMk id="48" creationId="{910ADB63-B7F8-4135-F726-5C9EAD3B741C}"/>
          </ac:spMkLst>
        </pc:spChg>
        <pc:grpChg chg="del">
          <ac:chgData name="Takeuchi, Koichiro" userId="b3848a05-443b-4434-8fa5-7398ca0c03c9" providerId="ADAL" clId="{F5CD9E7B-56DC-4DDF-BDE8-9BA2668EE47B}" dt="2024-03-15T02:26:07.154" v="4" actId="165"/>
          <ac:grpSpMkLst>
            <pc:docMk/>
            <pc:sldMk cId="3848778652" sldId="2147468630"/>
            <ac:grpSpMk id="31" creationId="{53D9FFCA-3223-07EE-ED22-E1AF99D62163}"/>
          </ac:grpSpMkLst>
        </pc:grpChg>
        <pc:grpChg chg="mod topLvl">
          <ac:chgData name="Takeuchi, Koichiro" userId="b3848a05-443b-4434-8fa5-7398ca0c03c9" providerId="ADAL" clId="{F5CD9E7B-56DC-4DDF-BDE8-9BA2668EE47B}" dt="2024-03-15T02:26:07.154" v="4" actId="165"/>
          <ac:grpSpMkLst>
            <pc:docMk/>
            <pc:sldMk cId="3848778652" sldId="2147468630"/>
            <ac:grpSpMk id="37" creationId="{ED4E2048-997F-8D85-E8EA-1F3EAB07E133}"/>
          </ac:grpSpMkLst>
        </pc:grpChg>
        <pc:picChg chg="mod">
          <ac:chgData name="Takeuchi, Koichiro" userId="b3848a05-443b-4434-8fa5-7398ca0c03c9" providerId="ADAL" clId="{F5CD9E7B-56DC-4DDF-BDE8-9BA2668EE47B}" dt="2024-03-15T02:26:07.154" v="4" actId="165"/>
          <ac:picMkLst>
            <pc:docMk/>
            <pc:sldMk cId="3848778652" sldId="2147468630"/>
            <ac:picMk id="43" creationId="{8A64ABB5-9A25-B171-10AC-8F6EC7993E54}"/>
          </ac:picMkLst>
        </pc:picChg>
        <pc:picChg chg="mod">
          <ac:chgData name="Takeuchi, Koichiro" userId="b3848a05-443b-4434-8fa5-7398ca0c03c9" providerId="ADAL" clId="{F5CD9E7B-56DC-4DDF-BDE8-9BA2668EE47B}" dt="2024-03-15T02:26:07.154" v="4" actId="165"/>
          <ac:picMkLst>
            <pc:docMk/>
            <pc:sldMk cId="3848778652" sldId="2147468630"/>
            <ac:picMk id="44" creationId="{3DC5AD00-53BE-D5C7-BB68-6F34BBEC84C1}"/>
          </ac:picMkLst>
        </pc:picChg>
        <pc:cxnChg chg="mod topLvl">
          <ac:chgData name="Takeuchi, Koichiro" userId="b3848a05-443b-4434-8fa5-7398ca0c03c9" providerId="ADAL" clId="{F5CD9E7B-56DC-4DDF-BDE8-9BA2668EE47B}" dt="2024-03-15T02:26:07.154" v="4" actId="165"/>
          <ac:cxnSpMkLst>
            <pc:docMk/>
            <pc:sldMk cId="3848778652" sldId="2147468630"/>
            <ac:cxnSpMk id="33" creationId="{853C4172-CE7A-C436-99EC-DD3EDFEB9B7E}"/>
          </ac:cxnSpMkLst>
        </pc:cxnChg>
        <pc:cxnChg chg="mod topLvl">
          <ac:chgData name="Takeuchi, Koichiro" userId="b3848a05-443b-4434-8fa5-7398ca0c03c9" providerId="ADAL" clId="{F5CD9E7B-56DC-4DDF-BDE8-9BA2668EE47B}" dt="2024-03-15T02:26:07.154" v="4" actId="165"/>
          <ac:cxnSpMkLst>
            <pc:docMk/>
            <pc:sldMk cId="3848778652" sldId="2147468630"/>
            <ac:cxnSpMk id="36" creationId="{4100554C-6B74-7E87-DBC7-EA442FEB3786}"/>
          </ac:cxnSpMkLst>
        </pc:cxnChg>
        <pc:cxnChg chg="mod topLvl">
          <ac:chgData name="Takeuchi, Koichiro" userId="b3848a05-443b-4434-8fa5-7398ca0c03c9" providerId="ADAL" clId="{F5CD9E7B-56DC-4DDF-BDE8-9BA2668EE47B}" dt="2024-03-15T02:26:07.154" v="4" actId="165"/>
          <ac:cxnSpMkLst>
            <pc:docMk/>
            <pc:sldMk cId="3848778652" sldId="2147468630"/>
            <ac:cxnSpMk id="39" creationId="{24A4F304-DE56-014C-8AE3-4BDA126A90A9}"/>
          </ac:cxnSpMkLst>
        </pc:cxnChg>
        <pc:cxnChg chg="mod topLvl">
          <ac:chgData name="Takeuchi, Koichiro" userId="b3848a05-443b-4434-8fa5-7398ca0c03c9" providerId="ADAL" clId="{F5CD9E7B-56DC-4DDF-BDE8-9BA2668EE47B}" dt="2024-03-15T02:26:07.154" v="4" actId="165"/>
          <ac:cxnSpMkLst>
            <pc:docMk/>
            <pc:sldMk cId="3848778652" sldId="2147468630"/>
            <ac:cxnSpMk id="41" creationId="{8163051C-ABC4-C9D6-3B1F-CA87B464EF29}"/>
          </ac:cxnSpMkLst>
        </pc:cxnChg>
      </pc:sldChg>
    </pc:docChg>
  </pc:docChgLst>
  <pc:docChgLst>
    <pc:chgData name="Takeuchi, Koichiro" userId="b3848a05-443b-4434-8fa5-7398ca0c03c9" providerId="ADAL" clId="{64811EEB-FECD-4BDF-BE98-5183312C1DA3}"/>
    <pc:docChg chg="undo custSel addSld delSld modSld sldOrd modSection">
      <pc:chgData name="Takeuchi, Koichiro" userId="b3848a05-443b-4434-8fa5-7398ca0c03c9" providerId="ADAL" clId="{64811EEB-FECD-4BDF-BE98-5183312C1DA3}" dt="2024-06-19T04:48:26.381" v="5379" actId="14100"/>
      <pc:docMkLst>
        <pc:docMk/>
      </pc:docMkLst>
      <pc:sldChg chg="modSp add del mod">
        <pc:chgData name="Takeuchi, Koichiro" userId="b3848a05-443b-4434-8fa5-7398ca0c03c9" providerId="ADAL" clId="{64811EEB-FECD-4BDF-BE98-5183312C1DA3}" dt="2024-06-19T01:16:44.899" v="100" actId="20577"/>
        <pc:sldMkLst>
          <pc:docMk/>
          <pc:sldMk cId="684610595" sldId="2147468582"/>
        </pc:sldMkLst>
        <pc:spChg chg="mod">
          <ac:chgData name="Takeuchi, Koichiro" userId="b3848a05-443b-4434-8fa5-7398ca0c03c9" providerId="ADAL" clId="{64811EEB-FECD-4BDF-BE98-5183312C1DA3}" dt="2024-06-19T01:16:44.899" v="100" actId="20577"/>
          <ac:spMkLst>
            <pc:docMk/>
            <pc:sldMk cId="684610595" sldId="2147468582"/>
            <ac:spMk id="7" creationId="{A22762E2-0815-406B-AB18-FC327E470E5A}"/>
          </ac:spMkLst>
        </pc:spChg>
      </pc:sldChg>
      <pc:sldChg chg="del">
        <pc:chgData name="Takeuchi, Koichiro" userId="b3848a05-443b-4434-8fa5-7398ca0c03c9" providerId="ADAL" clId="{64811EEB-FECD-4BDF-BE98-5183312C1DA3}" dt="2024-06-19T03:55:39.246" v="4825" actId="47"/>
        <pc:sldMkLst>
          <pc:docMk/>
          <pc:sldMk cId="3380780641" sldId="2147480792"/>
        </pc:sldMkLst>
      </pc:sldChg>
      <pc:sldChg chg="del">
        <pc:chgData name="Takeuchi, Koichiro" userId="b3848a05-443b-4434-8fa5-7398ca0c03c9" providerId="ADAL" clId="{64811EEB-FECD-4BDF-BE98-5183312C1DA3}" dt="2024-06-19T03:55:40.025" v="4826" actId="47"/>
        <pc:sldMkLst>
          <pc:docMk/>
          <pc:sldMk cId="3530669204" sldId="2147480794"/>
        </pc:sldMkLst>
      </pc:sldChg>
      <pc:sldChg chg="del">
        <pc:chgData name="Takeuchi, Koichiro" userId="b3848a05-443b-4434-8fa5-7398ca0c03c9" providerId="ADAL" clId="{64811EEB-FECD-4BDF-BE98-5183312C1DA3}" dt="2024-06-19T03:55:47.957" v="4830" actId="47"/>
        <pc:sldMkLst>
          <pc:docMk/>
          <pc:sldMk cId="1309547912" sldId="2147480797"/>
        </pc:sldMkLst>
      </pc:sldChg>
      <pc:sldChg chg="del">
        <pc:chgData name="Takeuchi, Koichiro" userId="b3848a05-443b-4434-8fa5-7398ca0c03c9" providerId="ADAL" clId="{64811EEB-FECD-4BDF-BE98-5183312C1DA3}" dt="2024-06-19T03:55:47.515" v="4829" actId="47"/>
        <pc:sldMkLst>
          <pc:docMk/>
          <pc:sldMk cId="1040805338" sldId="2147480798"/>
        </pc:sldMkLst>
      </pc:sldChg>
      <pc:sldChg chg="del">
        <pc:chgData name="Takeuchi, Koichiro" userId="b3848a05-443b-4434-8fa5-7398ca0c03c9" providerId="ADAL" clId="{64811EEB-FECD-4BDF-BE98-5183312C1DA3}" dt="2024-06-19T03:55:47.032" v="4828" actId="47"/>
        <pc:sldMkLst>
          <pc:docMk/>
          <pc:sldMk cId="831026738" sldId="2147480799"/>
        </pc:sldMkLst>
      </pc:sldChg>
      <pc:sldChg chg="del">
        <pc:chgData name="Takeuchi, Koichiro" userId="b3848a05-443b-4434-8fa5-7398ca0c03c9" providerId="ADAL" clId="{64811EEB-FECD-4BDF-BE98-5183312C1DA3}" dt="2024-06-19T03:55:49.274" v="4832" actId="47"/>
        <pc:sldMkLst>
          <pc:docMk/>
          <pc:sldMk cId="2451936986" sldId="2147480803"/>
        </pc:sldMkLst>
      </pc:sldChg>
      <pc:sldChg chg="del">
        <pc:chgData name="Takeuchi, Koichiro" userId="b3848a05-443b-4434-8fa5-7398ca0c03c9" providerId="ADAL" clId="{64811EEB-FECD-4BDF-BE98-5183312C1DA3}" dt="2024-06-19T03:55:48.720" v="4831" actId="47"/>
        <pc:sldMkLst>
          <pc:docMk/>
          <pc:sldMk cId="2113185304" sldId="2147480804"/>
        </pc:sldMkLst>
      </pc:sldChg>
      <pc:sldChg chg="addSp modSp mod">
        <pc:chgData name="Takeuchi, Koichiro" userId="b3848a05-443b-4434-8fa5-7398ca0c03c9" providerId="ADAL" clId="{64811EEB-FECD-4BDF-BE98-5183312C1DA3}" dt="2024-06-19T04:48:26.381" v="5379" actId="14100"/>
        <pc:sldMkLst>
          <pc:docMk/>
          <pc:sldMk cId="1771412347" sldId="2147480805"/>
        </pc:sldMkLst>
        <pc:spChg chg="mod">
          <ac:chgData name="Takeuchi, Koichiro" userId="b3848a05-443b-4434-8fa5-7398ca0c03c9" providerId="ADAL" clId="{64811EEB-FECD-4BDF-BE98-5183312C1DA3}" dt="2024-06-19T04:31:28.011" v="4928" actId="20577"/>
          <ac:spMkLst>
            <pc:docMk/>
            <pc:sldMk cId="1771412347" sldId="2147480805"/>
            <ac:spMk id="63" creationId="{9D66B40B-A76A-5F66-79FE-B57537A8129A}"/>
          </ac:spMkLst>
        </pc:spChg>
        <pc:spChg chg="mod">
          <ac:chgData name="Takeuchi, Koichiro" userId="b3848a05-443b-4434-8fa5-7398ca0c03c9" providerId="ADAL" clId="{64811EEB-FECD-4BDF-BE98-5183312C1DA3}" dt="2024-06-19T04:30:25.971" v="4896" actId="1076"/>
          <ac:spMkLst>
            <pc:docMk/>
            <pc:sldMk cId="1771412347" sldId="2147480805"/>
            <ac:spMk id="148" creationId="{457A1190-581B-F5F5-E403-4B850F56603C}"/>
          </ac:spMkLst>
        </pc:spChg>
        <pc:spChg chg="mod">
          <ac:chgData name="Takeuchi, Koichiro" userId="b3848a05-443b-4434-8fa5-7398ca0c03c9" providerId="ADAL" clId="{64811EEB-FECD-4BDF-BE98-5183312C1DA3}" dt="2024-06-19T04:48:26.381" v="5379" actId="14100"/>
          <ac:spMkLst>
            <pc:docMk/>
            <pc:sldMk cId="1771412347" sldId="2147480805"/>
            <ac:spMk id="158" creationId="{C14223D6-06D2-9FAE-2B61-E3B943BB4DBF}"/>
          </ac:spMkLst>
        </pc:spChg>
        <pc:picChg chg="add mod">
          <ac:chgData name="Takeuchi, Koichiro" userId="b3848a05-443b-4434-8fa5-7398ca0c03c9" providerId="ADAL" clId="{64811EEB-FECD-4BDF-BE98-5183312C1DA3}" dt="2024-06-19T04:22:13.318" v="4895" actId="1076"/>
          <ac:picMkLst>
            <pc:docMk/>
            <pc:sldMk cId="1771412347" sldId="2147480805"/>
            <ac:picMk id="7" creationId="{F6D8238A-B17E-2990-3230-9137799843F7}"/>
          </ac:picMkLst>
        </pc:picChg>
      </pc:sldChg>
      <pc:sldChg chg="modSp mod">
        <pc:chgData name="Takeuchi, Koichiro" userId="b3848a05-443b-4434-8fa5-7398ca0c03c9" providerId="ADAL" clId="{64811EEB-FECD-4BDF-BE98-5183312C1DA3}" dt="2024-06-19T04:39:24.838" v="5131" actId="20577"/>
        <pc:sldMkLst>
          <pc:docMk/>
          <pc:sldMk cId="3640196775" sldId="2147480807"/>
        </pc:sldMkLst>
        <pc:spChg chg="mod">
          <ac:chgData name="Takeuchi, Koichiro" userId="b3848a05-443b-4434-8fa5-7398ca0c03c9" providerId="ADAL" clId="{64811EEB-FECD-4BDF-BE98-5183312C1DA3}" dt="2024-06-19T04:39:24.838" v="5131" actId="20577"/>
          <ac:spMkLst>
            <pc:docMk/>
            <pc:sldMk cId="3640196775" sldId="2147480807"/>
            <ac:spMk id="158" creationId="{C14223D6-06D2-9FAE-2B61-E3B943BB4DBF}"/>
          </ac:spMkLst>
        </pc:spChg>
      </pc:sldChg>
      <pc:sldChg chg="del">
        <pc:chgData name="Takeuchi, Koichiro" userId="b3848a05-443b-4434-8fa5-7398ca0c03c9" providerId="ADAL" clId="{64811EEB-FECD-4BDF-BE98-5183312C1DA3}" dt="2024-06-19T03:55:46.133" v="4827" actId="47"/>
        <pc:sldMkLst>
          <pc:docMk/>
          <pc:sldMk cId="62534915" sldId="2147480808"/>
        </pc:sldMkLst>
      </pc:sldChg>
      <pc:sldChg chg="addSp delSp modSp new mod ord">
        <pc:chgData name="Takeuchi, Koichiro" userId="b3848a05-443b-4434-8fa5-7398ca0c03c9" providerId="ADAL" clId="{64811EEB-FECD-4BDF-BE98-5183312C1DA3}" dt="2024-06-19T04:07:36.220" v="4885" actId="20577"/>
        <pc:sldMkLst>
          <pc:docMk/>
          <pc:sldMk cId="323859429" sldId="2147480809"/>
        </pc:sldMkLst>
        <pc:spChg chg="mod">
          <ac:chgData name="Takeuchi, Koichiro" userId="b3848a05-443b-4434-8fa5-7398ca0c03c9" providerId="ADAL" clId="{64811EEB-FECD-4BDF-BE98-5183312C1DA3}" dt="2024-06-19T03:27:15.737" v="3839" actId="20577"/>
          <ac:spMkLst>
            <pc:docMk/>
            <pc:sldMk cId="323859429" sldId="2147480809"/>
            <ac:spMk id="2" creationId="{B2CA3B19-52FA-1D26-5F96-0D8707A7B4A4}"/>
          </ac:spMkLst>
        </pc:spChg>
        <pc:spChg chg="del">
          <ac:chgData name="Takeuchi, Koichiro" userId="b3848a05-443b-4434-8fa5-7398ca0c03c9" providerId="ADAL" clId="{64811EEB-FECD-4BDF-BE98-5183312C1DA3}" dt="2024-06-19T01:17:59.180" v="143" actId="478"/>
          <ac:spMkLst>
            <pc:docMk/>
            <pc:sldMk cId="323859429" sldId="2147480809"/>
            <ac:spMk id="3" creationId="{7452B780-CA24-B881-D379-D2433FF30B65}"/>
          </ac:spMkLst>
        </pc:spChg>
        <pc:spChg chg="add mod">
          <ac:chgData name="Takeuchi, Koichiro" userId="b3848a05-443b-4434-8fa5-7398ca0c03c9" providerId="ADAL" clId="{64811EEB-FECD-4BDF-BE98-5183312C1DA3}" dt="2024-06-19T03:12:09.175" v="3399" actId="1035"/>
          <ac:spMkLst>
            <pc:docMk/>
            <pc:sldMk cId="323859429" sldId="2147480809"/>
            <ac:spMk id="7" creationId="{922828E7-750B-A7B6-D196-FE8A1106513F}"/>
          </ac:spMkLst>
        </pc:spChg>
        <pc:spChg chg="add mod">
          <ac:chgData name="Takeuchi, Koichiro" userId="b3848a05-443b-4434-8fa5-7398ca0c03c9" providerId="ADAL" clId="{64811EEB-FECD-4BDF-BE98-5183312C1DA3}" dt="2024-06-19T02:53:30.980" v="1239" actId="20577"/>
          <ac:spMkLst>
            <pc:docMk/>
            <pc:sldMk cId="323859429" sldId="2147480809"/>
            <ac:spMk id="8" creationId="{3211E286-9CA2-4B1C-C0C0-D5C29F350A00}"/>
          </ac:spMkLst>
        </pc:spChg>
        <pc:spChg chg="add del mod">
          <ac:chgData name="Takeuchi, Koichiro" userId="b3848a05-443b-4434-8fa5-7398ca0c03c9" providerId="ADAL" clId="{64811EEB-FECD-4BDF-BE98-5183312C1DA3}" dt="2024-06-19T02:53:34.309" v="1240" actId="478"/>
          <ac:spMkLst>
            <pc:docMk/>
            <pc:sldMk cId="323859429" sldId="2147480809"/>
            <ac:spMk id="10" creationId="{8B3A6833-894E-C704-B930-4DF320CF8ED1}"/>
          </ac:spMkLst>
        </pc:spChg>
        <pc:spChg chg="add del mod">
          <ac:chgData name="Takeuchi, Koichiro" userId="b3848a05-443b-4434-8fa5-7398ca0c03c9" providerId="ADAL" clId="{64811EEB-FECD-4BDF-BE98-5183312C1DA3}" dt="2024-06-19T03:13:53.479" v="3501" actId="12788"/>
          <ac:spMkLst>
            <pc:docMk/>
            <pc:sldMk cId="323859429" sldId="2147480809"/>
            <ac:spMk id="11" creationId="{717EA1C2-564A-F53F-F442-2C714F464DA1}"/>
          </ac:spMkLst>
        </pc:spChg>
        <pc:spChg chg="add mod">
          <ac:chgData name="Takeuchi, Koichiro" userId="b3848a05-443b-4434-8fa5-7398ca0c03c9" providerId="ADAL" clId="{64811EEB-FECD-4BDF-BE98-5183312C1DA3}" dt="2024-06-19T04:07:36.220" v="4885" actId="20577"/>
          <ac:spMkLst>
            <pc:docMk/>
            <pc:sldMk cId="323859429" sldId="2147480809"/>
            <ac:spMk id="13" creationId="{7EA7777E-2F8C-7EAF-00B8-6D8931F3EE7D}"/>
          </ac:spMkLst>
        </pc:spChg>
        <pc:spChg chg="add mod">
          <ac:chgData name="Takeuchi, Koichiro" userId="b3848a05-443b-4434-8fa5-7398ca0c03c9" providerId="ADAL" clId="{64811EEB-FECD-4BDF-BE98-5183312C1DA3}" dt="2024-06-19T03:13:54.078" v="3502" actId="465"/>
          <ac:spMkLst>
            <pc:docMk/>
            <pc:sldMk cId="323859429" sldId="2147480809"/>
            <ac:spMk id="14" creationId="{BC179422-69D3-E378-7B3D-89D3749F8B79}"/>
          </ac:spMkLst>
        </pc:spChg>
        <pc:picChg chg="add del mod">
          <ac:chgData name="Takeuchi, Koichiro" userId="b3848a05-443b-4434-8fa5-7398ca0c03c9" providerId="ADAL" clId="{64811EEB-FECD-4BDF-BE98-5183312C1DA3}" dt="2024-06-19T03:05:02.848" v="2494" actId="478"/>
          <ac:picMkLst>
            <pc:docMk/>
            <pc:sldMk cId="323859429" sldId="2147480809"/>
            <ac:picMk id="9" creationId="{F32EE284-BB1B-0346-1C3F-E819BDE79099}"/>
          </ac:picMkLst>
        </pc:picChg>
        <pc:picChg chg="add del mod">
          <ac:chgData name="Takeuchi, Koichiro" userId="b3848a05-443b-4434-8fa5-7398ca0c03c9" providerId="ADAL" clId="{64811EEB-FECD-4BDF-BE98-5183312C1DA3}" dt="2024-06-19T03:05:02.848" v="2494" actId="478"/>
          <ac:picMkLst>
            <pc:docMk/>
            <pc:sldMk cId="323859429" sldId="2147480809"/>
            <ac:picMk id="12" creationId="{EBF4CD3C-A5C0-3DF9-5EF9-798CE6BF27E3}"/>
          </ac:picMkLst>
        </pc:picChg>
      </pc:sldChg>
      <pc:sldChg chg="addSp delSp modSp new mod ord">
        <pc:chgData name="Takeuchi, Koichiro" userId="b3848a05-443b-4434-8fa5-7398ca0c03c9" providerId="ADAL" clId="{64811EEB-FECD-4BDF-BE98-5183312C1DA3}" dt="2024-06-19T03:18:07.054" v="3770" actId="948"/>
        <pc:sldMkLst>
          <pc:docMk/>
          <pc:sldMk cId="1710641726" sldId="2147480810"/>
        </pc:sldMkLst>
        <pc:spChg chg="mod">
          <ac:chgData name="Takeuchi, Koichiro" userId="b3848a05-443b-4434-8fa5-7398ca0c03c9" providerId="ADAL" clId="{64811EEB-FECD-4BDF-BE98-5183312C1DA3}" dt="2024-06-19T03:14:37.531" v="3505" actId="255"/>
          <ac:spMkLst>
            <pc:docMk/>
            <pc:sldMk cId="1710641726" sldId="2147480810"/>
            <ac:spMk id="2" creationId="{69845134-1BEF-E7BD-582B-C980990C72D5}"/>
          </ac:spMkLst>
        </pc:spChg>
        <pc:spChg chg="del">
          <ac:chgData name="Takeuchi, Koichiro" userId="b3848a05-443b-4434-8fa5-7398ca0c03c9" providerId="ADAL" clId="{64811EEB-FECD-4BDF-BE98-5183312C1DA3}" dt="2024-06-19T03:14:40.067" v="3506" actId="478"/>
          <ac:spMkLst>
            <pc:docMk/>
            <pc:sldMk cId="1710641726" sldId="2147480810"/>
            <ac:spMk id="3" creationId="{3247B6DD-3AD2-3AE0-1C78-303B21D0EB22}"/>
          </ac:spMkLst>
        </pc:spChg>
        <pc:spChg chg="del">
          <ac:chgData name="Takeuchi, Koichiro" userId="b3848a05-443b-4434-8fa5-7398ca0c03c9" providerId="ADAL" clId="{64811EEB-FECD-4BDF-BE98-5183312C1DA3}" dt="2024-06-19T03:14:43.481" v="3507" actId="478"/>
          <ac:spMkLst>
            <pc:docMk/>
            <pc:sldMk cId="1710641726" sldId="2147480810"/>
            <ac:spMk id="4" creationId="{BA6B718B-644A-C73E-5683-F9A188D574B1}"/>
          </ac:spMkLst>
        </pc:spChg>
        <pc:spChg chg="add mod">
          <ac:chgData name="Takeuchi, Koichiro" userId="b3848a05-443b-4434-8fa5-7398ca0c03c9" providerId="ADAL" clId="{64811EEB-FECD-4BDF-BE98-5183312C1DA3}" dt="2024-06-19T03:18:07.054" v="3770" actId="948"/>
          <ac:spMkLst>
            <pc:docMk/>
            <pc:sldMk cId="1710641726" sldId="2147480810"/>
            <ac:spMk id="7" creationId="{4C331423-D31E-54C6-B603-3A2DCE7DE991}"/>
          </ac:spMkLst>
        </pc:spChg>
        <pc:spChg chg="add del mod">
          <ac:chgData name="Takeuchi, Koichiro" userId="b3848a05-443b-4434-8fa5-7398ca0c03c9" providerId="ADAL" clId="{64811EEB-FECD-4BDF-BE98-5183312C1DA3}" dt="2024-06-19T03:17:55.354" v="3768" actId="478"/>
          <ac:spMkLst>
            <pc:docMk/>
            <pc:sldMk cId="1710641726" sldId="2147480810"/>
            <ac:spMk id="8" creationId="{3CA33D6C-8EC5-6424-19FC-5F2D25592278}"/>
          </ac:spMkLst>
        </pc:spChg>
      </pc:sldChg>
      <pc:sldChg chg="addSp modSp add mod">
        <pc:chgData name="Takeuchi, Koichiro" userId="b3848a05-443b-4434-8fa5-7398ca0c03c9" providerId="ADAL" clId="{64811EEB-FECD-4BDF-BE98-5183312C1DA3}" dt="2024-06-19T03:18:44.194" v="3793" actId="167"/>
        <pc:sldMkLst>
          <pc:docMk/>
          <pc:sldMk cId="197750219" sldId="2147480811"/>
        </pc:sldMkLst>
        <pc:spChg chg="add mod ord">
          <ac:chgData name="Takeuchi, Koichiro" userId="b3848a05-443b-4434-8fa5-7398ca0c03c9" providerId="ADAL" clId="{64811EEB-FECD-4BDF-BE98-5183312C1DA3}" dt="2024-06-19T03:18:44.194" v="3793" actId="167"/>
          <ac:spMkLst>
            <pc:docMk/>
            <pc:sldMk cId="197750219" sldId="2147480811"/>
            <ac:spMk id="3" creationId="{B5E6072F-7729-76F7-2DA0-373762A10571}"/>
          </ac:spMkLst>
        </pc:spChg>
      </pc:sldChg>
      <pc:sldChg chg="modSp add mod">
        <pc:chgData name="Takeuchi, Koichiro" userId="b3848a05-443b-4434-8fa5-7398ca0c03c9" providerId="ADAL" clId="{64811EEB-FECD-4BDF-BE98-5183312C1DA3}" dt="2024-06-19T03:18:52.492" v="3822" actId="1035"/>
        <pc:sldMkLst>
          <pc:docMk/>
          <pc:sldMk cId="3372364919" sldId="2147480812"/>
        </pc:sldMkLst>
        <pc:spChg chg="mod">
          <ac:chgData name="Takeuchi, Koichiro" userId="b3848a05-443b-4434-8fa5-7398ca0c03c9" providerId="ADAL" clId="{64811EEB-FECD-4BDF-BE98-5183312C1DA3}" dt="2024-06-19T03:18:52.492" v="3822" actId="1035"/>
          <ac:spMkLst>
            <pc:docMk/>
            <pc:sldMk cId="3372364919" sldId="2147480812"/>
            <ac:spMk id="3" creationId="{B5E6072F-7729-76F7-2DA0-373762A10571}"/>
          </ac:spMkLst>
        </pc:spChg>
      </pc:sldChg>
      <pc:sldChg chg="addSp delSp modSp new mod">
        <pc:chgData name="Takeuchi, Koichiro" userId="b3848a05-443b-4434-8fa5-7398ca0c03c9" providerId="ADAL" clId="{64811EEB-FECD-4BDF-BE98-5183312C1DA3}" dt="2024-06-19T04:11:51.516" v="4891" actId="20577"/>
        <pc:sldMkLst>
          <pc:docMk/>
          <pc:sldMk cId="603918991" sldId="2147480813"/>
        </pc:sldMkLst>
        <pc:spChg chg="mod">
          <ac:chgData name="Takeuchi, Koichiro" userId="b3848a05-443b-4434-8fa5-7398ca0c03c9" providerId="ADAL" clId="{64811EEB-FECD-4BDF-BE98-5183312C1DA3}" dt="2024-06-19T03:27:49.002" v="3923" actId="404"/>
          <ac:spMkLst>
            <pc:docMk/>
            <pc:sldMk cId="603918991" sldId="2147480813"/>
            <ac:spMk id="2" creationId="{D566DF74-F91C-E3AD-3033-FA8C84018AEA}"/>
          </ac:spMkLst>
        </pc:spChg>
        <pc:spChg chg="del">
          <ac:chgData name="Takeuchi, Koichiro" userId="b3848a05-443b-4434-8fa5-7398ca0c03c9" providerId="ADAL" clId="{64811EEB-FECD-4BDF-BE98-5183312C1DA3}" dt="2024-06-19T03:50:15.441" v="4303" actId="478"/>
          <ac:spMkLst>
            <pc:docMk/>
            <pc:sldMk cId="603918991" sldId="2147480813"/>
            <ac:spMk id="3" creationId="{2FB22BFC-0110-4764-413C-271831A7521A}"/>
          </ac:spMkLst>
        </pc:spChg>
        <pc:spChg chg="mod">
          <ac:chgData name="Takeuchi, Koichiro" userId="b3848a05-443b-4434-8fa5-7398ca0c03c9" providerId="ADAL" clId="{64811EEB-FECD-4BDF-BE98-5183312C1DA3}" dt="2024-06-19T03:27:34.269" v="3901" actId="403"/>
          <ac:spMkLst>
            <pc:docMk/>
            <pc:sldMk cId="603918991" sldId="2147480813"/>
            <ac:spMk id="4" creationId="{0D3131DD-5AA2-1A2A-8275-356B3885BCF3}"/>
          </ac:spMkLst>
        </pc:spChg>
        <pc:spChg chg="mod">
          <ac:chgData name="Takeuchi, Koichiro" userId="b3848a05-443b-4434-8fa5-7398ca0c03c9" providerId="ADAL" clId="{64811EEB-FECD-4BDF-BE98-5183312C1DA3}" dt="2024-06-19T03:26:52.484" v="3828" actId="1076"/>
          <ac:spMkLst>
            <pc:docMk/>
            <pc:sldMk cId="603918991" sldId="2147480813"/>
            <ac:spMk id="18" creationId="{61E1006C-906B-01E9-665E-2C4DE72B58EE}"/>
          </ac:spMkLst>
        </pc:spChg>
        <pc:spChg chg="add mod">
          <ac:chgData name="Takeuchi, Koichiro" userId="b3848a05-443b-4434-8fa5-7398ca0c03c9" providerId="ADAL" clId="{64811EEB-FECD-4BDF-BE98-5183312C1DA3}" dt="2024-06-19T03:58:49.764" v="4835" actId="255"/>
          <ac:spMkLst>
            <pc:docMk/>
            <pc:sldMk cId="603918991" sldId="2147480813"/>
            <ac:spMk id="24" creationId="{ADAF15AC-EBE9-24C5-433D-E3465263AE3F}"/>
          </ac:spMkLst>
        </pc:spChg>
        <pc:spChg chg="mod">
          <ac:chgData name="Takeuchi, Koichiro" userId="b3848a05-443b-4434-8fa5-7398ca0c03c9" providerId="ADAL" clId="{64811EEB-FECD-4BDF-BE98-5183312C1DA3}" dt="2024-06-19T03:55:22.810" v="4823" actId="1036"/>
          <ac:spMkLst>
            <pc:docMk/>
            <pc:sldMk cId="603918991" sldId="2147480813"/>
            <ac:spMk id="36" creationId="{13D1D37D-51DD-51AE-BE9B-A370058BE132}"/>
          </ac:spMkLst>
        </pc:spChg>
        <pc:spChg chg="add mod topLvl">
          <ac:chgData name="Takeuchi, Koichiro" userId="b3848a05-443b-4434-8fa5-7398ca0c03c9" providerId="ADAL" clId="{64811EEB-FECD-4BDF-BE98-5183312C1DA3}" dt="2024-06-19T03:55:22.810" v="4823" actId="1036"/>
          <ac:spMkLst>
            <pc:docMk/>
            <pc:sldMk cId="603918991" sldId="2147480813"/>
            <ac:spMk id="42" creationId="{F4770237-27C6-C01B-C899-E5F9EDB19C54}"/>
          </ac:spMkLst>
        </pc:spChg>
        <pc:spChg chg="add mod topLvl">
          <ac:chgData name="Takeuchi, Koichiro" userId="b3848a05-443b-4434-8fa5-7398ca0c03c9" providerId="ADAL" clId="{64811EEB-FECD-4BDF-BE98-5183312C1DA3}" dt="2024-06-19T03:55:22.810" v="4823" actId="1036"/>
          <ac:spMkLst>
            <pc:docMk/>
            <pc:sldMk cId="603918991" sldId="2147480813"/>
            <ac:spMk id="43" creationId="{CBFA6256-7B79-851E-41F7-4857B3115DE7}"/>
          </ac:spMkLst>
        </pc:spChg>
        <pc:spChg chg="add mod topLvl">
          <ac:chgData name="Takeuchi, Koichiro" userId="b3848a05-443b-4434-8fa5-7398ca0c03c9" providerId="ADAL" clId="{64811EEB-FECD-4BDF-BE98-5183312C1DA3}" dt="2024-06-19T03:55:22.810" v="4823" actId="1036"/>
          <ac:spMkLst>
            <pc:docMk/>
            <pc:sldMk cId="603918991" sldId="2147480813"/>
            <ac:spMk id="44" creationId="{2CB06A8A-FD0B-15FA-5C46-40CB21D87253}"/>
          </ac:spMkLst>
        </pc:spChg>
        <pc:spChg chg="add mod topLvl">
          <ac:chgData name="Takeuchi, Koichiro" userId="b3848a05-443b-4434-8fa5-7398ca0c03c9" providerId="ADAL" clId="{64811EEB-FECD-4BDF-BE98-5183312C1DA3}" dt="2024-06-19T03:55:22.810" v="4823" actId="1036"/>
          <ac:spMkLst>
            <pc:docMk/>
            <pc:sldMk cId="603918991" sldId="2147480813"/>
            <ac:spMk id="45" creationId="{C9F07628-8877-1750-ACD2-1DD4A2EACB94}"/>
          </ac:spMkLst>
        </pc:spChg>
        <pc:spChg chg="add mod topLvl">
          <ac:chgData name="Takeuchi, Koichiro" userId="b3848a05-443b-4434-8fa5-7398ca0c03c9" providerId="ADAL" clId="{64811EEB-FECD-4BDF-BE98-5183312C1DA3}" dt="2024-06-19T03:55:22.810" v="4823" actId="1036"/>
          <ac:spMkLst>
            <pc:docMk/>
            <pc:sldMk cId="603918991" sldId="2147480813"/>
            <ac:spMk id="46" creationId="{A532D8F9-2E9E-F128-FD15-CFD046A92042}"/>
          </ac:spMkLst>
        </pc:spChg>
        <pc:spChg chg="add mod">
          <ac:chgData name="Takeuchi, Koichiro" userId="b3848a05-443b-4434-8fa5-7398ca0c03c9" providerId="ADAL" clId="{64811EEB-FECD-4BDF-BE98-5183312C1DA3}" dt="2024-06-19T03:55:22.810" v="4823" actId="1036"/>
          <ac:spMkLst>
            <pc:docMk/>
            <pc:sldMk cId="603918991" sldId="2147480813"/>
            <ac:spMk id="49" creationId="{7023E234-3780-119C-B278-254BFC6855FC}"/>
          </ac:spMkLst>
        </pc:spChg>
        <pc:spChg chg="add mod">
          <ac:chgData name="Takeuchi, Koichiro" userId="b3848a05-443b-4434-8fa5-7398ca0c03c9" providerId="ADAL" clId="{64811EEB-FECD-4BDF-BE98-5183312C1DA3}" dt="2024-06-19T03:59:21.108" v="4874" actId="20577"/>
          <ac:spMkLst>
            <pc:docMk/>
            <pc:sldMk cId="603918991" sldId="2147480813"/>
            <ac:spMk id="50" creationId="{2E5822A6-3B86-D0FE-98F9-98326E0326CC}"/>
          </ac:spMkLst>
        </pc:spChg>
        <pc:spChg chg="add mod">
          <ac:chgData name="Takeuchi, Koichiro" userId="b3848a05-443b-4434-8fa5-7398ca0c03c9" providerId="ADAL" clId="{64811EEB-FECD-4BDF-BE98-5183312C1DA3}" dt="2024-06-19T04:11:51.516" v="4891" actId="20577"/>
          <ac:spMkLst>
            <pc:docMk/>
            <pc:sldMk cId="603918991" sldId="2147480813"/>
            <ac:spMk id="51" creationId="{14ADC41C-8E41-246B-B4CE-E311E9A7C3DF}"/>
          </ac:spMkLst>
        </pc:spChg>
        <pc:spChg chg="add mod">
          <ac:chgData name="Takeuchi, Koichiro" userId="b3848a05-443b-4434-8fa5-7398ca0c03c9" providerId="ADAL" clId="{64811EEB-FECD-4BDF-BE98-5183312C1DA3}" dt="2024-06-19T03:55:05.854" v="4806" actId="164"/>
          <ac:spMkLst>
            <pc:docMk/>
            <pc:sldMk cId="603918991" sldId="2147480813"/>
            <ac:spMk id="52" creationId="{41E3C458-D60C-5A4E-A9A5-5E4EA3D63DEA}"/>
          </ac:spMkLst>
        </pc:spChg>
        <pc:spChg chg="add mod">
          <ac:chgData name="Takeuchi, Koichiro" userId="b3848a05-443b-4434-8fa5-7398ca0c03c9" providerId="ADAL" clId="{64811EEB-FECD-4BDF-BE98-5183312C1DA3}" dt="2024-06-19T03:55:05.854" v="4806" actId="164"/>
          <ac:spMkLst>
            <pc:docMk/>
            <pc:sldMk cId="603918991" sldId="2147480813"/>
            <ac:spMk id="53" creationId="{7D599E3B-749D-646A-06A6-E70BA472972E}"/>
          </ac:spMkLst>
        </pc:spChg>
        <pc:grpChg chg="add del mod">
          <ac:chgData name="Takeuchi, Koichiro" userId="b3848a05-443b-4434-8fa5-7398ca0c03c9" providerId="ADAL" clId="{64811EEB-FECD-4BDF-BE98-5183312C1DA3}" dt="2024-06-19T03:48:14.584" v="4238" actId="478"/>
          <ac:grpSpMkLst>
            <pc:docMk/>
            <pc:sldMk cId="603918991" sldId="2147480813"/>
            <ac:grpSpMk id="7" creationId="{F35B536A-DBA1-D379-1EAA-68EF0861DF5C}"/>
          </ac:grpSpMkLst>
        </pc:grpChg>
        <pc:grpChg chg="add mod">
          <ac:chgData name="Takeuchi, Koichiro" userId="b3848a05-443b-4434-8fa5-7398ca0c03c9" providerId="ADAL" clId="{64811EEB-FECD-4BDF-BE98-5183312C1DA3}" dt="2024-06-19T03:55:22.810" v="4823" actId="1036"/>
          <ac:grpSpMkLst>
            <pc:docMk/>
            <pc:sldMk cId="603918991" sldId="2147480813"/>
            <ac:grpSpMk id="25" creationId="{DA41DB31-8308-FC49-B48B-2E8A4F643967}"/>
          </ac:grpSpMkLst>
        </pc:grpChg>
        <pc:grpChg chg="add mod topLvl">
          <ac:chgData name="Takeuchi, Koichiro" userId="b3848a05-443b-4434-8fa5-7398ca0c03c9" providerId="ADAL" clId="{64811EEB-FECD-4BDF-BE98-5183312C1DA3}" dt="2024-06-19T03:55:22.810" v="4823" actId="1036"/>
          <ac:grpSpMkLst>
            <pc:docMk/>
            <pc:sldMk cId="603918991" sldId="2147480813"/>
            <ac:grpSpMk id="41" creationId="{D5AA1906-2141-69E8-DCA8-6BB9E92072F8}"/>
          </ac:grpSpMkLst>
        </pc:grpChg>
        <pc:grpChg chg="add del mod">
          <ac:chgData name="Takeuchi, Koichiro" userId="b3848a05-443b-4434-8fa5-7398ca0c03c9" providerId="ADAL" clId="{64811EEB-FECD-4BDF-BE98-5183312C1DA3}" dt="2024-06-19T03:48:25.173" v="4253" actId="165"/>
          <ac:grpSpMkLst>
            <pc:docMk/>
            <pc:sldMk cId="603918991" sldId="2147480813"/>
            <ac:grpSpMk id="47" creationId="{63076BEC-1BD8-B0EE-D170-7096BEEF4BE7}"/>
          </ac:grpSpMkLst>
        </pc:grpChg>
        <pc:grpChg chg="add del mod">
          <ac:chgData name="Takeuchi, Koichiro" userId="b3848a05-443b-4434-8fa5-7398ca0c03c9" providerId="ADAL" clId="{64811EEB-FECD-4BDF-BE98-5183312C1DA3}" dt="2024-06-19T03:49:26.095" v="4279" actId="165"/>
          <ac:grpSpMkLst>
            <pc:docMk/>
            <pc:sldMk cId="603918991" sldId="2147480813"/>
            <ac:grpSpMk id="48" creationId="{18B8CABA-9E69-D3F9-713F-EFDEEFAA463F}"/>
          </ac:grpSpMkLst>
        </pc:grpChg>
        <pc:grpChg chg="add mod">
          <ac:chgData name="Takeuchi, Koichiro" userId="b3848a05-443b-4434-8fa5-7398ca0c03c9" providerId="ADAL" clId="{64811EEB-FECD-4BDF-BE98-5183312C1DA3}" dt="2024-06-19T03:55:07.092" v="4807" actId="12788"/>
          <ac:grpSpMkLst>
            <pc:docMk/>
            <pc:sldMk cId="603918991" sldId="2147480813"/>
            <ac:grpSpMk id="54" creationId="{96F58666-49FF-4B79-C29E-691155DBD956}"/>
          </ac:grpSpMkLst>
        </pc:grpChg>
        <pc:picChg chg="mod">
          <ac:chgData name="Takeuchi, Koichiro" userId="b3848a05-443b-4434-8fa5-7398ca0c03c9" providerId="ADAL" clId="{64811EEB-FECD-4BDF-BE98-5183312C1DA3}" dt="2024-06-19T03:26:52.484" v="3828" actId="1076"/>
          <ac:picMkLst>
            <pc:docMk/>
            <pc:sldMk cId="603918991" sldId="2147480813"/>
            <ac:picMk id="8" creationId="{82190D06-2096-438A-3C39-B9B1E227A897}"/>
          </ac:picMkLst>
        </pc:picChg>
        <pc:picChg chg="mod">
          <ac:chgData name="Takeuchi, Koichiro" userId="b3848a05-443b-4434-8fa5-7398ca0c03c9" providerId="ADAL" clId="{64811EEB-FECD-4BDF-BE98-5183312C1DA3}" dt="2024-06-19T03:26:52.484" v="3828" actId="1076"/>
          <ac:picMkLst>
            <pc:docMk/>
            <pc:sldMk cId="603918991" sldId="2147480813"/>
            <ac:picMk id="9" creationId="{43C0C09C-7781-D47D-6048-4DA373CB7151}"/>
          </ac:picMkLst>
        </pc:picChg>
        <pc:picChg chg="mod">
          <ac:chgData name="Takeuchi, Koichiro" userId="b3848a05-443b-4434-8fa5-7398ca0c03c9" providerId="ADAL" clId="{64811EEB-FECD-4BDF-BE98-5183312C1DA3}" dt="2024-06-19T03:26:52.484" v="3828" actId="1076"/>
          <ac:picMkLst>
            <pc:docMk/>
            <pc:sldMk cId="603918991" sldId="2147480813"/>
            <ac:picMk id="10" creationId="{51B288F7-0F2B-5E86-2866-1345999F15FC}"/>
          </ac:picMkLst>
        </pc:picChg>
        <pc:picChg chg="mod">
          <ac:chgData name="Takeuchi, Koichiro" userId="b3848a05-443b-4434-8fa5-7398ca0c03c9" providerId="ADAL" clId="{64811EEB-FECD-4BDF-BE98-5183312C1DA3}" dt="2024-06-19T03:26:52.484" v="3828" actId="1076"/>
          <ac:picMkLst>
            <pc:docMk/>
            <pc:sldMk cId="603918991" sldId="2147480813"/>
            <ac:picMk id="11" creationId="{400B2E85-E2DC-F675-EF66-4B80579773E4}"/>
          </ac:picMkLst>
        </pc:picChg>
        <pc:picChg chg="mod">
          <ac:chgData name="Takeuchi, Koichiro" userId="b3848a05-443b-4434-8fa5-7398ca0c03c9" providerId="ADAL" clId="{64811EEB-FECD-4BDF-BE98-5183312C1DA3}" dt="2024-06-19T03:26:52.484" v="3828" actId="1076"/>
          <ac:picMkLst>
            <pc:docMk/>
            <pc:sldMk cId="603918991" sldId="2147480813"/>
            <ac:picMk id="12" creationId="{69A7E9AE-4A53-BF6C-1DEE-BFED85C1F29F}"/>
          </ac:picMkLst>
        </pc:picChg>
        <pc:picChg chg="mod">
          <ac:chgData name="Takeuchi, Koichiro" userId="b3848a05-443b-4434-8fa5-7398ca0c03c9" providerId="ADAL" clId="{64811EEB-FECD-4BDF-BE98-5183312C1DA3}" dt="2024-06-19T03:26:52.484" v="3828" actId="1076"/>
          <ac:picMkLst>
            <pc:docMk/>
            <pc:sldMk cId="603918991" sldId="2147480813"/>
            <ac:picMk id="13" creationId="{9ED96FD4-6C28-6650-766B-914886854AC3}"/>
          </ac:picMkLst>
        </pc:picChg>
        <pc:picChg chg="mod">
          <ac:chgData name="Takeuchi, Koichiro" userId="b3848a05-443b-4434-8fa5-7398ca0c03c9" providerId="ADAL" clId="{64811EEB-FECD-4BDF-BE98-5183312C1DA3}" dt="2024-06-19T03:26:52.484" v="3828" actId="1076"/>
          <ac:picMkLst>
            <pc:docMk/>
            <pc:sldMk cId="603918991" sldId="2147480813"/>
            <ac:picMk id="14" creationId="{70B74A71-B9BA-C98D-B029-2F45109ACB1D}"/>
          </ac:picMkLst>
        </pc:picChg>
        <pc:picChg chg="mod">
          <ac:chgData name="Takeuchi, Koichiro" userId="b3848a05-443b-4434-8fa5-7398ca0c03c9" providerId="ADAL" clId="{64811EEB-FECD-4BDF-BE98-5183312C1DA3}" dt="2024-06-19T03:26:52.484" v="3828" actId="1076"/>
          <ac:picMkLst>
            <pc:docMk/>
            <pc:sldMk cId="603918991" sldId="2147480813"/>
            <ac:picMk id="15" creationId="{1E29310A-49DA-7E3F-1830-5EEE3CBB6CE9}"/>
          </ac:picMkLst>
        </pc:picChg>
        <pc:picChg chg="mod">
          <ac:chgData name="Takeuchi, Koichiro" userId="b3848a05-443b-4434-8fa5-7398ca0c03c9" providerId="ADAL" clId="{64811EEB-FECD-4BDF-BE98-5183312C1DA3}" dt="2024-06-19T03:26:52.484" v="3828" actId="1076"/>
          <ac:picMkLst>
            <pc:docMk/>
            <pc:sldMk cId="603918991" sldId="2147480813"/>
            <ac:picMk id="16" creationId="{3511301A-876D-D1EA-012B-B7AB372B2760}"/>
          </ac:picMkLst>
        </pc:picChg>
        <pc:picChg chg="mod">
          <ac:chgData name="Takeuchi, Koichiro" userId="b3848a05-443b-4434-8fa5-7398ca0c03c9" providerId="ADAL" clId="{64811EEB-FECD-4BDF-BE98-5183312C1DA3}" dt="2024-06-19T03:26:52.484" v="3828" actId="1076"/>
          <ac:picMkLst>
            <pc:docMk/>
            <pc:sldMk cId="603918991" sldId="2147480813"/>
            <ac:picMk id="17" creationId="{0D43D5B9-5F7B-2957-4B61-B9B8A4AFD890}"/>
          </ac:picMkLst>
        </pc:picChg>
        <pc:picChg chg="mod">
          <ac:chgData name="Takeuchi, Koichiro" userId="b3848a05-443b-4434-8fa5-7398ca0c03c9" providerId="ADAL" clId="{64811EEB-FECD-4BDF-BE98-5183312C1DA3}" dt="2024-06-19T03:26:52.484" v="3828" actId="1076"/>
          <ac:picMkLst>
            <pc:docMk/>
            <pc:sldMk cId="603918991" sldId="2147480813"/>
            <ac:picMk id="19" creationId="{E2872D22-985A-388B-AFC3-40F0C6C5DC82}"/>
          </ac:picMkLst>
        </pc:picChg>
        <pc:picChg chg="mod">
          <ac:chgData name="Takeuchi, Koichiro" userId="b3848a05-443b-4434-8fa5-7398ca0c03c9" providerId="ADAL" clId="{64811EEB-FECD-4BDF-BE98-5183312C1DA3}" dt="2024-06-19T03:26:52.484" v="3828" actId="1076"/>
          <ac:picMkLst>
            <pc:docMk/>
            <pc:sldMk cId="603918991" sldId="2147480813"/>
            <ac:picMk id="20" creationId="{7EF237D6-2472-22E7-1470-A0ED22C4C4A2}"/>
          </ac:picMkLst>
        </pc:picChg>
        <pc:picChg chg="mod">
          <ac:chgData name="Takeuchi, Koichiro" userId="b3848a05-443b-4434-8fa5-7398ca0c03c9" providerId="ADAL" clId="{64811EEB-FECD-4BDF-BE98-5183312C1DA3}" dt="2024-06-19T03:26:52.484" v="3828" actId="1076"/>
          <ac:picMkLst>
            <pc:docMk/>
            <pc:sldMk cId="603918991" sldId="2147480813"/>
            <ac:picMk id="21" creationId="{82947FCD-432E-5260-BBE5-93484F06D0E2}"/>
          </ac:picMkLst>
        </pc:picChg>
        <pc:picChg chg="mod">
          <ac:chgData name="Takeuchi, Koichiro" userId="b3848a05-443b-4434-8fa5-7398ca0c03c9" providerId="ADAL" clId="{64811EEB-FECD-4BDF-BE98-5183312C1DA3}" dt="2024-06-19T03:26:52.484" v="3828" actId="1076"/>
          <ac:picMkLst>
            <pc:docMk/>
            <pc:sldMk cId="603918991" sldId="2147480813"/>
            <ac:picMk id="22" creationId="{FC89825E-5942-AF38-61F8-522C5D48FA37}"/>
          </ac:picMkLst>
        </pc:picChg>
        <pc:picChg chg="add del">
          <ac:chgData name="Takeuchi, Koichiro" userId="b3848a05-443b-4434-8fa5-7398ca0c03c9" providerId="ADAL" clId="{64811EEB-FECD-4BDF-BE98-5183312C1DA3}" dt="2024-06-19T03:27:53.157" v="3924" actId="478"/>
          <ac:picMkLst>
            <pc:docMk/>
            <pc:sldMk cId="603918991" sldId="2147480813"/>
            <ac:picMk id="23" creationId="{D520C9D7-CD55-A524-C78C-5F154483EEE0}"/>
          </ac:picMkLst>
        </pc:picChg>
        <pc:picChg chg="mod">
          <ac:chgData name="Takeuchi, Koichiro" userId="b3848a05-443b-4434-8fa5-7398ca0c03c9" providerId="ADAL" clId="{64811EEB-FECD-4BDF-BE98-5183312C1DA3}" dt="2024-06-19T03:55:22.810" v="4823" actId="1036"/>
          <ac:picMkLst>
            <pc:docMk/>
            <pc:sldMk cId="603918991" sldId="2147480813"/>
            <ac:picMk id="26" creationId="{4D5B96DF-9A22-F322-378F-DA1C97A7EEAC}"/>
          </ac:picMkLst>
        </pc:picChg>
        <pc:picChg chg="mod">
          <ac:chgData name="Takeuchi, Koichiro" userId="b3848a05-443b-4434-8fa5-7398ca0c03c9" providerId="ADAL" clId="{64811EEB-FECD-4BDF-BE98-5183312C1DA3}" dt="2024-06-19T03:55:22.810" v="4823" actId="1036"/>
          <ac:picMkLst>
            <pc:docMk/>
            <pc:sldMk cId="603918991" sldId="2147480813"/>
            <ac:picMk id="27" creationId="{F25A7ECB-AC5F-AD8B-770F-FBDB41A47647}"/>
          </ac:picMkLst>
        </pc:picChg>
        <pc:picChg chg="mod">
          <ac:chgData name="Takeuchi, Koichiro" userId="b3848a05-443b-4434-8fa5-7398ca0c03c9" providerId="ADAL" clId="{64811EEB-FECD-4BDF-BE98-5183312C1DA3}" dt="2024-06-19T03:55:22.810" v="4823" actId="1036"/>
          <ac:picMkLst>
            <pc:docMk/>
            <pc:sldMk cId="603918991" sldId="2147480813"/>
            <ac:picMk id="28" creationId="{895C4C96-3B66-E1F4-29EF-6F569C31B71F}"/>
          </ac:picMkLst>
        </pc:picChg>
        <pc:picChg chg="mod">
          <ac:chgData name="Takeuchi, Koichiro" userId="b3848a05-443b-4434-8fa5-7398ca0c03c9" providerId="ADAL" clId="{64811EEB-FECD-4BDF-BE98-5183312C1DA3}" dt="2024-06-19T03:55:22.810" v="4823" actId="1036"/>
          <ac:picMkLst>
            <pc:docMk/>
            <pc:sldMk cId="603918991" sldId="2147480813"/>
            <ac:picMk id="29" creationId="{6E2389CD-6A29-302C-4C73-9C32A11EA29D}"/>
          </ac:picMkLst>
        </pc:picChg>
        <pc:picChg chg="mod">
          <ac:chgData name="Takeuchi, Koichiro" userId="b3848a05-443b-4434-8fa5-7398ca0c03c9" providerId="ADAL" clId="{64811EEB-FECD-4BDF-BE98-5183312C1DA3}" dt="2024-06-19T03:55:22.810" v="4823" actId="1036"/>
          <ac:picMkLst>
            <pc:docMk/>
            <pc:sldMk cId="603918991" sldId="2147480813"/>
            <ac:picMk id="30" creationId="{1734BFD6-7E71-7D8C-A2EE-A20F739D3745}"/>
          </ac:picMkLst>
        </pc:picChg>
        <pc:picChg chg="mod">
          <ac:chgData name="Takeuchi, Koichiro" userId="b3848a05-443b-4434-8fa5-7398ca0c03c9" providerId="ADAL" clId="{64811EEB-FECD-4BDF-BE98-5183312C1DA3}" dt="2024-06-19T03:55:22.810" v="4823" actId="1036"/>
          <ac:picMkLst>
            <pc:docMk/>
            <pc:sldMk cId="603918991" sldId="2147480813"/>
            <ac:picMk id="31" creationId="{FDEDA3F5-ECDA-48B6-7DE8-54D1060D6D65}"/>
          </ac:picMkLst>
        </pc:picChg>
        <pc:picChg chg="mod">
          <ac:chgData name="Takeuchi, Koichiro" userId="b3848a05-443b-4434-8fa5-7398ca0c03c9" providerId="ADAL" clId="{64811EEB-FECD-4BDF-BE98-5183312C1DA3}" dt="2024-06-19T03:55:22.810" v="4823" actId="1036"/>
          <ac:picMkLst>
            <pc:docMk/>
            <pc:sldMk cId="603918991" sldId="2147480813"/>
            <ac:picMk id="32" creationId="{AFCA5CFA-3066-6527-2A40-3B622BF29869}"/>
          </ac:picMkLst>
        </pc:picChg>
        <pc:picChg chg="mod">
          <ac:chgData name="Takeuchi, Koichiro" userId="b3848a05-443b-4434-8fa5-7398ca0c03c9" providerId="ADAL" clId="{64811EEB-FECD-4BDF-BE98-5183312C1DA3}" dt="2024-06-19T03:55:22.810" v="4823" actId="1036"/>
          <ac:picMkLst>
            <pc:docMk/>
            <pc:sldMk cId="603918991" sldId="2147480813"/>
            <ac:picMk id="33" creationId="{57BF6015-D08A-3782-EB0E-60ED778E27AF}"/>
          </ac:picMkLst>
        </pc:picChg>
        <pc:picChg chg="mod">
          <ac:chgData name="Takeuchi, Koichiro" userId="b3848a05-443b-4434-8fa5-7398ca0c03c9" providerId="ADAL" clId="{64811EEB-FECD-4BDF-BE98-5183312C1DA3}" dt="2024-06-19T03:55:22.810" v="4823" actId="1036"/>
          <ac:picMkLst>
            <pc:docMk/>
            <pc:sldMk cId="603918991" sldId="2147480813"/>
            <ac:picMk id="34" creationId="{0D411A80-6755-75D3-704A-45C522199EC4}"/>
          </ac:picMkLst>
        </pc:picChg>
        <pc:picChg chg="mod">
          <ac:chgData name="Takeuchi, Koichiro" userId="b3848a05-443b-4434-8fa5-7398ca0c03c9" providerId="ADAL" clId="{64811EEB-FECD-4BDF-BE98-5183312C1DA3}" dt="2024-06-19T03:55:22.810" v="4823" actId="1036"/>
          <ac:picMkLst>
            <pc:docMk/>
            <pc:sldMk cId="603918991" sldId="2147480813"/>
            <ac:picMk id="35" creationId="{E33F463B-3CC2-5EE6-ADA5-6249D42F030B}"/>
          </ac:picMkLst>
        </pc:picChg>
        <pc:picChg chg="mod">
          <ac:chgData name="Takeuchi, Koichiro" userId="b3848a05-443b-4434-8fa5-7398ca0c03c9" providerId="ADAL" clId="{64811EEB-FECD-4BDF-BE98-5183312C1DA3}" dt="2024-06-19T03:55:22.810" v="4823" actId="1036"/>
          <ac:picMkLst>
            <pc:docMk/>
            <pc:sldMk cId="603918991" sldId="2147480813"/>
            <ac:picMk id="37" creationId="{5DA1C30F-723F-3887-47A3-788677CDE861}"/>
          </ac:picMkLst>
        </pc:picChg>
        <pc:picChg chg="mod">
          <ac:chgData name="Takeuchi, Koichiro" userId="b3848a05-443b-4434-8fa5-7398ca0c03c9" providerId="ADAL" clId="{64811EEB-FECD-4BDF-BE98-5183312C1DA3}" dt="2024-06-19T03:55:22.810" v="4823" actId="1036"/>
          <ac:picMkLst>
            <pc:docMk/>
            <pc:sldMk cId="603918991" sldId="2147480813"/>
            <ac:picMk id="38" creationId="{09E82B96-73E4-8A49-5D6D-3C2483BE475C}"/>
          </ac:picMkLst>
        </pc:picChg>
        <pc:picChg chg="mod">
          <ac:chgData name="Takeuchi, Koichiro" userId="b3848a05-443b-4434-8fa5-7398ca0c03c9" providerId="ADAL" clId="{64811EEB-FECD-4BDF-BE98-5183312C1DA3}" dt="2024-06-19T03:55:22.810" v="4823" actId="1036"/>
          <ac:picMkLst>
            <pc:docMk/>
            <pc:sldMk cId="603918991" sldId="2147480813"/>
            <ac:picMk id="39" creationId="{7C41344F-202C-6D4D-FCBE-DB69D26EC1F0}"/>
          </ac:picMkLst>
        </pc:picChg>
        <pc:picChg chg="mod">
          <ac:chgData name="Takeuchi, Koichiro" userId="b3848a05-443b-4434-8fa5-7398ca0c03c9" providerId="ADAL" clId="{64811EEB-FECD-4BDF-BE98-5183312C1DA3}" dt="2024-06-19T03:55:22.810" v="4823" actId="1036"/>
          <ac:picMkLst>
            <pc:docMk/>
            <pc:sldMk cId="603918991" sldId="2147480813"/>
            <ac:picMk id="40" creationId="{B9ACC545-B2C8-DBF6-E4E9-4F257FC3FAD5}"/>
          </ac:picMkLst>
        </pc:picChg>
      </pc:sldChg>
      <pc:sldChg chg="modSp add mod">
        <pc:chgData name="Takeuchi, Koichiro" userId="b3848a05-443b-4434-8fa5-7398ca0c03c9" providerId="ADAL" clId="{64811EEB-FECD-4BDF-BE98-5183312C1DA3}" dt="2024-06-19T04:42:00.305" v="5140" actId="20577"/>
        <pc:sldMkLst>
          <pc:docMk/>
          <pc:sldMk cId="3588161479" sldId="2147480814"/>
        </pc:sldMkLst>
        <pc:spChg chg="mod">
          <ac:chgData name="Takeuchi, Koichiro" userId="b3848a05-443b-4434-8fa5-7398ca0c03c9" providerId="ADAL" clId="{64811EEB-FECD-4BDF-BE98-5183312C1DA3}" dt="2024-06-19T03:56:18.185" v="4834" actId="1076"/>
          <ac:spMkLst>
            <pc:docMk/>
            <pc:sldMk cId="3588161479" sldId="2147480814"/>
            <ac:spMk id="19" creationId="{484A5D22-8309-4C70-DC88-F07F14D2BF5E}"/>
          </ac:spMkLst>
        </pc:spChg>
        <pc:spChg chg="mod">
          <ac:chgData name="Takeuchi, Koichiro" userId="b3848a05-443b-4434-8fa5-7398ca0c03c9" providerId="ADAL" clId="{64811EEB-FECD-4BDF-BE98-5183312C1DA3}" dt="2024-06-19T04:42:00.305" v="5140" actId="20577"/>
          <ac:spMkLst>
            <pc:docMk/>
            <pc:sldMk cId="3588161479" sldId="2147480814"/>
            <ac:spMk id="56" creationId="{4FA19F00-B21F-3BDD-EF97-E7645440DF0A}"/>
          </ac:spMkLst>
        </pc:spChg>
      </pc:sldChg>
      <pc:sldChg chg="add">
        <pc:chgData name="Takeuchi, Koichiro" userId="b3848a05-443b-4434-8fa5-7398ca0c03c9" providerId="ADAL" clId="{64811EEB-FECD-4BDF-BE98-5183312C1DA3}" dt="2024-06-19T03:55:35.063" v="4824"/>
        <pc:sldMkLst>
          <pc:docMk/>
          <pc:sldMk cId="3356158626" sldId="2147480815"/>
        </pc:sldMkLst>
      </pc:sldChg>
      <pc:sldChg chg="add">
        <pc:chgData name="Takeuchi, Koichiro" userId="b3848a05-443b-4434-8fa5-7398ca0c03c9" providerId="ADAL" clId="{64811EEB-FECD-4BDF-BE98-5183312C1DA3}" dt="2024-06-19T03:55:35.063" v="4824"/>
        <pc:sldMkLst>
          <pc:docMk/>
          <pc:sldMk cId="2557771223" sldId="2147480816"/>
        </pc:sldMkLst>
      </pc:sldChg>
    </pc:docChg>
  </pc:docChgLst>
  <pc:docChgLst>
    <pc:chgData name="Takeuchi, Koichiro" userId="b3848a05-443b-4434-8fa5-7398ca0c03c9" providerId="ADAL" clId="{19553818-2B11-4867-9C08-699EBDD1F4BF}"/>
    <pc:docChg chg="undo custSel addSld delSld modSld modSection">
      <pc:chgData name="Takeuchi, Koichiro" userId="b3848a05-443b-4434-8fa5-7398ca0c03c9" providerId="ADAL" clId="{19553818-2B11-4867-9C08-699EBDD1F4BF}" dt="2024-09-06T07:35:27.934" v="1482" actId="47"/>
      <pc:docMkLst>
        <pc:docMk/>
      </pc:docMkLst>
      <pc:sldChg chg="modSp mod">
        <pc:chgData name="Takeuchi, Koichiro" userId="b3848a05-443b-4434-8fa5-7398ca0c03c9" providerId="ADAL" clId="{19553818-2B11-4867-9C08-699EBDD1F4BF}" dt="2024-07-29T12:54:15.886" v="3" actId="20577"/>
        <pc:sldMkLst>
          <pc:docMk/>
          <pc:sldMk cId="684610595" sldId="2147468582"/>
        </pc:sldMkLst>
        <pc:spChg chg="mod">
          <ac:chgData name="Takeuchi, Koichiro" userId="b3848a05-443b-4434-8fa5-7398ca0c03c9" providerId="ADAL" clId="{19553818-2B11-4867-9C08-699EBDD1F4BF}" dt="2024-07-29T12:54:15.886" v="3" actId="20577"/>
          <ac:spMkLst>
            <pc:docMk/>
            <pc:sldMk cId="684610595" sldId="2147468582"/>
            <ac:spMk id="7" creationId="{A22762E2-0815-406B-AB18-FC327E470E5A}"/>
          </ac:spMkLst>
        </pc:spChg>
      </pc:sldChg>
      <pc:sldChg chg="modSp mod">
        <pc:chgData name="Takeuchi, Koichiro" userId="b3848a05-443b-4434-8fa5-7398ca0c03c9" providerId="ADAL" clId="{19553818-2B11-4867-9C08-699EBDD1F4BF}" dt="2024-09-05T08:25:06.551" v="1481" actId="20577"/>
        <pc:sldMkLst>
          <pc:docMk/>
          <pc:sldMk cId="323859429" sldId="2147480809"/>
        </pc:sldMkLst>
        <pc:spChg chg="mod">
          <ac:chgData name="Takeuchi, Koichiro" userId="b3848a05-443b-4434-8fa5-7398ca0c03c9" providerId="ADAL" clId="{19553818-2B11-4867-9C08-699EBDD1F4BF}" dt="2024-09-05T08:25:06.551" v="1481" actId="20577"/>
          <ac:spMkLst>
            <pc:docMk/>
            <pc:sldMk cId="323859429" sldId="2147480809"/>
            <ac:spMk id="11" creationId="{717EA1C2-564A-F53F-F442-2C714F464DA1}"/>
          </ac:spMkLst>
        </pc:spChg>
        <pc:spChg chg="mod">
          <ac:chgData name="Takeuchi, Koichiro" userId="b3848a05-443b-4434-8fa5-7398ca0c03c9" providerId="ADAL" clId="{19553818-2B11-4867-9C08-699EBDD1F4BF}" dt="2024-08-20T12:51:50.287" v="1470" actId="1036"/>
          <ac:spMkLst>
            <pc:docMk/>
            <pc:sldMk cId="323859429" sldId="2147480809"/>
            <ac:spMk id="14" creationId="{BC179422-69D3-E378-7B3D-89D3749F8B79}"/>
          </ac:spMkLst>
        </pc:spChg>
      </pc:sldChg>
      <pc:sldChg chg="modSp mod">
        <pc:chgData name="Takeuchi, Koichiro" userId="b3848a05-443b-4434-8fa5-7398ca0c03c9" providerId="ADAL" clId="{19553818-2B11-4867-9C08-699EBDD1F4BF}" dt="2024-07-29T13:30:35.468" v="108" actId="20577"/>
        <pc:sldMkLst>
          <pc:docMk/>
          <pc:sldMk cId="1353650430" sldId="2147480834"/>
        </pc:sldMkLst>
        <pc:spChg chg="mod">
          <ac:chgData name="Takeuchi, Koichiro" userId="b3848a05-443b-4434-8fa5-7398ca0c03c9" providerId="ADAL" clId="{19553818-2B11-4867-9C08-699EBDD1F4BF}" dt="2024-07-29T13:30:35.468" v="108" actId="20577"/>
          <ac:spMkLst>
            <pc:docMk/>
            <pc:sldMk cId="1353650430" sldId="2147480834"/>
            <ac:spMk id="2" creationId="{05CBB159-731C-24C3-0961-42025EE7DA79}"/>
          </ac:spMkLst>
        </pc:spChg>
      </pc:sldChg>
      <pc:sldChg chg="modSp mod">
        <pc:chgData name="Takeuchi, Koichiro" userId="b3848a05-443b-4434-8fa5-7398ca0c03c9" providerId="ADAL" clId="{19553818-2B11-4867-9C08-699EBDD1F4BF}" dt="2024-07-29T13:30:29.239" v="99" actId="20577"/>
        <pc:sldMkLst>
          <pc:docMk/>
          <pc:sldMk cId="3421619155" sldId="2147480835"/>
        </pc:sldMkLst>
        <pc:spChg chg="mod">
          <ac:chgData name="Takeuchi, Koichiro" userId="b3848a05-443b-4434-8fa5-7398ca0c03c9" providerId="ADAL" clId="{19553818-2B11-4867-9C08-699EBDD1F4BF}" dt="2024-07-29T13:30:29.239" v="99" actId="20577"/>
          <ac:spMkLst>
            <pc:docMk/>
            <pc:sldMk cId="3421619155" sldId="2147480835"/>
            <ac:spMk id="2" creationId="{05CBB159-731C-24C3-0961-42025EE7DA79}"/>
          </ac:spMkLst>
        </pc:spChg>
      </pc:sldChg>
      <pc:sldChg chg="modSp mod">
        <pc:chgData name="Takeuchi, Koichiro" userId="b3848a05-443b-4434-8fa5-7398ca0c03c9" providerId="ADAL" clId="{19553818-2B11-4867-9C08-699EBDD1F4BF}" dt="2024-07-29T13:30:49.148" v="144" actId="20577"/>
        <pc:sldMkLst>
          <pc:docMk/>
          <pc:sldMk cId="3067867741" sldId="2147480836"/>
        </pc:sldMkLst>
        <pc:spChg chg="mod">
          <ac:chgData name="Takeuchi, Koichiro" userId="b3848a05-443b-4434-8fa5-7398ca0c03c9" providerId="ADAL" clId="{19553818-2B11-4867-9C08-699EBDD1F4BF}" dt="2024-07-29T13:30:49.148" v="144" actId="20577"/>
          <ac:spMkLst>
            <pc:docMk/>
            <pc:sldMk cId="3067867741" sldId="2147480836"/>
            <ac:spMk id="2" creationId="{05CBB159-731C-24C3-0961-42025EE7DA79}"/>
          </ac:spMkLst>
        </pc:spChg>
      </pc:sldChg>
      <pc:sldChg chg="modSp mod">
        <pc:chgData name="Takeuchi, Koichiro" userId="b3848a05-443b-4434-8fa5-7398ca0c03c9" providerId="ADAL" clId="{19553818-2B11-4867-9C08-699EBDD1F4BF}" dt="2024-07-29T13:31:00.828" v="180" actId="20577"/>
        <pc:sldMkLst>
          <pc:docMk/>
          <pc:sldMk cId="672143202" sldId="2147480837"/>
        </pc:sldMkLst>
        <pc:spChg chg="mod">
          <ac:chgData name="Takeuchi, Koichiro" userId="b3848a05-443b-4434-8fa5-7398ca0c03c9" providerId="ADAL" clId="{19553818-2B11-4867-9C08-699EBDD1F4BF}" dt="2024-07-29T13:31:00.828" v="180" actId="20577"/>
          <ac:spMkLst>
            <pc:docMk/>
            <pc:sldMk cId="672143202" sldId="2147480837"/>
            <ac:spMk id="2" creationId="{538CA542-996C-7AB6-4053-8416C1887F91}"/>
          </ac:spMkLst>
        </pc:spChg>
      </pc:sldChg>
      <pc:sldChg chg="modSp mod">
        <pc:chgData name="Takeuchi, Koichiro" userId="b3848a05-443b-4434-8fa5-7398ca0c03c9" providerId="ADAL" clId="{19553818-2B11-4867-9C08-699EBDD1F4BF}" dt="2024-07-29T13:34:15.871" v="189" actId="20577"/>
        <pc:sldMkLst>
          <pc:docMk/>
          <pc:sldMk cId="3849089130" sldId="2147480838"/>
        </pc:sldMkLst>
        <pc:spChg chg="mod">
          <ac:chgData name="Takeuchi, Koichiro" userId="b3848a05-443b-4434-8fa5-7398ca0c03c9" providerId="ADAL" clId="{19553818-2B11-4867-9C08-699EBDD1F4BF}" dt="2024-07-29T13:34:15.871" v="189" actId="20577"/>
          <ac:spMkLst>
            <pc:docMk/>
            <pc:sldMk cId="3849089130" sldId="2147480838"/>
            <ac:spMk id="2" creationId="{7EF1B1EA-0734-2657-0D7D-45CE0B2A5AF5}"/>
          </ac:spMkLst>
        </pc:spChg>
      </pc:sldChg>
      <pc:sldChg chg="addSp delSp modSp add mod">
        <pc:chgData name="Takeuchi, Koichiro" userId="b3848a05-443b-4434-8fa5-7398ca0c03c9" providerId="ADAL" clId="{19553818-2B11-4867-9C08-699EBDD1F4BF}" dt="2024-07-29T13:46:53.205" v="1469" actId="1038"/>
        <pc:sldMkLst>
          <pc:docMk/>
          <pc:sldMk cId="3478628263" sldId="2147480843"/>
        </pc:sldMkLst>
        <pc:spChg chg="mod">
          <ac:chgData name="Takeuchi, Koichiro" userId="b3848a05-443b-4434-8fa5-7398ca0c03c9" providerId="ADAL" clId="{19553818-2B11-4867-9C08-699EBDD1F4BF}" dt="2024-07-29T13:35:50.300" v="338" actId="20577"/>
          <ac:spMkLst>
            <pc:docMk/>
            <pc:sldMk cId="3478628263" sldId="2147480843"/>
            <ac:spMk id="2" creationId="{7EF1B1EA-0734-2657-0D7D-45CE0B2A5AF5}"/>
          </ac:spMkLst>
        </pc:spChg>
        <pc:spChg chg="mod">
          <ac:chgData name="Takeuchi, Koichiro" userId="b3848a05-443b-4434-8fa5-7398ca0c03c9" providerId="ADAL" clId="{19553818-2B11-4867-9C08-699EBDD1F4BF}" dt="2024-07-29T13:42:36.984" v="1051" actId="20577"/>
          <ac:spMkLst>
            <pc:docMk/>
            <pc:sldMk cId="3478628263" sldId="2147480843"/>
            <ac:spMk id="3" creationId="{6B7DA810-07B4-528E-15B3-0B0B9CB6B99C}"/>
          </ac:spMkLst>
        </pc:spChg>
        <pc:spChg chg="add del mod">
          <ac:chgData name="Takeuchi, Koichiro" userId="b3848a05-443b-4434-8fa5-7398ca0c03c9" providerId="ADAL" clId="{19553818-2B11-4867-9C08-699EBDD1F4BF}" dt="2024-07-29T13:35:54.782" v="340" actId="478"/>
          <ac:spMkLst>
            <pc:docMk/>
            <pc:sldMk cId="3478628263" sldId="2147480843"/>
            <ac:spMk id="7" creationId="{C8AE3D9D-51F3-C5A4-F89E-AC591D50F594}"/>
          </ac:spMkLst>
        </pc:spChg>
        <pc:spChg chg="add del mod">
          <ac:chgData name="Takeuchi, Koichiro" userId="b3848a05-443b-4434-8fa5-7398ca0c03c9" providerId="ADAL" clId="{19553818-2B11-4867-9C08-699EBDD1F4BF}" dt="2024-07-29T13:35:57.661" v="341" actId="478"/>
          <ac:spMkLst>
            <pc:docMk/>
            <pc:sldMk cId="3478628263" sldId="2147480843"/>
            <ac:spMk id="8" creationId="{0E11DB3B-C40E-E560-D525-743D05F17EDB}"/>
          </ac:spMkLst>
        </pc:spChg>
        <pc:spChg chg="add del mod">
          <ac:chgData name="Takeuchi, Koichiro" userId="b3848a05-443b-4434-8fa5-7398ca0c03c9" providerId="ADAL" clId="{19553818-2B11-4867-9C08-699EBDD1F4BF}" dt="2024-07-29T13:40:12.593" v="936" actId="478"/>
          <ac:spMkLst>
            <pc:docMk/>
            <pc:sldMk cId="3478628263" sldId="2147480843"/>
            <ac:spMk id="9" creationId="{DC6D4E8F-789A-8212-539E-59C4D06DAE7D}"/>
          </ac:spMkLst>
        </pc:spChg>
        <pc:spChg chg="add mod">
          <ac:chgData name="Takeuchi, Koichiro" userId="b3848a05-443b-4434-8fa5-7398ca0c03c9" providerId="ADAL" clId="{19553818-2B11-4867-9C08-699EBDD1F4BF}" dt="2024-07-29T13:43:04.624" v="1069" actId="1037"/>
          <ac:spMkLst>
            <pc:docMk/>
            <pc:sldMk cId="3478628263" sldId="2147480843"/>
            <ac:spMk id="11" creationId="{3BC366B2-2AD0-7BDE-E566-3F13755BC813}"/>
          </ac:spMkLst>
        </pc:spChg>
        <pc:spChg chg="add mod">
          <ac:chgData name="Takeuchi, Koichiro" userId="b3848a05-443b-4434-8fa5-7398ca0c03c9" providerId="ADAL" clId="{19553818-2B11-4867-9C08-699EBDD1F4BF}" dt="2024-07-29T13:43:13.926" v="1074" actId="14100"/>
          <ac:spMkLst>
            <pc:docMk/>
            <pc:sldMk cId="3478628263" sldId="2147480843"/>
            <ac:spMk id="12" creationId="{299AA9E0-47DE-A88B-0A54-CF707885F56F}"/>
          </ac:spMkLst>
        </pc:spChg>
        <pc:spChg chg="add del mod">
          <ac:chgData name="Takeuchi, Koichiro" userId="b3848a05-443b-4434-8fa5-7398ca0c03c9" providerId="ADAL" clId="{19553818-2B11-4867-9C08-699EBDD1F4BF}" dt="2024-07-29T13:43:38.658" v="1117" actId="478"/>
          <ac:spMkLst>
            <pc:docMk/>
            <pc:sldMk cId="3478628263" sldId="2147480843"/>
            <ac:spMk id="13" creationId="{B426B83C-92DA-933A-886E-377F2DA1082A}"/>
          </ac:spMkLst>
        </pc:spChg>
        <pc:spChg chg="add mod">
          <ac:chgData name="Takeuchi, Koichiro" userId="b3848a05-443b-4434-8fa5-7398ca0c03c9" providerId="ADAL" clId="{19553818-2B11-4867-9C08-699EBDD1F4BF}" dt="2024-07-29T13:45:15.643" v="1294" actId="948"/>
          <ac:spMkLst>
            <pc:docMk/>
            <pc:sldMk cId="3478628263" sldId="2147480843"/>
            <ac:spMk id="14" creationId="{DFC25BB2-1E5A-2C2C-ABA2-76F954CB430C}"/>
          </ac:spMkLst>
        </pc:spChg>
        <pc:spChg chg="add mod">
          <ac:chgData name="Takeuchi, Koichiro" userId="b3848a05-443b-4434-8fa5-7398ca0c03c9" providerId="ADAL" clId="{19553818-2B11-4867-9C08-699EBDD1F4BF}" dt="2024-07-29T13:45:15.643" v="1294" actId="948"/>
          <ac:spMkLst>
            <pc:docMk/>
            <pc:sldMk cId="3478628263" sldId="2147480843"/>
            <ac:spMk id="15" creationId="{E6D3CD25-7400-5D67-2FF7-E0C2F56E749C}"/>
          </ac:spMkLst>
        </pc:spChg>
        <pc:spChg chg="add del mod">
          <ac:chgData name="Takeuchi, Koichiro" userId="b3848a05-443b-4434-8fa5-7398ca0c03c9" providerId="ADAL" clId="{19553818-2B11-4867-9C08-699EBDD1F4BF}" dt="2024-07-29T13:46:13.908" v="1306" actId="478"/>
          <ac:spMkLst>
            <pc:docMk/>
            <pc:sldMk cId="3478628263" sldId="2147480843"/>
            <ac:spMk id="24" creationId="{084E94C1-D3AF-2936-16D7-AE025FC018C5}"/>
          </ac:spMkLst>
        </pc:spChg>
        <pc:spChg chg="add mod">
          <ac:chgData name="Takeuchi, Koichiro" userId="b3848a05-443b-4434-8fa5-7398ca0c03c9" providerId="ADAL" clId="{19553818-2B11-4867-9C08-699EBDD1F4BF}" dt="2024-07-29T13:46:53.205" v="1469" actId="1038"/>
          <ac:spMkLst>
            <pc:docMk/>
            <pc:sldMk cId="3478628263" sldId="2147480843"/>
            <ac:spMk id="25" creationId="{AEA8143B-7D60-5E3F-2948-C232BE76FCB3}"/>
          </ac:spMkLst>
        </pc:spChg>
        <pc:picChg chg="add mod">
          <ac:chgData name="Takeuchi, Koichiro" userId="b3848a05-443b-4434-8fa5-7398ca0c03c9" providerId="ADAL" clId="{19553818-2B11-4867-9C08-699EBDD1F4BF}" dt="2024-07-29T13:43:07.509" v="1072" actId="1076"/>
          <ac:picMkLst>
            <pc:docMk/>
            <pc:sldMk cId="3478628263" sldId="2147480843"/>
            <ac:picMk id="10" creationId="{28144985-E980-609D-C144-9C8634D8F247}"/>
          </ac:picMkLst>
        </pc:picChg>
        <pc:picChg chg="del">
          <ac:chgData name="Takeuchi, Koichiro" userId="b3848a05-443b-4434-8fa5-7398ca0c03c9" providerId="ADAL" clId="{19553818-2B11-4867-9C08-699EBDD1F4BF}" dt="2024-07-29T13:35:52.383" v="339" actId="478"/>
          <ac:picMkLst>
            <pc:docMk/>
            <pc:sldMk cId="3478628263" sldId="2147480843"/>
            <ac:picMk id="117" creationId="{AFBCCD2A-61D8-C008-9A62-066B09EE5552}"/>
          </ac:picMkLst>
        </pc:picChg>
        <pc:cxnChg chg="add mod">
          <ac:chgData name="Takeuchi, Koichiro" userId="b3848a05-443b-4434-8fa5-7398ca0c03c9" providerId="ADAL" clId="{19553818-2B11-4867-9C08-699EBDD1F4BF}" dt="2024-07-29T13:45:54.744" v="1300" actId="14100"/>
          <ac:cxnSpMkLst>
            <pc:docMk/>
            <pc:sldMk cId="3478628263" sldId="2147480843"/>
            <ac:cxnSpMk id="17" creationId="{ECE1C6A2-5189-B635-22C4-3C169C930B46}"/>
          </ac:cxnSpMkLst>
        </pc:cxnChg>
        <pc:cxnChg chg="add mod">
          <ac:chgData name="Takeuchi, Koichiro" userId="b3848a05-443b-4434-8fa5-7398ca0c03c9" providerId="ADAL" clId="{19553818-2B11-4867-9C08-699EBDD1F4BF}" dt="2024-07-29T13:45:59.361" v="1303" actId="14100"/>
          <ac:cxnSpMkLst>
            <pc:docMk/>
            <pc:sldMk cId="3478628263" sldId="2147480843"/>
            <ac:cxnSpMk id="22" creationId="{C8A2B64D-862E-2B3A-8E1E-87AE0B3AD1BE}"/>
          </ac:cxnSpMkLst>
        </pc:cxnChg>
      </pc:sldChg>
      <pc:sldChg chg="add del">
        <pc:chgData name="Takeuchi, Koichiro" userId="b3848a05-443b-4434-8fa5-7398ca0c03c9" providerId="ADAL" clId="{19553818-2B11-4867-9C08-699EBDD1F4BF}" dt="2024-09-06T07:35:27.934" v="1482" actId="47"/>
        <pc:sldMkLst>
          <pc:docMk/>
          <pc:sldMk cId="526007411" sldId="2147480850"/>
        </pc:sldMkLst>
      </pc:sldChg>
    </pc:docChg>
  </pc:docChgLst>
  <pc:docChgLst>
    <pc:chgData name="Takeuchi, Koichiro" userId="b3848a05-443b-4434-8fa5-7398ca0c03c9" providerId="ADAL" clId="{FBA1C96C-8A32-4A2B-8398-1B64F129BE51}"/>
    <pc:docChg chg="undo custSel modSld">
      <pc:chgData name="Takeuchi, Koichiro" userId="b3848a05-443b-4434-8fa5-7398ca0c03c9" providerId="ADAL" clId="{FBA1C96C-8A32-4A2B-8398-1B64F129BE51}" dt="2024-07-23T11:18:31.485" v="379" actId="1036"/>
      <pc:docMkLst>
        <pc:docMk/>
      </pc:docMkLst>
      <pc:sldChg chg="delSp mod">
        <pc:chgData name="Takeuchi, Koichiro" userId="b3848a05-443b-4434-8fa5-7398ca0c03c9" providerId="ADAL" clId="{FBA1C96C-8A32-4A2B-8398-1B64F129BE51}" dt="2024-07-12T02:55:14.615" v="0" actId="478"/>
        <pc:sldMkLst>
          <pc:docMk/>
          <pc:sldMk cId="684610595" sldId="2147468582"/>
        </pc:sldMkLst>
        <pc:spChg chg="del">
          <ac:chgData name="Takeuchi, Koichiro" userId="b3848a05-443b-4434-8fa5-7398ca0c03c9" providerId="ADAL" clId="{FBA1C96C-8A32-4A2B-8398-1B64F129BE51}" dt="2024-07-12T02:55:14.615" v="0" actId="478"/>
          <ac:spMkLst>
            <pc:docMk/>
            <pc:sldMk cId="684610595" sldId="2147468582"/>
            <ac:spMk id="4" creationId="{B5C65EEE-FE37-E77F-78A1-E3D65295E7AD}"/>
          </ac:spMkLst>
        </pc:spChg>
      </pc:sldChg>
      <pc:sldChg chg="modSp mod">
        <pc:chgData name="Takeuchi, Koichiro" userId="b3848a05-443b-4434-8fa5-7398ca0c03c9" providerId="ADAL" clId="{FBA1C96C-8A32-4A2B-8398-1B64F129BE51}" dt="2024-07-12T02:55:41.565" v="10" actId="20577"/>
        <pc:sldMkLst>
          <pc:docMk/>
          <pc:sldMk cId="1441718847" sldId="2147468637"/>
        </pc:sldMkLst>
        <pc:spChg chg="mod">
          <ac:chgData name="Takeuchi, Koichiro" userId="b3848a05-443b-4434-8fa5-7398ca0c03c9" providerId="ADAL" clId="{FBA1C96C-8A32-4A2B-8398-1B64F129BE51}" dt="2024-07-12T02:55:41.565" v="10" actId="20577"/>
          <ac:spMkLst>
            <pc:docMk/>
            <pc:sldMk cId="1441718847" sldId="2147468637"/>
            <ac:spMk id="5" creationId="{A2CBEE95-C4B3-99EE-1440-2DFEADBC36EA}"/>
          </ac:spMkLst>
        </pc:spChg>
      </pc:sldChg>
      <pc:sldChg chg="modSp mod">
        <pc:chgData name="Takeuchi, Koichiro" userId="b3848a05-443b-4434-8fa5-7398ca0c03c9" providerId="ADAL" clId="{FBA1C96C-8A32-4A2B-8398-1B64F129BE51}" dt="2024-07-12T02:59:57.578" v="15" actId="404"/>
        <pc:sldMkLst>
          <pc:docMk/>
          <pc:sldMk cId="1710641726" sldId="2147480810"/>
        </pc:sldMkLst>
        <pc:spChg chg="mod">
          <ac:chgData name="Takeuchi, Koichiro" userId="b3848a05-443b-4434-8fa5-7398ca0c03c9" providerId="ADAL" clId="{FBA1C96C-8A32-4A2B-8398-1B64F129BE51}" dt="2024-07-12T02:59:57.578" v="15" actId="404"/>
          <ac:spMkLst>
            <pc:docMk/>
            <pc:sldMk cId="1710641726" sldId="2147480810"/>
            <ac:spMk id="2" creationId="{69845134-1BEF-E7BD-582B-C980990C72D5}"/>
          </ac:spMkLst>
        </pc:spChg>
      </pc:sldChg>
      <pc:sldChg chg="modSp mod">
        <pc:chgData name="Takeuchi, Koichiro" userId="b3848a05-443b-4434-8fa5-7398ca0c03c9" providerId="ADAL" clId="{FBA1C96C-8A32-4A2B-8398-1B64F129BE51}" dt="2024-07-12T02:59:52.791" v="14" actId="404"/>
        <pc:sldMkLst>
          <pc:docMk/>
          <pc:sldMk cId="197750219" sldId="2147480811"/>
        </pc:sldMkLst>
        <pc:spChg chg="mod">
          <ac:chgData name="Takeuchi, Koichiro" userId="b3848a05-443b-4434-8fa5-7398ca0c03c9" providerId="ADAL" clId="{FBA1C96C-8A32-4A2B-8398-1B64F129BE51}" dt="2024-07-12T02:59:52.791" v="14" actId="404"/>
          <ac:spMkLst>
            <pc:docMk/>
            <pc:sldMk cId="197750219" sldId="2147480811"/>
            <ac:spMk id="2" creationId="{69845134-1BEF-E7BD-582B-C980990C72D5}"/>
          </ac:spMkLst>
        </pc:spChg>
      </pc:sldChg>
      <pc:sldChg chg="modSp mod">
        <pc:chgData name="Takeuchi, Koichiro" userId="b3848a05-443b-4434-8fa5-7398ca0c03c9" providerId="ADAL" clId="{FBA1C96C-8A32-4A2B-8398-1B64F129BE51}" dt="2024-07-12T02:59:47.449" v="13" actId="404"/>
        <pc:sldMkLst>
          <pc:docMk/>
          <pc:sldMk cId="3372364919" sldId="2147480812"/>
        </pc:sldMkLst>
        <pc:spChg chg="mod">
          <ac:chgData name="Takeuchi, Koichiro" userId="b3848a05-443b-4434-8fa5-7398ca0c03c9" providerId="ADAL" clId="{FBA1C96C-8A32-4A2B-8398-1B64F129BE51}" dt="2024-07-12T02:59:47.449" v="13" actId="404"/>
          <ac:spMkLst>
            <pc:docMk/>
            <pc:sldMk cId="3372364919" sldId="2147480812"/>
            <ac:spMk id="2" creationId="{69845134-1BEF-E7BD-582B-C980990C72D5}"/>
          </ac:spMkLst>
        </pc:spChg>
      </pc:sldChg>
      <pc:sldChg chg="modSp mod">
        <pc:chgData name="Takeuchi, Koichiro" userId="b3848a05-443b-4434-8fa5-7398ca0c03c9" providerId="ADAL" clId="{FBA1C96C-8A32-4A2B-8398-1B64F129BE51}" dt="2024-07-12T02:59:38.298" v="12" actId="404"/>
        <pc:sldMkLst>
          <pc:docMk/>
          <pc:sldMk cId="982874196" sldId="2147480823"/>
        </pc:sldMkLst>
        <pc:spChg chg="mod">
          <ac:chgData name="Takeuchi, Koichiro" userId="b3848a05-443b-4434-8fa5-7398ca0c03c9" providerId="ADAL" clId="{FBA1C96C-8A32-4A2B-8398-1B64F129BE51}" dt="2024-07-12T02:59:38.298" v="12" actId="404"/>
          <ac:spMkLst>
            <pc:docMk/>
            <pc:sldMk cId="982874196" sldId="2147480823"/>
            <ac:spMk id="2" creationId="{69845134-1BEF-E7BD-582B-C980990C72D5}"/>
          </ac:spMkLst>
        </pc:spChg>
      </pc:sldChg>
      <pc:sldChg chg="modSp mod">
        <pc:chgData name="Takeuchi, Koichiro" userId="b3848a05-443b-4434-8fa5-7398ca0c03c9" providerId="ADAL" clId="{FBA1C96C-8A32-4A2B-8398-1B64F129BE51}" dt="2024-07-12T02:59:32.333" v="11" actId="404"/>
        <pc:sldMkLst>
          <pc:docMk/>
          <pc:sldMk cId="1860587498" sldId="2147480825"/>
        </pc:sldMkLst>
        <pc:spChg chg="mod">
          <ac:chgData name="Takeuchi, Koichiro" userId="b3848a05-443b-4434-8fa5-7398ca0c03c9" providerId="ADAL" clId="{FBA1C96C-8A32-4A2B-8398-1B64F129BE51}" dt="2024-07-12T02:59:32.333" v="11" actId="404"/>
          <ac:spMkLst>
            <pc:docMk/>
            <pc:sldMk cId="1860587498" sldId="2147480825"/>
            <ac:spMk id="2" creationId="{69845134-1BEF-E7BD-582B-C980990C72D5}"/>
          </ac:spMkLst>
        </pc:spChg>
      </pc:sldChg>
      <pc:sldChg chg="modSp mod">
        <pc:chgData name="Takeuchi, Koichiro" userId="b3848a05-443b-4434-8fa5-7398ca0c03c9" providerId="ADAL" clId="{FBA1C96C-8A32-4A2B-8398-1B64F129BE51}" dt="2024-07-23T11:18:31.485" v="379" actId="1036"/>
        <pc:sldMkLst>
          <pc:docMk/>
          <pc:sldMk cId="3308295739" sldId="2147480828"/>
        </pc:sldMkLst>
        <pc:spChg chg="mod">
          <ac:chgData name="Takeuchi, Koichiro" userId="b3848a05-443b-4434-8fa5-7398ca0c03c9" providerId="ADAL" clId="{FBA1C96C-8A32-4A2B-8398-1B64F129BE51}" dt="2024-07-23T11:18:31.485" v="379" actId="1036"/>
          <ac:spMkLst>
            <pc:docMk/>
            <pc:sldMk cId="3308295739" sldId="2147480828"/>
            <ac:spMk id="5" creationId="{DBBC153B-5392-1912-538B-44AC467BD5A5}"/>
          </ac:spMkLst>
        </pc:spChg>
      </pc:sldChg>
      <pc:sldChg chg="delSp mod">
        <pc:chgData name="Takeuchi, Koichiro" userId="b3848a05-443b-4434-8fa5-7398ca0c03c9" providerId="ADAL" clId="{FBA1C96C-8A32-4A2B-8398-1B64F129BE51}" dt="2024-07-12T02:55:18.653" v="1" actId="478"/>
        <pc:sldMkLst>
          <pc:docMk/>
          <pc:sldMk cId="2091009357" sldId="2147480830"/>
        </pc:sldMkLst>
        <pc:spChg chg="del">
          <ac:chgData name="Takeuchi, Koichiro" userId="b3848a05-443b-4434-8fa5-7398ca0c03c9" providerId="ADAL" clId="{FBA1C96C-8A32-4A2B-8398-1B64F129BE51}" dt="2024-07-12T02:55:18.653" v="1" actId="478"/>
          <ac:spMkLst>
            <pc:docMk/>
            <pc:sldMk cId="2091009357" sldId="2147480830"/>
            <ac:spMk id="11" creationId="{3D2C8A37-48AE-8E76-8264-E5A57258EE7A}"/>
          </ac:spMkLst>
        </pc:spChg>
      </pc:sldChg>
      <pc:sldChg chg="delSp mod">
        <pc:chgData name="Takeuchi, Koichiro" userId="b3848a05-443b-4434-8fa5-7398ca0c03c9" providerId="ADAL" clId="{FBA1C96C-8A32-4A2B-8398-1B64F129BE51}" dt="2024-07-12T02:55:24.029" v="5" actId="478"/>
        <pc:sldMkLst>
          <pc:docMk/>
          <pc:sldMk cId="4048553935" sldId="2147480833"/>
        </pc:sldMkLst>
        <pc:spChg chg="del">
          <ac:chgData name="Takeuchi, Koichiro" userId="b3848a05-443b-4434-8fa5-7398ca0c03c9" providerId="ADAL" clId="{FBA1C96C-8A32-4A2B-8398-1B64F129BE51}" dt="2024-07-12T02:55:24.029" v="5" actId="478"/>
          <ac:spMkLst>
            <pc:docMk/>
            <pc:sldMk cId="4048553935" sldId="2147480833"/>
            <ac:spMk id="78" creationId="{E4AEAC44-03FC-0C44-1F4E-E3EBFDF5071E}"/>
          </ac:spMkLst>
        </pc:spChg>
      </pc:sldChg>
      <pc:sldChg chg="addSp delSp modSp mod">
        <pc:chgData name="Takeuchi, Koichiro" userId="b3848a05-443b-4434-8fa5-7398ca0c03c9" providerId="ADAL" clId="{FBA1C96C-8A32-4A2B-8398-1B64F129BE51}" dt="2024-07-12T04:14:54.687" v="377" actId="20577"/>
        <pc:sldMkLst>
          <pc:docMk/>
          <pc:sldMk cId="3421619155" sldId="2147480835"/>
        </pc:sldMkLst>
        <pc:spChg chg="mod">
          <ac:chgData name="Takeuchi, Koichiro" userId="b3848a05-443b-4434-8fa5-7398ca0c03c9" providerId="ADAL" clId="{FBA1C96C-8A32-4A2B-8398-1B64F129BE51}" dt="2024-07-12T04:14:54.687" v="377" actId="20577"/>
          <ac:spMkLst>
            <pc:docMk/>
            <pc:sldMk cId="3421619155" sldId="2147480835"/>
            <ac:spMk id="3" creationId="{AD1EAC40-4216-15EF-D1A6-211C8288D462}"/>
          </ac:spMkLst>
        </pc:spChg>
        <pc:spChg chg="add del mod">
          <ac:chgData name="Takeuchi, Koichiro" userId="b3848a05-443b-4434-8fa5-7398ca0c03c9" providerId="ADAL" clId="{FBA1C96C-8A32-4A2B-8398-1B64F129BE51}" dt="2024-07-12T04:12:18.455" v="63" actId="478"/>
          <ac:spMkLst>
            <pc:docMk/>
            <pc:sldMk cId="3421619155" sldId="2147480835"/>
            <ac:spMk id="9" creationId="{6D9F62B1-D55C-D847-72CD-7D24CDA2CF29}"/>
          </ac:spMkLst>
        </pc:spChg>
        <pc:spChg chg="add del mod">
          <ac:chgData name="Takeuchi, Koichiro" userId="b3848a05-443b-4434-8fa5-7398ca0c03c9" providerId="ADAL" clId="{FBA1C96C-8A32-4A2B-8398-1B64F129BE51}" dt="2024-07-12T04:13:59.239" v="354" actId="478"/>
          <ac:spMkLst>
            <pc:docMk/>
            <pc:sldMk cId="3421619155" sldId="2147480835"/>
            <ac:spMk id="10" creationId="{CF3D1F66-F4C0-3A85-F1D1-8C1F8739D670}"/>
          </ac:spMkLst>
        </pc:spChg>
        <pc:picChg chg="del mod">
          <ac:chgData name="Takeuchi, Koichiro" userId="b3848a05-443b-4434-8fa5-7398ca0c03c9" providerId="ADAL" clId="{FBA1C96C-8A32-4A2B-8398-1B64F129BE51}" dt="2024-07-12T04:14:04.139" v="355" actId="478"/>
          <ac:picMkLst>
            <pc:docMk/>
            <pc:sldMk cId="3421619155" sldId="2147480835"/>
            <ac:picMk id="7" creationId="{AF846E81-2FF8-1637-F520-A3FEEC9022F5}"/>
          </ac:picMkLst>
        </pc:picChg>
        <pc:picChg chg="add mod">
          <ac:chgData name="Takeuchi, Koichiro" userId="b3848a05-443b-4434-8fa5-7398ca0c03c9" providerId="ADAL" clId="{FBA1C96C-8A32-4A2B-8398-1B64F129BE51}" dt="2024-07-12T04:14:32.468" v="372" actId="12788"/>
          <ac:picMkLst>
            <pc:docMk/>
            <pc:sldMk cId="3421619155" sldId="2147480835"/>
            <ac:picMk id="11" creationId="{888860B8-27F4-434E-5D4F-1C65849DD459}"/>
          </ac:picMkLst>
        </pc:picChg>
      </pc:sldChg>
      <pc:sldChg chg="delSp mod">
        <pc:chgData name="Takeuchi, Koichiro" userId="b3848a05-443b-4434-8fa5-7398ca0c03c9" providerId="ADAL" clId="{FBA1C96C-8A32-4A2B-8398-1B64F129BE51}" dt="2024-07-12T02:55:28.570" v="6" actId="478"/>
        <pc:sldMkLst>
          <pc:docMk/>
          <pc:sldMk cId="3849089130" sldId="2147480838"/>
        </pc:sldMkLst>
        <pc:spChg chg="del">
          <ac:chgData name="Takeuchi, Koichiro" userId="b3848a05-443b-4434-8fa5-7398ca0c03c9" providerId="ADAL" clId="{FBA1C96C-8A32-4A2B-8398-1B64F129BE51}" dt="2024-07-12T02:55:28.570" v="6" actId="478"/>
          <ac:spMkLst>
            <pc:docMk/>
            <pc:sldMk cId="3849089130" sldId="2147480838"/>
            <ac:spMk id="8" creationId="{7A7D6ECF-8672-90B1-C41E-7E8CA4F965DF}"/>
          </ac:spMkLst>
        </pc:spChg>
      </pc:sldChg>
      <pc:sldChg chg="delSp mod">
        <pc:chgData name="Takeuchi, Koichiro" userId="b3848a05-443b-4434-8fa5-7398ca0c03c9" providerId="ADAL" clId="{FBA1C96C-8A32-4A2B-8398-1B64F129BE51}" dt="2024-07-12T02:55:22.322" v="4" actId="478"/>
        <pc:sldMkLst>
          <pc:docMk/>
          <pc:sldMk cId="1607300711" sldId="2147480840"/>
        </pc:sldMkLst>
        <pc:spChg chg="del">
          <ac:chgData name="Takeuchi, Koichiro" userId="b3848a05-443b-4434-8fa5-7398ca0c03c9" providerId="ADAL" clId="{FBA1C96C-8A32-4A2B-8398-1B64F129BE51}" dt="2024-07-12T02:55:22.322" v="4" actId="478"/>
          <ac:spMkLst>
            <pc:docMk/>
            <pc:sldMk cId="1607300711" sldId="2147480840"/>
            <ac:spMk id="3" creationId="{E3D1267C-2426-816B-4A76-C1E6C6075135}"/>
          </ac:spMkLst>
        </pc:spChg>
      </pc:sldChg>
      <pc:sldChg chg="delSp mod">
        <pc:chgData name="Takeuchi, Koichiro" userId="b3848a05-443b-4434-8fa5-7398ca0c03c9" providerId="ADAL" clId="{FBA1C96C-8A32-4A2B-8398-1B64F129BE51}" dt="2024-07-12T02:55:19.650" v="2" actId="478"/>
        <pc:sldMkLst>
          <pc:docMk/>
          <pc:sldMk cId="489336897" sldId="2147480841"/>
        </pc:sldMkLst>
        <pc:spChg chg="del">
          <ac:chgData name="Takeuchi, Koichiro" userId="b3848a05-443b-4434-8fa5-7398ca0c03c9" providerId="ADAL" clId="{FBA1C96C-8A32-4A2B-8398-1B64F129BE51}" dt="2024-07-12T02:55:19.650" v="2" actId="478"/>
          <ac:spMkLst>
            <pc:docMk/>
            <pc:sldMk cId="489336897" sldId="2147480841"/>
            <ac:spMk id="6" creationId="{90EE92DB-DBB3-C63E-C631-8747CA2DC46E}"/>
          </ac:spMkLst>
        </pc:spChg>
      </pc:sldChg>
      <pc:sldChg chg="delSp mod">
        <pc:chgData name="Takeuchi, Koichiro" userId="b3848a05-443b-4434-8fa5-7398ca0c03c9" providerId="ADAL" clId="{FBA1C96C-8A32-4A2B-8398-1B64F129BE51}" dt="2024-07-12T02:55:20.566" v="3" actId="478"/>
        <pc:sldMkLst>
          <pc:docMk/>
          <pc:sldMk cId="403272463" sldId="2147480842"/>
        </pc:sldMkLst>
        <pc:spChg chg="del">
          <ac:chgData name="Takeuchi, Koichiro" userId="b3848a05-443b-4434-8fa5-7398ca0c03c9" providerId="ADAL" clId="{FBA1C96C-8A32-4A2B-8398-1B64F129BE51}" dt="2024-07-12T02:55:20.566" v="3" actId="478"/>
          <ac:spMkLst>
            <pc:docMk/>
            <pc:sldMk cId="403272463" sldId="2147480842"/>
            <ac:spMk id="6" creationId="{90EE92DB-DBB3-C63E-C631-8747CA2DC46E}"/>
          </ac:spMkLst>
        </pc:spChg>
      </pc:sldChg>
    </pc:docChg>
  </pc:docChgLst>
  <pc:docChgLst>
    <pc:chgData name="Okamura, Ryo" userId="18831572-7aab-4b12-89e3-a5e58af7a83e" providerId="ADAL" clId="{00786286-401E-4FD1-BD85-040950DC1534}"/>
    <pc:docChg chg="undo custSel addSld delSld modSld sldOrd modSection">
      <pc:chgData name="Okamura, Ryo" userId="18831572-7aab-4b12-89e3-a5e58af7a83e" providerId="ADAL" clId="{00786286-401E-4FD1-BD85-040950DC1534}" dt="2024-02-09T06:55:01.157" v="1127" actId="255"/>
      <pc:docMkLst>
        <pc:docMk/>
      </pc:docMkLst>
      <pc:sldChg chg="modSp mod ord">
        <pc:chgData name="Okamura, Ryo" userId="18831572-7aab-4b12-89e3-a5e58af7a83e" providerId="ADAL" clId="{00786286-401E-4FD1-BD85-040950DC1534}" dt="2024-02-09T06:52:56.650" v="1109" actId="20577"/>
        <pc:sldMkLst>
          <pc:docMk/>
          <pc:sldMk cId="684610595" sldId="2147468582"/>
        </pc:sldMkLst>
        <pc:spChg chg="mod">
          <ac:chgData name="Okamura, Ryo" userId="18831572-7aab-4b12-89e3-a5e58af7a83e" providerId="ADAL" clId="{00786286-401E-4FD1-BD85-040950DC1534}" dt="2024-02-09T06:52:56.650" v="1109" actId="20577"/>
          <ac:spMkLst>
            <pc:docMk/>
            <pc:sldMk cId="684610595" sldId="2147468582"/>
            <ac:spMk id="7" creationId="{A22762E2-0815-406B-AB18-FC327E470E5A}"/>
          </ac:spMkLst>
        </pc:spChg>
      </pc:sldChg>
      <pc:sldChg chg="modSp mod">
        <pc:chgData name="Okamura, Ryo" userId="18831572-7aab-4b12-89e3-a5e58af7a83e" providerId="ADAL" clId="{00786286-401E-4FD1-BD85-040950DC1534}" dt="2024-02-09T06:53:18.141" v="1120" actId="6549"/>
        <pc:sldMkLst>
          <pc:docMk/>
          <pc:sldMk cId="1060982302" sldId="2147468617"/>
        </pc:sldMkLst>
        <pc:spChg chg="mod">
          <ac:chgData name="Okamura, Ryo" userId="18831572-7aab-4b12-89e3-a5e58af7a83e" providerId="ADAL" clId="{00786286-401E-4FD1-BD85-040950DC1534}" dt="2024-02-09T06:53:18.141" v="1120" actId="6549"/>
          <ac:spMkLst>
            <pc:docMk/>
            <pc:sldMk cId="1060982302" sldId="2147468617"/>
            <ac:spMk id="9" creationId="{398BB613-BB56-B211-3C55-7FF51BC3AC60}"/>
          </ac:spMkLst>
        </pc:spChg>
      </pc:sldChg>
      <pc:sldChg chg="modSp mod">
        <pc:chgData name="Okamura, Ryo" userId="18831572-7aab-4b12-89e3-a5e58af7a83e" providerId="ADAL" clId="{00786286-401E-4FD1-BD85-040950DC1534}" dt="2024-02-09T06:37:31.550" v="1025" actId="20577"/>
        <pc:sldMkLst>
          <pc:docMk/>
          <pc:sldMk cId="1817067240" sldId="2147468619"/>
        </pc:sldMkLst>
        <pc:spChg chg="mod">
          <ac:chgData name="Okamura, Ryo" userId="18831572-7aab-4b12-89e3-a5e58af7a83e" providerId="ADAL" clId="{00786286-401E-4FD1-BD85-040950DC1534}" dt="2024-02-09T06:37:31.550" v="1025" actId="20577"/>
          <ac:spMkLst>
            <pc:docMk/>
            <pc:sldMk cId="1817067240" sldId="2147468619"/>
            <ac:spMk id="2" creationId="{2D1A062F-4EA6-F899-120C-FFE0FAA12AF5}"/>
          </ac:spMkLst>
        </pc:spChg>
      </pc:sldChg>
      <pc:sldChg chg="modSp">
        <pc:chgData name="Okamura, Ryo" userId="18831572-7aab-4b12-89e3-a5e58af7a83e" providerId="ADAL" clId="{00786286-401E-4FD1-BD85-040950DC1534}" dt="2024-02-08T00:05:26.815" v="693" actId="1035"/>
        <pc:sldMkLst>
          <pc:docMk/>
          <pc:sldMk cId="981886088" sldId="2147468620"/>
        </pc:sldMkLst>
        <pc:spChg chg="mod">
          <ac:chgData name="Okamura, Ryo" userId="18831572-7aab-4b12-89e3-a5e58af7a83e" providerId="ADAL" clId="{00786286-401E-4FD1-BD85-040950DC1534}" dt="2024-02-08T00:05:26.815" v="693" actId="1035"/>
          <ac:spMkLst>
            <pc:docMk/>
            <pc:sldMk cId="981886088" sldId="2147468620"/>
            <ac:spMk id="9" creationId="{A3E44F4C-3BE2-A13F-B596-DA79F795B78C}"/>
          </ac:spMkLst>
        </pc:spChg>
        <pc:spChg chg="mod">
          <ac:chgData name="Okamura, Ryo" userId="18831572-7aab-4b12-89e3-a5e58af7a83e" providerId="ADAL" clId="{00786286-401E-4FD1-BD85-040950DC1534}" dt="2024-02-08T00:05:26.815" v="693" actId="1035"/>
          <ac:spMkLst>
            <pc:docMk/>
            <pc:sldMk cId="981886088" sldId="2147468620"/>
            <ac:spMk id="10" creationId="{7FA34171-F4A5-4DF7-A9EA-AE3DDADA1124}"/>
          </ac:spMkLst>
        </pc:spChg>
        <pc:spChg chg="mod">
          <ac:chgData name="Okamura, Ryo" userId="18831572-7aab-4b12-89e3-a5e58af7a83e" providerId="ADAL" clId="{00786286-401E-4FD1-BD85-040950DC1534}" dt="2024-02-08T00:05:26.815" v="693" actId="1035"/>
          <ac:spMkLst>
            <pc:docMk/>
            <pc:sldMk cId="981886088" sldId="2147468620"/>
            <ac:spMk id="11" creationId="{C1DCBBD1-BDB1-547C-BCA3-FD6ACF48713C}"/>
          </ac:spMkLst>
        </pc:spChg>
        <pc:spChg chg="mod">
          <ac:chgData name="Okamura, Ryo" userId="18831572-7aab-4b12-89e3-a5e58af7a83e" providerId="ADAL" clId="{00786286-401E-4FD1-BD85-040950DC1534}" dt="2024-02-08T00:05:26.815" v="693" actId="1035"/>
          <ac:spMkLst>
            <pc:docMk/>
            <pc:sldMk cId="981886088" sldId="2147468620"/>
            <ac:spMk id="12" creationId="{DEF05991-462F-1FC7-34A1-79CEA63E0434}"/>
          </ac:spMkLst>
        </pc:spChg>
        <pc:spChg chg="mod">
          <ac:chgData name="Okamura, Ryo" userId="18831572-7aab-4b12-89e3-a5e58af7a83e" providerId="ADAL" clId="{00786286-401E-4FD1-BD85-040950DC1534}" dt="2024-02-08T00:05:26.815" v="693" actId="1035"/>
          <ac:spMkLst>
            <pc:docMk/>
            <pc:sldMk cId="981886088" sldId="2147468620"/>
            <ac:spMk id="13" creationId="{21CD1CCE-A76E-6652-F155-AE178C3B6ABC}"/>
          </ac:spMkLst>
        </pc:spChg>
        <pc:spChg chg="mod">
          <ac:chgData name="Okamura, Ryo" userId="18831572-7aab-4b12-89e3-a5e58af7a83e" providerId="ADAL" clId="{00786286-401E-4FD1-BD85-040950DC1534}" dt="2024-02-08T00:05:26.815" v="693" actId="1035"/>
          <ac:spMkLst>
            <pc:docMk/>
            <pc:sldMk cId="981886088" sldId="2147468620"/>
            <ac:spMk id="14" creationId="{FDB7A055-C26D-724B-2F56-B8B1086BD57C}"/>
          </ac:spMkLst>
        </pc:spChg>
        <pc:spChg chg="mod">
          <ac:chgData name="Okamura, Ryo" userId="18831572-7aab-4b12-89e3-a5e58af7a83e" providerId="ADAL" clId="{00786286-401E-4FD1-BD85-040950DC1534}" dt="2024-02-08T00:05:26.815" v="693" actId="1035"/>
          <ac:spMkLst>
            <pc:docMk/>
            <pc:sldMk cId="981886088" sldId="2147468620"/>
            <ac:spMk id="15" creationId="{0005C401-A0FF-D6AC-16C3-657247C05C58}"/>
          </ac:spMkLst>
        </pc:spChg>
        <pc:spChg chg="mod">
          <ac:chgData name="Okamura, Ryo" userId="18831572-7aab-4b12-89e3-a5e58af7a83e" providerId="ADAL" clId="{00786286-401E-4FD1-BD85-040950DC1534}" dt="2024-02-08T00:05:26.815" v="693" actId="1035"/>
          <ac:spMkLst>
            <pc:docMk/>
            <pc:sldMk cId="981886088" sldId="2147468620"/>
            <ac:spMk id="16" creationId="{95EA701D-8F78-5A5B-8185-E46436FBD214}"/>
          </ac:spMkLst>
        </pc:spChg>
        <pc:spChg chg="mod">
          <ac:chgData name="Okamura, Ryo" userId="18831572-7aab-4b12-89e3-a5e58af7a83e" providerId="ADAL" clId="{00786286-401E-4FD1-BD85-040950DC1534}" dt="2024-02-08T00:05:26.815" v="693" actId="1035"/>
          <ac:spMkLst>
            <pc:docMk/>
            <pc:sldMk cId="981886088" sldId="2147468620"/>
            <ac:spMk id="17" creationId="{E0CD1692-F91E-D902-FE91-C3A4B546E4B2}"/>
          </ac:spMkLst>
        </pc:spChg>
        <pc:spChg chg="mod">
          <ac:chgData name="Okamura, Ryo" userId="18831572-7aab-4b12-89e3-a5e58af7a83e" providerId="ADAL" clId="{00786286-401E-4FD1-BD85-040950DC1534}" dt="2024-02-08T00:05:26.815" v="693" actId="1035"/>
          <ac:spMkLst>
            <pc:docMk/>
            <pc:sldMk cId="981886088" sldId="2147468620"/>
            <ac:spMk id="21" creationId="{E868A0FB-A728-0A8E-1CBA-BC26FF3EAEF6}"/>
          </ac:spMkLst>
        </pc:spChg>
        <pc:spChg chg="mod">
          <ac:chgData name="Okamura, Ryo" userId="18831572-7aab-4b12-89e3-a5e58af7a83e" providerId="ADAL" clId="{00786286-401E-4FD1-BD85-040950DC1534}" dt="2024-02-08T00:05:26.815" v="693" actId="1035"/>
          <ac:spMkLst>
            <pc:docMk/>
            <pc:sldMk cId="981886088" sldId="2147468620"/>
            <ac:spMk id="22" creationId="{266A0FE5-1CB2-BAC0-A98E-332C296A054E}"/>
          </ac:spMkLst>
        </pc:spChg>
        <pc:spChg chg="mod">
          <ac:chgData name="Okamura, Ryo" userId="18831572-7aab-4b12-89e3-a5e58af7a83e" providerId="ADAL" clId="{00786286-401E-4FD1-BD85-040950DC1534}" dt="2024-02-08T00:05:26.815" v="693" actId="1035"/>
          <ac:spMkLst>
            <pc:docMk/>
            <pc:sldMk cId="981886088" sldId="2147468620"/>
            <ac:spMk id="23" creationId="{B33FC0D1-2ACA-C7D2-2B47-57A84FDB571B}"/>
          </ac:spMkLst>
        </pc:spChg>
        <pc:spChg chg="mod">
          <ac:chgData name="Okamura, Ryo" userId="18831572-7aab-4b12-89e3-a5e58af7a83e" providerId="ADAL" clId="{00786286-401E-4FD1-BD85-040950DC1534}" dt="2024-02-08T00:05:26.815" v="693" actId="1035"/>
          <ac:spMkLst>
            <pc:docMk/>
            <pc:sldMk cId="981886088" sldId="2147468620"/>
            <ac:spMk id="48" creationId="{274AC0CA-D8C9-5A85-1026-490F40FFBE8A}"/>
          </ac:spMkLst>
        </pc:spChg>
        <pc:spChg chg="mod">
          <ac:chgData name="Okamura, Ryo" userId="18831572-7aab-4b12-89e3-a5e58af7a83e" providerId="ADAL" clId="{00786286-401E-4FD1-BD85-040950DC1534}" dt="2024-02-08T00:05:26.815" v="693" actId="1035"/>
          <ac:spMkLst>
            <pc:docMk/>
            <pc:sldMk cId="981886088" sldId="2147468620"/>
            <ac:spMk id="49" creationId="{3A363963-4265-85A0-9052-58C2589F7500}"/>
          </ac:spMkLst>
        </pc:spChg>
        <pc:spChg chg="mod">
          <ac:chgData name="Okamura, Ryo" userId="18831572-7aab-4b12-89e3-a5e58af7a83e" providerId="ADAL" clId="{00786286-401E-4FD1-BD85-040950DC1534}" dt="2024-02-08T00:05:26.815" v="693" actId="1035"/>
          <ac:spMkLst>
            <pc:docMk/>
            <pc:sldMk cId="981886088" sldId="2147468620"/>
            <ac:spMk id="55" creationId="{D26ED28C-F082-26EF-E1AC-0658C4553B97}"/>
          </ac:spMkLst>
        </pc:spChg>
        <pc:spChg chg="mod">
          <ac:chgData name="Okamura, Ryo" userId="18831572-7aab-4b12-89e3-a5e58af7a83e" providerId="ADAL" clId="{00786286-401E-4FD1-BD85-040950DC1534}" dt="2024-02-08T00:05:26.815" v="693" actId="1035"/>
          <ac:spMkLst>
            <pc:docMk/>
            <pc:sldMk cId="981886088" sldId="2147468620"/>
            <ac:spMk id="56" creationId="{07E36E76-C91D-B254-4F53-BACDC68024C1}"/>
          </ac:spMkLst>
        </pc:spChg>
        <pc:spChg chg="mod">
          <ac:chgData name="Okamura, Ryo" userId="18831572-7aab-4b12-89e3-a5e58af7a83e" providerId="ADAL" clId="{00786286-401E-4FD1-BD85-040950DC1534}" dt="2024-02-08T00:05:26.815" v="693" actId="1035"/>
          <ac:spMkLst>
            <pc:docMk/>
            <pc:sldMk cId="981886088" sldId="2147468620"/>
            <ac:spMk id="57" creationId="{7F0BA823-D77A-E7E8-EED7-43CF1B00159B}"/>
          </ac:spMkLst>
        </pc:spChg>
        <pc:spChg chg="mod">
          <ac:chgData name="Okamura, Ryo" userId="18831572-7aab-4b12-89e3-a5e58af7a83e" providerId="ADAL" clId="{00786286-401E-4FD1-BD85-040950DC1534}" dt="2024-02-08T00:05:26.815" v="693" actId="1035"/>
          <ac:spMkLst>
            <pc:docMk/>
            <pc:sldMk cId="981886088" sldId="2147468620"/>
            <ac:spMk id="58" creationId="{DCAF4A68-40B6-0744-ACAB-4FEACA735FFF}"/>
          </ac:spMkLst>
        </pc:spChg>
        <pc:spChg chg="mod">
          <ac:chgData name="Okamura, Ryo" userId="18831572-7aab-4b12-89e3-a5e58af7a83e" providerId="ADAL" clId="{00786286-401E-4FD1-BD85-040950DC1534}" dt="2024-02-08T00:05:26.815" v="693" actId="1035"/>
          <ac:spMkLst>
            <pc:docMk/>
            <pc:sldMk cId="981886088" sldId="2147468620"/>
            <ac:spMk id="59" creationId="{31124FCA-6CFB-E2DE-6AA1-D504688BED43}"/>
          </ac:spMkLst>
        </pc:spChg>
        <pc:spChg chg="mod">
          <ac:chgData name="Okamura, Ryo" userId="18831572-7aab-4b12-89e3-a5e58af7a83e" providerId="ADAL" clId="{00786286-401E-4FD1-BD85-040950DC1534}" dt="2024-02-08T00:05:26.815" v="693" actId="1035"/>
          <ac:spMkLst>
            <pc:docMk/>
            <pc:sldMk cId="981886088" sldId="2147468620"/>
            <ac:spMk id="60" creationId="{32025390-20B9-66D7-03C2-F076A210F1A0}"/>
          </ac:spMkLst>
        </pc:spChg>
        <pc:spChg chg="mod">
          <ac:chgData name="Okamura, Ryo" userId="18831572-7aab-4b12-89e3-a5e58af7a83e" providerId="ADAL" clId="{00786286-401E-4FD1-BD85-040950DC1534}" dt="2024-02-08T00:05:26.815" v="693" actId="1035"/>
          <ac:spMkLst>
            <pc:docMk/>
            <pc:sldMk cId="981886088" sldId="2147468620"/>
            <ac:spMk id="61" creationId="{2B6921AC-4388-57A2-87E3-F8041A0BCF47}"/>
          </ac:spMkLst>
        </pc:spChg>
        <pc:spChg chg="mod">
          <ac:chgData name="Okamura, Ryo" userId="18831572-7aab-4b12-89e3-a5e58af7a83e" providerId="ADAL" clId="{00786286-401E-4FD1-BD85-040950DC1534}" dt="2024-02-08T00:05:26.815" v="693" actId="1035"/>
          <ac:spMkLst>
            <pc:docMk/>
            <pc:sldMk cId="981886088" sldId="2147468620"/>
            <ac:spMk id="62" creationId="{65A8853B-6760-56E6-D4D4-86042C0D2BD1}"/>
          </ac:spMkLst>
        </pc:spChg>
        <pc:spChg chg="mod">
          <ac:chgData name="Okamura, Ryo" userId="18831572-7aab-4b12-89e3-a5e58af7a83e" providerId="ADAL" clId="{00786286-401E-4FD1-BD85-040950DC1534}" dt="2024-02-08T00:05:26.815" v="693" actId="1035"/>
          <ac:spMkLst>
            <pc:docMk/>
            <pc:sldMk cId="981886088" sldId="2147468620"/>
            <ac:spMk id="63" creationId="{23AA6F25-E205-EC3A-F2CE-0C8C6CCAEAED}"/>
          </ac:spMkLst>
        </pc:spChg>
        <pc:spChg chg="mod">
          <ac:chgData name="Okamura, Ryo" userId="18831572-7aab-4b12-89e3-a5e58af7a83e" providerId="ADAL" clId="{00786286-401E-4FD1-BD85-040950DC1534}" dt="2024-02-08T00:05:26.815" v="693" actId="1035"/>
          <ac:spMkLst>
            <pc:docMk/>
            <pc:sldMk cId="981886088" sldId="2147468620"/>
            <ac:spMk id="64" creationId="{BD24F8B6-DC74-5166-20F5-B1D8269B476A}"/>
          </ac:spMkLst>
        </pc:spChg>
        <pc:spChg chg="mod">
          <ac:chgData name="Okamura, Ryo" userId="18831572-7aab-4b12-89e3-a5e58af7a83e" providerId="ADAL" clId="{00786286-401E-4FD1-BD85-040950DC1534}" dt="2024-02-08T00:05:26.815" v="693" actId="1035"/>
          <ac:spMkLst>
            <pc:docMk/>
            <pc:sldMk cId="981886088" sldId="2147468620"/>
            <ac:spMk id="65" creationId="{A6C205EA-89FF-6A82-A20E-35EE152C2F25}"/>
          </ac:spMkLst>
        </pc:spChg>
        <pc:spChg chg="mod">
          <ac:chgData name="Okamura, Ryo" userId="18831572-7aab-4b12-89e3-a5e58af7a83e" providerId="ADAL" clId="{00786286-401E-4FD1-BD85-040950DC1534}" dt="2024-02-08T00:05:26.815" v="693" actId="1035"/>
          <ac:spMkLst>
            <pc:docMk/>
            <pc:sldMk cId="981886088" sldId="2147468620"/>
            <ac:spMk id="66" creationId="{B55AB79F-2868-F0C3-7209-ACB70FFE8F64}"/>
          </ac:spMkLst>
        </pc:spChg>
        <pc:spChg chg="mod">
          <ac:chgData name="Okamura, Ryo" userId="18831572-7aab-4b12-89e3-a5e58af7a83e" providerId="ADAL" clId="{00786286-401E-4FD1-BD85-040950DC1534}" dt="2024-02-08T00:05:26.815" v="693" actId="1035"/>
          <ac:spMkLst>
            <pc:docMk/>
            <pc:sldMk cId="981886088" sldId="2147468620"/>
            <ac:spMk id="67" creationId="{74CF6CF8-5638-DF12-61A3-E470EB287FAD}"/>
          </ac:spMkLst>
        </pc:spChg>
        <pc:spChg chg="mod">
          <ac:chgData name="Okamura, Ryo" userId="18831572-7aab-4b12-89e3-a5e58af7a83e" providerId="ADAL" clId="{00786286-401E-4FD1-BD85-040950DC1534}" dt="2024-02-08T00:05:26.815" v="693" actId="1035"/>
          <ac:spMkLst>
            <pc:docMk/>
            <pc:sldMk cId="981886088" sldId="2147468620"/>
            <ac:spMk id="68" creationId="{7C66F8B2-47D8-F3F6-86D1-6A9281E4CB82}"/>
          </ac:spMkLst>
        </pc:spChg>
        <pc:spChg chg="mod">
          <ac:chgData name="Okamura, Ryo" userId="18831572-7aab-4b12-89e3-a5e58af7a83e" providerId="ADAL" clId="{00786286-401E-4FD1-BD85-040950DC1534}" dt="2024-02-08T00:05:26.815" v="693" actId="1035"/>
          <ac:spMkLst>
            <pc:docMk/>
            <pc:sldMk cId="981886088" sldId="2147468620"/>
            <ac:spMk id="69" creationId="{2D267047-F199-C8DC-245A-ACFF94F0C0C7}"/>
          </ac:spMkLst>
        </pc:spChg>
        <pc:spChg chg="mod">
          <ac:chgData name="Okamura, Ryo" userId="18831572-7aab-4b12-89e3-a5e58af7a83e" providerId="ADAL" clId="{00786286-401E-4FD1-BD85-040950DC1534}" dt="2024-02-08T00:05:26.815" v="693" actId="1035"/>
          <ac:spMkLst>
            <pc:docMk/>
            <pc:sldMk cId="981886088" sldId="2147468620"/>
            <ac:spMk id="70" creationId="{00D4CC00-1EFF-F208-AD22-FF1ED32F54AC}"/>
          </ac:spMkLst>
        </pc:spChg>
        <pc:spChg chg="mod">
          <ac:chgData name="Okamura, Ryo" userId="18831572-7aab-4b12-89e3-a5e58af7a83e" providerId="ADAL" clId="{00786286-401E-4FD1-BD85-040950DC1534}" dt="2024-02-08T00:05:26.815" v="693" actId="1035"/>
          <ac:spMkLst>
            <pc:docMk/>
            <pc:sldMk cId="981886088" sldId="2147468620"/>
            <ac:spMk id="75" creationId="{11696C15-7130-D102-163F-B04C8A8A0BDB}"/>
          </ac:spMkLst>
        </pc:spChg>
        <pc:spChg chg="mod">
          <ac:chgData name="Okamura, Ryo" userId="18831572-7aab-4b12-89e3-a5e58af7a83e" providerId="ADAL" clId="{00786286-401E-4FD1-BD85-040950DC1534}" dt="2024-02-08T00:05:26.815" v="693" actId="1035"/>
          <ac:spMkLst>
            <pc:docMk/>
            <pc:sldMk cId="981886088" sldId="2147468620"/>
            <ac:spMk id="76" creationId="{49980B75-A01D-C08F-3A72-3630F7E0F3F9}"/>
          </ac:spMkLst>
        </pc:spChg>
        <pc:spChg chg="mod">
          <ac:chgData name="Okamura, Ryo" userId="18831572-7aab-4b12-89e3-a5e58af7a83e" providerId="ADAL" clId="{00786286-401E-4FD1-BD85-040950DC1534}" dt="2024-02-08T00:05:26.815" v="693" actId="1035"/>
          <ac:spMkLst>
            <pc:docMk/>
            <pc:sldMk cId="981886088" sldId="2147468620"/>
            <ac:spMk id="77" creationId="{16E24E77-8B2B-3A68-6ADC-FD08CE5D09C2}"/>
          </ac:spMkLst>
        </pc:spChg>
        <pc:spChg chg="mod">
          <ac:chgData name="Okamura, Ryo" userId="18831572-7aab-4b12-89e3-a5e58af7a83e" providerId="ADAL" clId="{00786286-401E-4FD1-BD85-040950DC1534}" dt="2024-02-08T00:05:26.815" v="693" actId="1035"/>
          <ac:spMkLst>
            <pc:docMk/>
            <pc:sldMk cId="981886088" sldId="2147468620"/>
            <ac:spMk id="78" creationId="{CA8E626D-2217-C454-3FE9-58E15EFC8022}"/>
          </ac:spMkLst>
        </pc:spChg>
        <pc:spChg chg="mod">
          <ac:chgData name="Okamura, Ryo" userId="18831572-7aab-4b12-89e3-a5e58af7a83e" providerId="ADAL" clId="{00786286-401E-4FD1-BD85-040950DC1534}" dt="2024-02-08T00:05:26.815" v="693" actId="1035"/>
          <ac:spMkLst>
            <pc:docMk/>
            <pc:sldMk cId="981886088" sldId="2147468620"/>
            <ac:spMk id="79" creationId="{CEFE9081-8253-80C8-65AC-92EDE40B2E53}"/>
          </ac:spMkLst>
        </pc:spChg>
        <pc:spChg chg="mod">
          <ac:chgData name="Okamura, Ryo" userId="18831572-7aab-4b12-89e3-a5e58af7a83e" providerId="ADAL" clId="{00786286-401E-4FD1-BD85-040950DC1534}" dt="2024-02-08T00:05:26.815" v="693" actId="1035"/>
          <ac:spMkLst>
            <pc:docMk/>
            <pc:sldMk cId="981886088" sldId="2147468620"/>
            <ac:spMk id="80" creationId="{DBE4CC8E-1B4E-B7D5-4148-5D4CB22E567F}"/>
          </ac:spMkLst>
        </pc:spChg>
        <pc:spChg chg="mod">
          <ac:chgData name="Okamura, Ryo" userId="18831572-7aab-4b12-89e3-a5e58af7a83e" providerId="ADAL" clId="{00786286-401E-4FD1-BD85-040950DC1534}" dt="2024-02-08T00:05:26.815" v="693" actId="1035"/>
          <ac:spMkLst>
            <pc:docMk/>
            <pc:sldMk cId="981886088" sldId="2147468620"/>
            <ac:spMk id="81" creationId="{DF69693A-60B3-EBED-EC85-2B344D227FF2}"/>
          </ac:spMkLst>
        </pc:spChg>
        <pc:spChg chg="mod">
          <ac:chgData name="Okamura, Ryo" userId="18831572-7aab-4b12-89e3-a5e58af7a83e" providerId="ADAL" clId="{00786286-401E-4FD1-BD85-040950DC1534}" dt="2024-02-08T00:05:26.815" v="693" actId="1035"/>
          <ac:spMkLst>
            <pc:docMk/>
            <pc:sldMk cId="981886088" sldId="2147468620"/>
            <ac:spMk id="82" creationId="{51E777F9-B93C-8813-FF0E-28DDC997F64D}"/>
          </ac:spMkLst>
        </pc:spChg>
        <pc:spChg chg="mod">
          <ac:chgData name="Okamura, Ryo" userId="18831572-7aab-4b12-89e3-a5e58af7a83e" providerId="ADAL" clId="{00786286-401E-4FD1-BD85-040950DC1534}" dt="2024-02-08T00:05:26.815" v="693" actId="1035"/>
          <ac:spMkLst>
            <pc:docMk/>
            <pc:sldMk cId="981886088" sldId="2147468620"/>
            <ac:spMk id="83" creationId="{7B68A16F-D22A-DA94-AB60-9D6E42AAF8FD}"/>
          </ac:spMkLst>
        </pc:spChg>
        <pc:spChg chg="mod">
          <ac:chgData name="Okamura, Ryo" userId="18831572-7aab-4b12-89e3-a5e58af7a83e" providerId="ADAL" clId="{00786286-401E-4FD1-BD85-040950DC1534}" dt="2024-02-08T00:05:26.815" v="693" actId="1035"/>
          <ac:spMkLst>
            <pc:docMk/>
            <pc:sldMk cId="981886088" sldId="2147468620"/>
            <ac:spMk id="84" creationId="{F0C75F51-C8C9-5BB2-3FE9-68FFB09260E5}"/>
          </ac:spMkLst>
        </pc:spChg>
        <pc:spChg chg="mod">
          <ac:chgData name="Okamura, Ryo" userId="18831572-7aab-4b12-89e3-a5e58af7a83e" providerId="ADAL" clId="{00786286-401E-4FD1-BD85-040950DC1534}" dt="2024-02-08T00:05:26.815" v="693" actId="1035"/>
          <ac:spMkLst>
            <pc:docMk/>
            <pc:sldMk cId="981886088" sldId="2147468620"/>
            <ac:spMk id="85" creationId="{5F006709-6A39-31F1-ABF5-67F31E6CA8E2}"/>
          </ac:spMkLst>
        </pc:spChg>
        <pc:spChg chg="mod">
          <ac:chgData name="Okamura, Ryo" userId="18831572-7aab-4b12-89e3-a5e58af7a83e" providerId="ADAL" clId="{00786286-401E-4FD1-BD85-040950DC1534}" dt="2024-02-08T00:05:26.815" v="693" actId="1035"/>
          <ac:spMkLst>
            <pc:docMk/>
            <pc:sldMk cId="981886088" sldId="2147468620"/>
            <ac:spMk id="86" creationId="{40BEDF83-68C7-E118-C720-E56E94FF53E0}"/>
          </ac:spMkLst>
        </pc:spChg>
        <pc:spChg chg="mod">
          <ac:chgData name="Okamura, Ryo" userId="18831572-7aab-4b12-89e3-a5e58af7a83e" providerId="ADAL" clId="{00786286-401E-4FD1-BD85-040950DC1534}" dt="2024-02-08T00:05:26.815" v="693" actId="1035"/>
          <ac:spMkLst>
            <pc:docMk/>
            <pc:sldMk cId="981886088" sldId="2147468620"/>
            <ac:spMk id="91" creationId="{1DC4736D-E80A-3965-DA50-DC4FE1CC8A6D}"/>
          </ac:spMkLst>
        </pc:spChg>
        <pc:grpChg chg="mod">
          <ac:chgData name="Okamura, Ryo" userId="18831572-7aab-4b12-89e3-a5e58af7a83e" providerId="ADAL" clId="{00786286-401E-4FD1-BD85-040950DC1534}" dt="2024-02-08T00:05:26.815" v="693" actId="1035"/>
          <ac:grpSpMkLst>
            <pc:docMk/>
            <pc:sldMk cId="981886088" sldId="2147468620"/>
            <ac:grpSpMk id="50" creationId="{2F394EAB-1F82-B9E8-C325-2D7B2B82663F}"/>
          </ac:grpSpMkLst>
        </pc:grpChg>
        <pc:grpChg chg="mod">
          <ac:chgData name="Okamura, Ryo" userId="18831572-7aab-4b12-89e3-a5e58af7a83e" providerId="ADAL" clId="{00786286-401E-4FD1-BD85-040950DC1534}" dt="2024-02-08T00:05:26.815" v="693" actId="1035"/>
          <ac:grpSpMkLst>
            <pc:docMk/>
            <pc:sldMk cId="981886088" sldId="2147468620"/>
            <ac:grpSpMk id="51" creationId="{BB6768FB-E8BB-5EA4-6118-7A0EC4BC05E6}"/>
          </ac:grpSpMkLst>
        </pc:grpChg>
        <pc:grpChg chg="mod">
          <ac:chgData name="Okamura, Ryo" userId="18831572-7aab-4b12-89e3-a5e58af7a83e" providerId="ADAL" clId="{00786286-401E-4FD1-BD85-040950DC1534}" dt="2024-02-08T00:05:26.815" v="693" actId="1035"/>
          <ac:grpSpMkLst>
            <pc:docMk/>
            <pc:sldMk cId="981886088" sldId="2147468620"/>
            <ac:grpSpMk id="52" creationId="{9561AC42-411D-B188-50FC-3DDCAE5E27D1}"/>
          </ac:grpSpMkLst>
        </pc:grpChg>
        <pc:grpChg chg="mod">
          <ac:chgData name="Okamura, Ryo" userId="18831572-7aab-4b12-89e3-a5e58af7a83e" providerId="ADAL" clId="{00786286-401E-4FD1-BD85-040950DC1534}" dt="2024-02-08T00:05:26.815" v="693" actId="1035"/>
          <ac:grpSpMkLst>
            <pc:docMk/>
            <pc:sldMk cId="981886088" sldId="2147468620"/>
            <ac:grpSpMk id="53" creationId="{A857557E-ECB5-6EDB-9C8D-8A71DEB01782}"/>
          </ac:grpSpMkLst>
        </pc:grpChg>
        <pc:grpChg chg="mod">
          <ac:chgData name="Okamura, Ryo" userId="18831572-7aab-4b12-89e3-a5e58af7a83e" providerId="ADAL" clId="{00786286-401E-4FD1-BD85-040950DC1534}" dt="2024-02-08T00:05:26.815" v="693" actId="1035"/>
          <ac:grpSpMkLst>
            <pc:docMk/>
            <pc:sldMk cId="981886088" sldId="2147468620"/>
            <ac:grpSpMk id="54" creationId="{7A921858-A5D4-69AD-A9B7-18B5181D2409}"/>
          </ac:grpSpMkLst>
        </pc:grpChg>
        <pc:grpChg chg="mod">
          <ac:chgData name="Okamura, Ryo" userId="18831572-7aab-4b12-89e3-a5e58af7a83e" providerId="ADAL" clId="{00786286-401E-4FD1-BD85-040950DC1534}" dt="2024-02-08T00:05:26.815" v="693" actId="1035"/>
          <ac:grpSpMkLst>
            <pc:docMk/>
            <pc:sldMk cId="981886088" sldId="2147468620"/>
            <ac:grpSpMk id="71" creationId="{EE0E78E6-D25D-5998-6949-DDBE1D92A55C}"/>
          </ac:grpSpMkLst>
        </pc:grpChg>
        <pc:grpChg chg="mod">
          <ac:chgData name="Okamura, Ryo" userId="18831572-7aab-4b12-89e3-a5e58af7a83e" providerId="ADAL" clId="{00786286-401E-4FD1-BD85-040950DC1534}" dt="2024-02-08T00:05:26.815" v="693" actId="1035"/>
          <ac:grpSpMkLst>
            <pc:docMk/>
            <pc:sldMk cId="981886088" sldId="2147468620"/>
            <ac:grpSpMk id="72" creationId="{650E013B-3DED-48E9-B70F-89B0FFB6E9BF}"/>
          </ac:grpSpMkLst>
        </pc:grpChg>
        <pc:grpChg chg="mod">
          <ac:chgData name="Okamura, Ryo" userId="18831572-7aab-4b12-89e3-a5e58af7a83e" providerId="ADAL" clId="{00786286-401E-4FD1-BD85-040950DC1534}" dt="2024-02-08T00:05:26.815" v="693" actId="1035"/>
          <ac:grpSpMkLst>
            <pc:docMk/>
            <pc:sldMk cId="981886088" sldId="2147468620"/>
            <ac:grpSpMk id="73" creationId="{1527A379-7C35-2ABE-C82B-87150EE36583}"/>
          </ac:grpSpMkLst>
        </pc:grpChg>
        <pc:grpChg chg="mod">
          <ac:chgData name="Okamura, Ryo" userId="18831572-7aab-4b12-89e3-a5e58af7a83e" providerId="ADAL" clId="{00786286-401E-4FD1-BD85-040950DC1534}" dt="2024-02-08T00:05:26.815" v="693" actId="1035"/>
          <ac:grpSpMkLst>
            <pc:docMk/>
            <pc:sldMk cId="981886088" sldId="2147468620"/>
            <ac:grpSpMk id="74" creationId="{FBB6369F-55E6-6548-E204-8890065252AF}"/>
          </ac:grpSpMkLst>
        </pc:grpChg>
        <pc:picChg chg="mod">
          <ac:chgData name="Okamura, Ryo" userId="18831572-7aab-4b12-89e3-a5e58af7a83e" providerId="ADAL" clId="{00786286-401E-4FD1-BD85-040950DC1534}" dt="2024-02-08T00:05:26.815" v="693" actId="1035"/>
          <ac:picMkLst>
            <pc:docMk/>
            <pc:sldMk cId="981886088" sldId="2147468620"/>
            <ac:picMk id="24" creationId="{7A720925-8AC9-0EFD-569D-151EC8DB5A59}"/>
          </ac:picMkLst>
        </pc:picChg>
        <pc:picChg chg="mod">
          <ac:chgData name="Okamura, Ryo" userId="18831572-7aab-4b12-89e3-a5e58af7a83e" providerId="ADAL" clId="{00786286-401E-4FD1-BD85-040950DC1534}" dt="2024-02-08T00:05:26.815" v="693" actId="1035"/>
          <ac:picMkLst>
            <pc:docMk/>
            <pc:sldMk cId="981886088" sldId="2147468620"/>
            <ac:picMk id="25" creationId="{10E2E051-6EBB-DC47-5802-246DD7538EE5}"/>
          </ac:picMkLst>
        </pc:picChg>
        <pc:picChg chg="mod">
          <ac:chgData name="Okamura, Ryo" userId="18831572-7aab-4b12-89e3-a5e58af7a83e" providerId="ADAL" clId="{00786286-401E-4FD1-BD85-040950DC1534}" dt="2024-02-08T00:05:26.815" v="693" actId="1035"/>
          <ac:picMkLst>
            <pc:docMk/>
            <pc:sldMk cId="981886088" sldId="2147468620"/>
            <ac:picMk id="26" creationId="{0E484457-48A9-5765-46EB-22446F53BDFF}"/>
          </ac:picMkLst>
        </pc:picChg>
        <pc:picChg chg="mod">
          <ac:chgData name="Okamura, Ryo" userId="18831572-7aab-4b12-89e3-a5e58af7a83e" providerId="ADAL" clId="{00786286-401E-4FD1-BD85-040950DC1534}" dt="2024-02-08T00:05:26.815" v="693" actId="1035"/>
          <ac:picMkLst>
            <pc:docMk/>
            <pc:sldMk cId="981886088" sldId="2147468620"/>
            <ac:picMk id="27" creationId="{06F33DDA-1034-80B8-6FBA-4347B7CFDE3B}"/>
          </ac:picMkLst>
        </pc:picChg>
        <pc:picChg chg="mod">
          <ac:chgData name="Okamura, Ryo" userId="18831572-7aab-4b12-89e3-a5e58af7a83e" providerId="ADAL" clId="{00786286-401E-4FD1-BD85-040950DC1534}" dt="2024-02-08T00:05:26.815" v="693" actId="1035"/>
          <ac:picMkLst>
            <pc:docMk/>
            <pc:sldMk cId="981886088" sldId="2147468620"/>
            <ac:picMk id="28" creationId="{A1830BDB-4C53-9454-30A9-08826A014485}"/>
          </ac:picMkLst>
        </pc:picChg>
        <pc:picChg chg="mod">
          <ac:chgData name="Okamura, Ryo" userId="18831572-7aab-4b12-89e3-a5e58af7a83e" providerId="ADAL" clId="{00786286-401E-4FD1-BD85-040950DC1534}" dt="2024-02-08T00:05:26.815" v="693" actId="1035"/>
          <ac:picMkLst>
            <pc:docMk/>
            <pc:sldMk cId="981886088" sldId="2147468620"/>
            <ac:picMk id="29" creationId="{4E0B93E3-E2B9-AF31-7CFD-AC874EEA2D64}"/>
          </ac:picMkLst>
        </pc:picChg>
        <pc:picChg chg="mod">
          <ac:chgData name="Okamura, Ryo" userId="18831572-7aab-4b12-89e3-a5e58af7a83e" providerId="ADAL" clId="{00786286-401E-4FD1-BD85-040950DC1534}" dt="2024-02-08T00:05:26.815" v="693" actId="1035"/>
          <ac:picMkLst>
            <pc:docMk/>
            <pc:sldMk cId="981886088" sldId="2147468620"/>
            <ac:picMk id="30" creationId="{AA228DC3-5FED-887A-66E9-9985F7C7D6AA}"/>
          </ac:picMkLst>
        </pc:picChg>
        <pc:picChg chg="mod">
          <ac:chgData name="Okamura, Ryo" userId="18831572-7aab-4b12-89e3-a5e58af7a83e" providerId="ADAL" clId="{00786286-401E-4FD1-BD85-040950DC1534}" dt="2024-02-08T00:05:26.815" v="693" actId="1035"/>
          <ac:picMkLst>
            <pc:docMk/>
            <pc:sldMk cId="981886088" sldId="2147468620"/>
            <ac:picMk id="31" creationId="{C92A292E-B15C-129E-C839-44302694A7C4}"/>
          </ac:picMkLst>
        </pc:picChg>
        <pc:picChg chg="mod">
          <ac:chgData name="Okamura, Ryo" userId="18831572-7aab-4b12-89e3-a5e58af7a83e" providerId="ADAL" clId="{00786286-401E-4FD1-BD85-040950DC1534}" dt="2024-02-08T00:05:26.815" v="693" actId="1035"/>
          <ac:picMkLst>
            <pc:docMk/>
            <pc:sldMk cId="981886088" sldId="2147468620"/>
            <ac:picMk id="32" creationId="{38560E5A-839A-4559-1082-4B6503AA581A}"/>
          </ac:picMkLst>
        </pc:picChg>
        <pc:picChg chg="mod">
          <ac:chgData name="Okamura, Ryo" userId="18831572-7aab-4b12-89e3-a5e58af7a83e" providerId="ADAL" clId="{00786286-401E-4FD1-BD85-040950DC1534}" dt="2024-02-08T00:05:26.815" v="693" actId="1035"/>
          <ac:picMkLst>
            <pc:docMk/>
            <pc:sldMk cId="981886088" sldId="2147468620"/>
            <ac:picMk id="33" creationId="{C8AE6E5F-41B9-1FA2-D53E-2F8C26ABBD4C}"/>
          </ac:picMkLst>
        </pc:picChg>
        <pc:picChg chg="mod">
          <ac:chgData name="Okamura, Ryo" userId="18831572-7aab-4b12-89e3-a5e58af7a83e" providerId="ADAL" clId="{00786286-401E-4FD1-BD85-040950DC1534}" dt="2024-02-08T00:05:26.815" v="693" actId="1035"/>
          <ac:picMkLst>
            <pc:docMk/>
            <pc:sldMk cId="981886088" sldId="2147468620"/>
            <ac:picMk id="34" creationId="{04D4645A-732D-465F-47EE-A24A55F93FE8}"/>
          </ac:picMkLst>
        </pc:picChg>
        <pc:picChg chg="mod">
          <ac:chgData name="Okamura, Ryo" userId="18831572-7aab-4b12-89e3-a5e58af7a83e" providerId="ADAL" clId="{00786286-401E-4FD1-BD85-040950DC1534}" dt="2024-02-08T00:05:26.815" v="693" actId="1035"/>
          <ac:picMkLst>
            <pc:docMk/>
            <pc:sldMk cId="981886088" sldId="2147468620"/>
            <ac:picMk id="35" creationId="{24640B2A-FF93-BFE4-D03A-628CE512B860}"/>
          </ac:picMkLst>
        </pc:picChg>
        <pc:picChg chg="mod">
          <ac:chgData name="Okamura, Ryo" userId="18831572-7aab-4b12-89e3-a5e58af7a83e" providerId="ADAL" clId="{00786286-401E-4FD1-BD85-040950DC1534}" dt="2024-02-08T00:05:26.815" v="693" actId="1035"/>
          <ac:picMkLst>
            <pc:docMk/>
            <pc:sldMk cId="981886088" sldId="2147468620"/>
            <ac:picMk id="36" creationId="{1F43690B-8586-1E46-2C11-4848A4E7AE4E}"/>
          </ac:picMkLst>
        </pc:picChg>
        <pc:picChg chg="mod">
          <ac:chgData name="Okamura, Ryo" userId="18831572-7aab-4b12-89e3-a5e58af7a83e" providerId="ADAL" clId="{00786286-401E-4FD1-BD85-040950DC1534}" dt="2024-02-08T00:05:26.815" v="693" actId="1035"/>
          <ac:picMkLst>
            <pc:docMk/>
            <pc:sldMk cId="981886088" sldId="2147468620"/>
            <ac:picMk id="37" creationId="{CC337F8C-3B88-5D42-9C41-E9B17FF935E4}"/>
          </ac:picMkLst>
        </pc:picChg>
        <pc:picChg chg="mod">
          <ac:chgData name="Okamura, Ryo" userId="18831572-7aab-4b12-89e3-a5e58af7a83e" providerId="ADAL" clId="{00786286-401E-4FD1-BD85-040950DC1534}" dt="2024-02-08T00:05:26.815" v="693" actId="1035"/>
          <ac:picMkLst>
            <pc:docMk/>
            <pc:sldMk cId="981886088" sldId="2147468620"/>
            <ac:picMk id="38" creationId="{FDD33F49-02B6-1730-0B5D-1172DA821C48}"/>
          </ac:picMkLst>
        </pc:picChg>
        <pc:picChg chg="mod">
          <ac:chgData name="Okamura, Ryo" userId="18831572-7aab-4b12-89e3-a5e58af7a83e" providerId="ADAL" clId="{00786286-401E-4FD1-BD85-040950DC1534}" dt="2024-02-08T00:05:26.815" v="693" actId="1035"/>
          <ac:picMkLst>
            <pc:docMk/>
            <pc:sldMk cId="981886088" sldId="2147468620"/>
            <ac:picMk id="39" creationId="{0F980A19-F243-A6CE-5940-2041DE578186}"/>
          </ac:picMkLst>
        </pc:picChg>
        <pc:picChg chg="mod">
          <ac:chgData name="Okamura, Ryo" userId="18831572-7aab-4b12-89e3-a5e58af7a83e" providerId="ADAL" clId="{00786286-401E-4FD1-BD85-040950DC1534}" dt="2024-02-08T00:05:26.815" v="693" actId="1035"/>
          <ac:picMkLst>
            <pc:docMk/>
            <pc:sldMk cId="981886088" sldId="2147468620"/>
            <ac:picMk id="40" creationId="{82E95DB1-135E-EC0A-250B-04E5CF5521FC}"/>
          </ac:picMkLst>
        </pc:picChg>
        <pc:picChg chg="mod">
          <ac:chgData name="Okamura, Ryo" userId="18831572-7aab-4b12-89e3-a5e58af7a83e" providerId="ADAL" clId="{00786286-401E-4FD1-BD85-040950DC1534}" dt="2024-02-08T00:05:26.815" v="693" actId="1035"/>
          <ac:picMkLst>
            <pc:docMk/>
            <pc:sldMk cId="981886088" sldId="2147468620"/>
            <ac:picMk id="41" creationId="{CC88354E-E57C-E25D-552D-DFAB5F70A92F}"/>
          </ac:picMkLst>
        </pc:picChg>
        <pc:picChg chg="mod">
          <ac:chgData name="Okamura, Ryo" userId="18831572-7aab-4b12-89e3-a5e58af7a83e" providerId="ADAL" clId="{00786286-401E-4FD1-BD85-040950DC1534}" dt="2024-02-08T00:05:26.815" v="693" actId="1035"/>
          <ac:picMkLst>
            <pc:docMk/>
            <pc:sldMk cId="981886088" sldId="2147468620"/>
            <ac:picMk id="42" creationId="{EA698519-CE1A-8F11-A568-418FC0BA13CC}"/>
          </ac:picMkLst>
        </pc:picChg>
        <pc:picChg chg="mod">
          <ac:chgData name="Okamura, Ryo" userId="18831572-7aab-4b12-89e3-a5e58af7a83e" providerId="ADAL" clId="{00786286-401E-4FD1-BD85-040950DC1534}" dt="2024-02-08T00:05:26.815" v="693" actId="1035"/>
          <ac:picMkLst>
            <pc:docMk/>
            <pc:sldMk cId="981886088" sldId="2147468620"/>
            <ac:picMk id="43" creationId="{1DEFFBE2-AFCD-9F31-A9CC-3AB04977DFDC}"/>
          </ac:picMkLst>
        </pc:picChg>
        <pc:picChg chg="mod">
          <ac:chgData name="Okamura, Ryo" userId="18831572-7aab-4b12-89e3-a5e58af7a83e" providerId="ADAL" clId="{00786286-401E-4FD1-BD85-040950DC1534}" dt="2024-02-08T00:05:26.815" v="693" actId="1035"/>
          <ac:picMkLst>
            <pc:docMk/>
            <pc:sldMk cId="981886088" sldId="2147468620"/>
            <ac:picMk id="44" creationId="{3A235A4D-1631-94EA-B197-EEECD85F9F30}"/>
          </ac:picMkLst>
        </pc:picChg>
        <pc:picChg chg="mod">
          <ac:chgData name="Okamura, Ryo" userId="18831572-7aab-4b12-89e3-a5e58af7a83e" providerId="ADAL" clId="{00786286-401E-4FD1-BD85-040950DC1534}" dt="2024-02-08T00:05:26.815" v="693" actId="1035"/>
          <ac:picMkLst>
            <pc:docMk/>
            <pc:sldMk cId="981886088" sldId="2147468620"/>
            <ac:picMk id="45" creationId="{021EB9C9-5B43-F30E-614F-57A3A72CCE95}"/>
          </ac:picMkLst>
        </pc:picChg>
        <pc:picChg chg="mod">
          <ac:chgData name="Okamura, Ryo" userId="18831572-7aab-4b12-89e3-a5e58af7a83e" providerId="ADAL" clId="{00786286-401E-4FD1-BD85-040950DC1534}" dt="2024-02-08T00:05:26.815" v="693" actId="1035"/>
          <ac:picMkLst>
            <pc:docMk/>
            <pc:sldMk cId="981886088" sldId="2147468620"/>
            <ac:picMk id="46" creationId="{712B2279-0EDC-9B61-19F9-1EA87068333F}"/>
          </ac:picMkLst>
        </pc:picChg>
        <pc:picChg chg="mod">
          <ac:chgData name="Okamura, Ryo" userId="18831572-7aab-4b12-89e3-a5e58af7a83e" providerId="ADAL" clId="{00786286-401E-4FD1-BD85-040950DC1534}" dt="2024-02-08T00:05:26.815" v="693" actId="1035"/>
          <ac:picMkLst>
            <pc:docMk/>
            <pc:sldMk cId="981886088" sldId="2147468620"/>
            <ac:picMk id="47" creationId="{8ED28F88-EAF6-2E56-3815-92FF36146FA3}"/>
          </ac:picMkLst>
        </pc:picChg>
        <pc:picChg chg="mod">
          <ac:chgData name="Okamura, Ryo" userId="18831572-7aab-4b12-89e3-a5e58af7a83e" providerId="ADAL" clId="{00786286-401E-4FD1-BD85-040950DC1534}" dt="2024-02-08T00:05:26.815" v="693" actId="1035"/>
          <ac:picMkLst>
            <pc:docMk/>
            <pc:sldMk cId="981886088" sldId="2147468620"/>
            <ac:picMk id="87" creationId="{96612564-2DC8-0D66-E1D7-BA9FA81ABF3B}"/>
          </ac:picMkLst>
        </pc:picChg>
        <pc:picChg chg="mod">
          <ac:chgData name="Okamura, Ryo" userId="18831572-7aab-4b12-89e3-a5e58af7a83e" providerId="ADAL" clId="{00786286-401E-4FD1-BD85-040950DC1534}" dt="2024-02-08T00:05:26.815" v="693" actId="1035"/>
          <ac:picMkLst>
            <pc:docMk/>
            <pc:sldMk cId="981886088" sldId="2147468620"/>
            <ac:picMk id="88" creationId="{8747C78E-D84D-ACE3-2544-13BC3427788B}"/>
          </ac:picMkLst>
        </pc:picChg>
        <pc:picChg chg="mod">
          <ac:chgData name="Okamura, Ryo" userId="18831572-7aab-4b12-89e3-a5e58af7a83e" providerId="ADAL" clId="{00786286-401E-4FD1-BD85-040950DC1534}" dt="2024-02-08T00:05:26.815" v="693" actId="1035"/>
          <ac:picMkLst>
            <pc:docMk/>
            <pc:sldMk cId="981886088" sldId="2147468620"/>
            <ac:picMk id="89" creationId="{AFCE0269-3F68-9E59-91E4-1F7CCA9C55D7}"/>
          </ac:picMkLst>
        </pc:picChg>
        <pc:picChg chg="mod">
          <ac:chgData name="Okamura, Ryo" userId="18831572-7aab-4b12-89e3-a5e58af7a83e" providerId="ADAL" clId="{00786286-401E-4FD1-BD85-040950DC1534}" dt="2024-02-08T00:05:26.815" v="693" actId="1035"/>
          <ac:picMkLst>
            <pc:docMk/>
            <pc:sldMk cId="981886088" sldId="2147468620"/>
            <ac:picMk id="90" creationId="{ECBF8312-019E-423C-84CF-0BE36E6C422A}"/>
          </ac:picMkLst>
        </pc:picChg>
        <pc:picChg chg="mod">
          <ac:chgData name="Okamura, Ryo" userId="18831572-7aab-4b12-89e3-a5e58af7a83e" providerId="ADAL" clId="{00786286-401E-4FD1-BD85-040950DC1534}" dt="2024-02-08T00:05:26.815" v="693" actId="1035"/>
          <ac:picMkLst>
            <pc:docMk/>
            <pc:sldMk cId="981886088" sldId="2147468620"/>
            <ac:picMk id="92" creationId="{BAE5CBE6-F31F-D5D8-363B-DBDE01D9CEFF}"/>
          </ac:picMkLst>
        </pc:picChg>
        <pc:picChg chg="mod">
          <ac:chgData name="Okamura, Ryo" userId="18831572-7aab-4b12-89e3-a5e58af7a83e" providerId="ADAL" clId="{00786286-401E-4FD1-BD85-040950DC1534}" dt="2024-02-08T00:05:26.815" v="693" actId="1035"/>
          <ac:picMkLst>
            <pc:docMk/>
            <pc:sldMk cId="981886088" sldId="2147468620"/>
            <ac:picMk id="93" creationId="{2530E33A-C515-56B0-1F09-071B435412B2}"/>
          </ac:picMkLst>
        </pc:picChg>
        <pc:picChg chg="mod">
          <ac:chgData name="Okamura, Ryo" userId="18831572-7aab-4b12-89e3-a5e58af7a83e" providerId="ADAL" clId="{00786286-401E-4FD1-BD85-040950DC1534}" dt="2024-02-08T00:05:26.815" v="693" actId="1035"/>
          <ac:picMkLst>
            <pc:docMk/>
            <pc:sldMk cId="981886088" sldId="2147468620"/>
            <ac:picMk id="94" creationId="{30EE0284-1847-4CB3-D3BA-1CA8110C27ED}"/>
          </ac:picMkLst>
        </pc:picChg>
        <pc:picChg chg="mod">
          <ac:chgData name="Okamura, Ryo" userId="18831572-7aab-4b12-89e3-a5e58af7a83e" providerId="ADAL" clId="{00786286-401E-4FD1-BD85-040950DC1534}" dt="2024-02-08T00:05:26.815" v="693" actId="1035"/>
          <ac:picMkLst>
            <pc:docMk/>
            <pc:sldMk cId="981886088" sldId="2147468620"/>
            <ac:picMk id="95" creationId="{F0F8EF8B-224C-F3A9-C920-109E5313EEC5}"/>
          </ac:picMkLst>
        </pc:picChg>
        <pc:cxnChg chg="mod">
          <ac:chgData name="Okamura, Ryo" userId="18831572-7aab-4b12-89e3-a5e58af7a83e" providerId="ADAL" clId="{00786286-401E-4FD1-BD85-040950DC1534}" dt="2024-02-08T00:05:26.815" v="693" actId="1035"/>
          <ac:cxnSpMkLst>
            <pc:docMk/>
            <pc:sldMk cId="981886088" sldId="2147468620"/>
            <ac:cxnSpMk id="18" creationId="{351A05F6-F776-9BF3-D5C5-603E408C88B2}"/>
          </ac:cxnSpMkLst>
        </pc:cxnChg>
        <pc:cxnChg chg="mod">
          <ac:chgData name="Okamura, Ryo" userId="18831572-7aab-4b12-89e3-a5e58af7a83e" providerId="ADAL" clId="{00786286-401E-4FD1-BD85-040950DC1534}" dt="2024-02-08T00:05:26.815" v="693" actId="1035"/>
          <ac:cxnSpMkLst>
            <pc:docMk/>
            <pc:sldMk cId="981886088" sldId="2147468620"/>
            <ac:cxnSpMk id="19" creationId="{EEC9E81C-C0F0-E1E4-E112-B109508F50EE}"/>
          </ac:cxnSpMkLst>
        </pc:cxnChg>
        <pc:cxnChg chg="mod">
          <ac:chgData name="Okamura, Ryo" userId="18831572-7aab-4b12-89e3-a5e58af7a83e" providerId="ADAL" clId="{00786286-401E-4FD1-BD85-040950DC1534}" dt="2024-02-08T00:05:26.815" v="693" actId="1035"/>
          <ac:cxnSpMkLst>
            <pc:docMk/>
            <pc:sldMk cId="981886088" sldId="2147468620"/>
            <ac:cxnSpMk id="20" creationId="{C2B66CE8-6272-E806-CD0C-FDB2FE747864}"/>
          </ac:cxnSpMkLst>
        </pc:cxnChg>
      </pc:sldChg>
      <pc:sldChg chg="addSp delSp modSp mod ord">
        <pc:chgData name="Okamura, Ryo" userId="18831572-7aab-4b12-89e3-a5e58af7a83e" providerId="ADAL" clId="{00786286-401E-4FD1-BD85-040950DC1534}" dt="2024-02-08T00:39:36.438" v="773" actId="20577"/>
        <pc:sldMkLst>
          <pc:docMk/>
          <pc:sldMk cId="82363970" sldId="2147468621"/>
        </pc:sldMkLst>
        <pc:spChg chg="add mod">
          <ac:chgData name="Okamura, Ryo" userId="18831572-7aab-4b12-89e3-a5e58af7a83e" providerId="ADAL" clId="{00786286-401E-4FD1-BD85-040950DC1534}" dt="2024-02-07T23:43:19.178" v="326"/>
          <ac:spMkLst>
            <pc:docMk/>
            <pc:sldMk cId="82363970" sldId="2147468621"/>
            <ac:spMk id="2" creationId="{28980B1B-9E8F-0CB3-3DF8-C9F848F66DAD}"/>
          </ac:spMkLst>
        </pc:spChg>
        <pc:spChg chg="add mod">
          <ac:chgData name="Okamura, Ryo" userId="18831572-7aab-4b12-89e3-a5e58af7a83e" providerId="ADAL" clId="{00786286-401E-4FD1-BD85-040950DC1534}" dt="2024-02-07T23:43:19.178" v="326"/>
          <ac:spMkLst>
            <pc:docMk/>
            <pc:sldMk cId="82363970" sldId="2147468621"/>
            <ac:spMk id="8" creationId="{03E32179-D6D5-E275-5B6B-DA8BA9F54866}"/>
          </ac:spMkLst>
        </pc:spChg>
        <pc:spChg chg="add mod">
          <ac:chgData name="Okamura, Ryo" userId="18831572-7aab-4b12-89e3-a5e58af7a83e" providerId="ADAL" clId="{00786286-401E-4FD1-BD85-040950DC1534}" dt="2024-02-07T23:43:19.178" v="326"/>
          <ac:spMkLst>
            <pc:docMk/>
            <pc:sldMk cId="82363970" sldId="2147468621"/>
            <ac:spMk id="9" creationId="{B996407A-188C-45FE-5B1D-7227CE5D32D3}"/>
          </ac:spMkLst>
        </pc:spChg>
        <pc:spChg chg="add mod">
          <ac:chgData name="Okamura, Ryo" userId="18831572-7aab-4b12-89e3-a5e58af7a83e" providerId="ADAL" clId="{00786286-401E-4FD1-BD85-040950DC1534}" dt="2024-02-07T23:43:19.178" v="326"/>
          <ac:spMkLst>
            <pc:docMk/>
            <pc:sldMk cId="82363970" sldId="2147468621"/>
            <ac:spMk id="10" creationId="{4647BB1E-F3C7-DF13-9E15-D9C5FE0435B4}"/>
          </ac:spMkLst>
        </pc:spChg>
        <pc:spChg chg="mod">
          <ac:chgData name="Okamura, Ryo" userId="18831572-7aab-4b12-89e3-a5e58af7a83e" providerId="ADAL" clId="{00786286-401E-4FD1-BD85-040950DC1534}" dt="2024-02-07T23:43:03.951" v="325"/>
          <ac:spMkLst>
            <pc:docMk/>
            <pc:sldMk cId="82363970" sldId="2147468621"/>
            <ac:spMk id="11" creationId="{7A7FE423-6651-4918-33F3-AC76D615E946}"/>
          </ac:spMkLst>
        </pc:spChg>
        <pc:spChg chg="mod">
          <ac:chgData name="Okamura, Ryo" userId="18831572-7aab-4b12-89e3-a5e58af7a83e" providerId="ADAL" clId="{00786286-401E-4FD1-BD85-040950DC1534}" dt="2024-02-07T23:42:47.179" v="322" actId="20577"/>
          <ac:spMkLst>
            <pc:docMk/>
            <pc:sldMk cId="82363970" sldId="2147468621"/>
            <ac:spMk id="12" creationId="{7E2C29F5-EB48-3AE5-C602-1D96DF9AF269}"/>
          </ac:spMkLst>
        </pc:spChg>
        <pc:spChg chg="mod">
          <ac:chgData name="Okamura, Ryo" userId="18831572-7aab-4b12-89e3-a5e58af7a83e" providerId="ADAL" clId="{00786286-401E-4FD1-BD85-040950DC1534}" dt="2024-02-08T00:39:36.438" v="773" actId="20577"/>
          <ac:spMkLst>
            <pc:docMk/>
            <pc:sldMk cId="82363970" sldId="2147468621"/>
            <ac:spMk id="13" creationId="{69BF46B3-BD2C-626F-99BA-C7A327CA0796}"/>
          </ac:spMkLst>
        </pc:spChg>
        <pc:spChg chg="add mod">
          <ac:chgData name="Okamura, Ryo" userId="18831572-7aab-4b12-89e3-a5e58af7a83e" providerId="ADAL" clId="{00786286-401E-4FD1-BD85-040950DC1534}" dt="2024-02-07T23:43:19.178" v="326"/>
          <ac:spMkLst>
            <pc:docMk/>
            <pc:sldMk cId="82363970" sldId="2147468621"/>
            <ac:spMk id="15" creationId="{EE994CE2-3045-97F8-B3C6-903EDD3ED7E6}"/>
          </ac:spMkLst>
        </pc:spChg>
        <pc:spChg chg="add mod">
          <ac:chgData name="Okamura, Ryo" userId="18831572-7aab-4b12-89e3-a5e58af7a83e" providerId="ADAL" clId="{00786286-401E-4FD1-BD85-040950DC1534}" dt="2024-02-07T23:44:50.963" v="564" actId="207"/>
          <ac:spMkLst>
            <pc:docMk/>
            <pc:sldMk cId="82363970" sldId="2147468621"/>
            <ac:spMk id="16" creationId="{99C6E0AF-F6A3-0F1F-1417-6A2B77FBD971}"/>
          </ac:spMkLst>
        </pc:spChg>
        <pc:spChg chg="add mod">
          <ac:chgData name="Okamura, Ryo" userId="18831572-7aab-4b12-89e3-a5e58af7a83e" providerId="ADAL" clId="{00786286-401E-4FD1-BD85-040950DC1534}" dt="2024-02-07T23:43:19.178" v="326"/>
          <ac:spMkLst>
            <pc:docMk/>
            <pc:sldMk cId="82363970" sldId="2147468621"/>
            <ac:spMk id="17" creationId="{4756CFC6-82FC-6289-E865-B8788C8D7546}"/>
          </ac:spMkLst>
        </pc:spChg>
        <pc:spChg chg="add mod">
          <ac:chgData name="Okamura, Ryo" userId="18831572-7aab-4b12-89e3-a5e58af7a83e" providerId="ADAL" clId="{00786286-401E-4FD1-BD85-040950DC1534}" dt="2024-02-07T23:43:19.178" v="326"/>
          <ac:spMkLst>
            <pc:docMk/>
            <pc:sldMk cId="82363970" sldId="2147468621"/>
            <ac:spMk id="18" creationId="{2E89C616-08CC-8C67-A618-42DE0DE3C036}"/>
          </ac:spMkLst>
        </pc:spChg>
        <pc:spChg chg="add mod">
          <ac:chgData name="Okamura, Ryo" userId="18831572-7aab-4b12-89e3-a5e58af7a83e" providerId="ADAL" clId="{00786286-401E-4FD1-BD85-040950DC1534}" dt="2024-02-07T23:43:19.178" v="326"/>
          <ac:spMkLst>
            <pc:docMk/>
            <pc:sldMk cId="82363970" sldId="2147468621"/>
            <ac:spMk id="19" creationId="{855A6689-D75E-018A-CF66-786B88300D2F}"/>
          </ac:spMkLst>
        </pc:spChg>
        <pc:spChg chg="add mod">
          <ac:chgData name="Okamura, Ryo" userId="18831572-7aab-4b12-89e3-a5e58af7a83e" providerId="ADAL" clId="{00786286-401E-4FD1-BD85-040950DC1534}" dt="2024-02-07T23:43:19.178" v="326"/>
          <ac:spMkLst>
            <pc:docMk/>
            <pc:sldMk cId="82363970" sldId="2147468621"/>
            <ac:spMk id="20" creationId="{6FC7C405-61AB-D8E0-93BC-9402ABF6DBAB}"/>
          </ac:spMkLst>
        </pc:spChg>
        <pc:spChg chg="add mod">
          <ac:chgData name="Okamura, Ryo" userId="18831572-7aab-4b12-89e3-a5e58af7a83e" providerId="ADAL" clId="{00786286-401E-4FD1-BD85-040950DC1534}" dt="2024-02-07T23:43:19.178" v="326"/>
          <ac:spMkLst>
            <pc:docMk/>
            <pc:sldMk cId="82363970" sldId="2147468621"/>
            <ac:spMk id="21" creationId="{6CC5DD1B-B853-F5C0-FF42-A4C974B51D45}"/>
          </ac:spMkLst>
        </pc:spChg>
        <pc:spChg chg="mod">
          <ac:chgData name="Okamura, Ryo" userId="18831572-7aab-4b12-89e3-a5e58af7a83e" providerId="ADAL" clId="{00786286-401E-4FD1-BD85-040950DC1534}" dt="2024-02-07T23:43:19.178" v="326"/>
          <ac:spMkLst>
            <pc:docMk/>
            <pc:sldMk cId="82363970" sldId="2147468621"/>
            <ac:spMk id="23" creationId="{8E6E6B52-DF3C-CDDD-2A9B-A6D6B48DB40D}"/>
          </ac:spMkLst>
        </pc:spChg>
        <pc:spChg chg="mod">
          <ac:chgData name="Okamura, Ryo" userId="18831572-7aab-4b12-89e3-a5e58af7a83e" providerId="ADAL" clId="{00786286-401E-4FD1-BD85-040950DC1534}" dt="2024-02-07T23:43:19.178" v="326"/>
          <ac:spMkLst>
            <pc:docMk/>
            <pc:sldMk cId="82363970" sldId="2147468621"/>
            <ac:spMk id="24" creationId="{9A3AD08B-4B0C-82FA-5B75-1C61470EF7BE}"/>
          </ac:spMkLst>
        </pc:spChg>
        <pc:spChg chg="mod">
          <ac:chgData name="Okamura, Ryo" userId="18831572-7aab-4b12-89e3-a5e58af7a83e" providerId="ADAL" clId="{00786286-401E-4FD1-BD85-040950DC1534}" dt="2024-02-07T23:43:19.178" v="326"/>
          <ac:spMkLst>
            <pc:docMk/>
            <pc:sldMk cId="82363970" sldId="2147468621"/>
            <ac:spMk id="25" creationId="{7443CAC6-550E-EBA0-2B02-3DA021AA7763}"/>
          </ac:spMkLst>
        </pc:spChg>
        <pc:spChg chg="mod">
          <ac:chgData name="Okamura, Ryo" userId="18831572-7aab-4b12-89e3-a5e58af7a83e" providerId="ADAL" clId="{00786286-401E-4FD1-BD85-040950DC1534}" dt="2024-02-07T23:43:19.178" v="326"/>
          <ac:spMkLst>
            <pc:docMk/>
            <pc:sldMk cId="82363970" sldId="2147468621"/>
            <ac:spMk id="26" creationId="{7D5291A9-B8B5-D4A0-62D4-F20A41352D08}"/>
          </ac:spMkLst>
        </pc:spChg>
        <pc:spChg chg="mod">
          <ac:chgData name="Okamura, Ryo" userId="18831572-7aab-4b12-89e3-a5e58af7a83e" providerId="ADAL" clId="{00786286-401E-4FD1-BD85-040950DC1534}" dt="2024-02-07T23:43:19.178" v="326"/>
          <ac:spMkLst>
            <pc:docMk/>
            <pc:sldMk cId="82363970" sldId="2147468621"/>
            <ac:spMk id="27" creationId="{D6305E27-7741-23D6-7EF7-364C599051A6}"/>
          </ac:spMkLst>
        </pc:spChg>
        <pc:spChg chg="mod">
          <ac:chgData name="Okamura, Ryo" userId="18831572-7aab-4b12-89e3-a5e58af7a83e" providerId="ADAL" clId="{00786286-401E-4FD1-BD85-040950DC1534}" dt="2024-02-07T23:43:19.178" v="326"/>
          <ac:spMkLst>
            <pc:docMk/>
            <pc:sldMk cId="82363970" sldId="2147468621"/>
            <ac:spMk id="28" creationId="{1054B237-C2CE-7604-7550-D01ECC8FD714}"/>
          </ac:spMkLst>
        </pc:spChg>
        <pc:spChg chg="mod">
          <ac:chgData name="Okamura, Ryo" userId="18831572-7aab-4b12-89e3-a5e58af7a83e" providerId="ADAL" clId="{00786286-401E-4FD1-BD85-040950DC1534}" dt="2024-02-07T23:43:19.178" v="326"/>
          <ac:spMkLst>
            <pc:docMk/>
            <pc:sldMk cId="82363970" sldId="2147468621"/>
            <ac:spMk id="29" creationId="{AF26B9C0-9D5C-07B9-8BC1-260A74C7770D}"/>
          </ac:spMkLst>
        </pc:spChg>
        <pc:spChg chg="mod">
          <ac:chgData name="Okamura, Ryo" userId="18831572-7aab-4b12-89e3-a5e58af7a83e" providerId="ADAL" clId="{00786286-401E-4FD1-BD85-040950DC1534}" dt="2024-02-07T23:43:19.178" v="326"/>
          <ac:spMkLst>
            <pc:docMk/>
            <pc:sldMk cId="82363970" sldId="2147468621"/>
            <ac:spMk id="30" creationId="{39AD4737-8DE2-301C-EC83-6534327BD42D}"/>
          </ac:spMkLst>
        </pc:spChg>
        <pc:spChg chg="mod">
          <ac:chgData name="Okamura, Ryo" userId="18831572-7aab-4b12-89e3-a5e58af7a83e" providerId="ADAL" clId="{00786286-401E-4FD1-BD85-040950DC1534}" dt="2024-02-07T23:43:19.178" v="326"/>
          <ac:spMkLst>
            <pc:docMk/>
            <pc:sldMk cId="82363970" sldId="2147468621"/>
            <ac:spMk id="31" creationId="{3B5D6FA1-38B6-D8A7-0499-2D0E9A25677D}"/>
          </ac:spMkLst>
        </pc:spChg>
        <pc:spChg chg="mod">
          <ac:chgData name="Okamura, Ryo" userId="18831572-7aab-4b12-89e3-a5e58af7a83e" providerId="ADAL" clId="{00786286-401E-4FD1-BD85-040950DC1534}" dt="2024-02-07T23:43:19.178" v="326"/>
          <ac:spMkLst>
            <pc:docMk/>
            <pc:sldMk cId="82363970" sldId="2147468621"/>
            <ac:spMk id="32" creationId="{0D649780-563F-CC5D-30B8-3F267B5F2E61}"/>
          </ac:spMkLst>
        </pc:spChg>
        <pc:spChg chg="mod">
          <ac:chgData name="Okamura, Ryo" userId="18831572-7aab-4b12-89e3-a5e58af7a83e" providerId="ADAL" clId="{00786286-401E-4FD1-BD85-040950DC1534}" dt="2024-02-07T23:43:19.178" v="326"/>
          <ac:spMkLst>
            <pc:docMk/>
            <pc:sldMk cId="82363970" sldId="2147468621"/>
            <ac:spMk id="33" creationId="{2AE11E55-E813-A8AE-CFBF-8DA4F0792770}"/>
          </ac:spMkLst>
        </pc:spChg>
        <pc:spChg chg="mod">
          <ac:chgData name="Okamura, Ryo" userId="18831572-7aab-4b12-89e3-a5e58af7a83e" providerId="ADAL" clId="{00786286-401E-4FD1-BD85-040950DC1534}" dt="2024-02-07T23:43:19.178" v="326"/>
          <ac:spMkLst>
            <pc:docMk/>
            <pc:sldMk cId="82363970" sldId="2147468621"/>
            <ac:spMk id="34" creationId="{9D9CCDF2-AE82-BAE0-745D-BD25F8EB807D}"/>
          </ac:spMkLst>
        </pc:spChg>
        <pc:spChg chg="mod">
          <ac:chgData name="Okamura, Ryo" userId="18831572-7aab-4b12-89e3-a5e58af7a83e" providerId="ADAL" clId="{00786286-401E-4FD1-BD85-040950DC1534}" dt="2024-02-07T23:43:19.178" v="326"/>
          <ac:spMkLst>
            <pc:docMk/>
            <pc:sldMk cId="82363970" sldId="2147468621"/>
            <ac:spMk id="35" creationId="{1F7DBDD4-E35B-1ACB-624B-6C67EC769867}"/>
          </ac:spMkLst>
        </pc:spChg>
        <pc:spChg chg="mod">
          <ac:chgData name="Okamura, Ryo" userId="18831572-7aab-4b12-89e3-a5e58af7a83e" providerId="ADAL" clId="{00786286-401E-4FD1-BD85-040950DC1534}" dt="2024-02-07T23:43:19.178" v="326"/>
          <ac:spMkLst>
            <pc:docMk/>
            <pc:sldMk cId="82363970" sldId="2147468621"/>
            <ac:spMk id="36" creationId="{9AB4A22A-CE89-C35C-D0B1-C2658DEB0013}"/>
          </ac:spMkLst>
        </pc:spChg>
        <pc:spChg chg="mod">
          <ac:chgData name="Okamura, Ryo" userId="18831572-7aab-4b12-89e3-a5e58af7a83e" providerId="ADAL" clId="{00786286-401E-4FD1-BD85-040950DC1534}" dt="2024-02-07T23:43:19.178" v="326"/>
          <ac:spMkLst>
            <pc:docMk/>
            <pc:sldMk cId="82363970" sldId="2147468621"/>
            <ac:spMk id="37" creationId="{D49B86E5-8B6A-C5AC-459A-F5B20857A7E7}"/>
          </ac:spMkLst>
        </pc:spChg>
        <pc:spChg chg="mod">
          <ac:chgData name="Okamura, Ryo" userId="18831572-7aab-4b12-89e3-a5e58af7a83e" providerId="ADAL" clId="{00786286-401E-4FD1-BD85-040950DC1534}" dt="2024-02-07T23:43:19.178" v="326"/>
          <ac:spMkLst>
            <pc:docMk/>
            <pc:sldMk cId="82363970" sldId="2147468621"/>
            <ac:spMk id="38" creationId="{FF17855E-2DAE-3C4F-E834-1670540F86B6}"/>
          </ac:spMkLst>
        </pc:spChg>
        <pc:spChg chg="mod">
          <ac:chgData name="Okamura, Ryo" userId="18831572-7aab-4b12-89e3-a5e58af7a83e" providerId="ADAL" clId="{00786286-401E-4FD1-BD85-040950DC1534}" dt="2024-02-07T23:43:19.178" v="326"/>
          <ac:spMkLst>
            <pc:docMk/>
            <pc:sldMk cId="82363970" sldId="2147468621"/>
            <ac:spMk id="39" creationId="{0AF8C326-CAFC-7529-E1C5-7DAA0F9CFDA2}"/>
          </ac:spMkLst>
        </pc:spChg>
        <pc:spChg chg="mod">
          <ac:chgData name="Okamura, Ryo" userId="18831572-7aab-4b12-89e3-a5e58af7a83e" providerId="ADAL" clId="{00786286-401E-4FD1-BD85-040950DC1534}" dt="2024-02-07T23:43:19.178" v="326"/>
          <ac:spMkLst>
            <pc:docMk/>
            <pc:sldMk cId="82363970" sldId="2147468621"/>
            <ac:spMk id="41" creationId="{CC46ADAC-E455-08AC-52EA-390C367F4E45}"/>
          </ac:spMkLst>
        </pc:spChg>
        <pc:spChg chg="mod">
          <ac:chgData name="Okamura, Ryo" userId="18831572-7aab-4b12-89e3-a5e58af7a83e" providerId="ADAL" clId="{00786286-401E-4FD1-BD85-040950DC1534}" dt="2024-02-07T23:43:19.178" v="326"/>
          <ac:spMkLst>
            <pc:docMk/>
            <pc:sldMk cId="82363970" sldId="2147468621"/>
            <ac:spMk id="42" creationId="{CAC5A9B6-9DC0-C582-CD1A-1EFEAB82DEA6}"/>
          </ac:spMkLst>
        </pc:spChg>
        <pc:spChg chg="mod">
          <ac:chgData name="Okamura, Ryo" userId="18831572-7aab-4b12-89e3-a5e58af7a83e" providerId="ADAL" clId="{00786286-401E-4FD1-BD85-040950DC1534}" dt="2024-02-07T23:43:19.178" v="326"/>
          <ac:spMkLst>
            <pc:docMk/>
            <pc:sldMk cId="82363970" sldId="2147468621"/>
            <ac:spMk id="43" creationId="{0ED67893-17B2-4C43-B978-3D9144DABCA0}"/>
          </ac:spMkLst>
        </pc:spChg>
        <pc:spChg chg="mod">
          <ac:chgData name="Okamura, Ryo" userId="18831572-7aab-4b12-89e3-a5e58af7a83e" providerId="ADAL" clId="{00786286-401E-4FD1-BD85-040950DC1534}" dt="2024-02-07T23:43:19.178" v="326"/>
          <ac:spMkLst>
            <pc:docMk/>
            <pc:sldMk cId="82363970" sldId="2147468621"/>
            <ac:spMk id="44" creationId="{7F8F5F7E-14D3-AA84-BB64-8A80D5E2441B}"/>
          </ac:spMkLst>
        </pc:spChg>
        <pc:spChg chg="mod">
          <ac:chgData name="Okamura, Ryo" userId="18831572-7aab-4b12-89e3-a5e58af7a83e" providerId="ADAL" clId="{00786286-401E-4FD1-BD85-040950DC1534}" dt="2024-02-07T23:43:19.178" v="326"/>
          <ac:spMkLst>
            <pc:docMk/>
            <pc:sldMk cId="82363970" sldId="2147468621"/>
            <ac:spMk id="45" creationId="{110D9AAC-3A3D-4C72-32A6-98FFFF79173D}"/>
          </ac:spMkLst>
        </pc:spChg>
        <pc:spChg chg="mod">
          <ac:chgData name="Okamura, Ryo" userId="18831572-7aab-4b12-89e3-a5e58af7a83e" providerId="ADAL" clId="{00786286-401E-4FD1-BD85-040950DC1534}" dt="2024-02-07T23:43:19.178" v="326"/>
          <ac:spMkLst>
            <pc:docMk/>
            <pc:sldMk cId="82363970" sldId="2147468621"/>
            <ac:spMk id="46" creationId="{FE9CCD82-61AF-B460-14BE-6AAF15661B66}"/>
          </ac:spMkLst>
        </pc:spChg>
        <pc:spChg chg="mod">
          <ac:chgData name="Okamura, Ryo" userId="18831572-7aab-4b12-89e3-a5e58af7a83e" providerId="ADAL" clId="{00786286-401E-4FD1-BD85-040950DC1534}" dt="2024-02-07T23:43:19.178" v="326"/>
          <ac:spMkLst>
            <pc:docMk/>
            <pc:sldMk cId="82363970" sldId="2147468621"/>
            <ac:spMk id="47" creationId="{6DC94873-B393-470D-5DFF-3BFDA12FBDC4}"/>
          </ac:spMkLst>
        </pc:spChg>
        <pc:spChg chg="mod">
          <ac:chgData name="Okamura, Ryo" userId="18831572-7aab-4b12-89e3-a5e58af7a83e" providerId="ADAL" clId="{00786286-401E-4FD1-BD85-040950DC1534}" dt="2024-02-07T23:43:19.178" v="326"/>
          <ac:spMkLst>
            <pc:docMk/>
            <pc:sldMk cId="82363970" sldId="2147468621"/>
            <ac:spMk id="48" creationId="{2B7534DB-8BAA-5B56-3C6B-C183FB24183E}"/>
          </ac:spMkLst>
        </pc:spChg>
        <pc:spChg chg="mod">
          <ac:chgData name="Okamura, Ryo" userId="18831572-7aab-4b12-89e3-a5e58af7a83e" providerId="ADAL" clId="{00786286-401E-4FD1-BD85-040950DC1534}" dt="2024-02-07T23:43:19.178" v="326"/>
          <ac:spMkLst>
            <pc:docMk/>
            <pc:sldMk cId="82363970" sldId="2147468621"/>
            <ac:spMk id="49" creationId="{36BC064B-7E2C-31C2-84C1-8C802F2F6661}"/>
          </ac:spMkLst>
        </pc:spChg>
        <pc:spChg chg="mod">
          <ac:chgData name="Okamura, Ryo" userId="18831572-7aab-4b12-89e3-a5e58af7a83e" providerId="ADAL" clId="{00786286-401E-4FD1-BD85-040950DC1534}" dt="2024-02-07T23:43:19.178" v="326"/>
          <ac:spMkLst>
            <pc:docMk/>
            <pc:sldMk cId="82363970" sldId="2147468621"/>
            <ac:spMk id="50" creationId="{779C3BF1-33F6-5DC1-F211-A43B639ECD2F}"/>
          </ac:spMkLst>
        </pc:spChg>
        <pc:spChg chg="mod">
          <ac:chgData name="Okamura, Ryo" userId="18831572-7aab-4b12-89e3-a5e58af7a83e" providerId="ADAL" clId="{00786286-401E-4FD1-BD85-040950DC1534}" dt="2024-02-07T23:43:19.178" v="326"/>
          <ac:spMkLst>
            <pc:docMk/>
            <pc:sldMk cId="82363970" sldId="2147468621"/>
            <ac:spMk id="51" creationId="{72413532-46B4-ADDD-7BAA-742B179DBFD3}"/>
          </ac:spMkLst>
        </pc:spChg>
        <pc:spChg chg="mod">
          <ac:chgData name="Okamura, Ryo" userId="18831572-7aab-4b12-89e3-a5e58af7a83e" providerId="ADAL" clId="{00786286-401E-4FD1-BD85-040950DC1534}" dt="2024-02-07T23:43:19.178" v="326"/>
          <ac:spMkLst>
            <pc:docMk/>
            <pc:sldMk cId="82363970" sldId="2147468621"/>
            <ac:spMk id="52" creationId="{A8CA5EF9-D536-99E0-4630-92624BFAB238}"/>
          </ac:spMkLst>
        </pc:spChg>
        <pc:spChg chg="mod">
          <ac:chgData name="Okamura, Ryo" userId="18831572-7aab-4b12-89e3-a5e58af7a83e" providerId="ADAL" clId="{00786286-401E-4FD1-BD85-040950DC1534}" dt="2024-02-07T23:43:19.178" v="326"/>
          <ac:spMkLst>
            <pc:docMk/>
            <pc:sldMk cId="82363970" sldId="2147468621"/>
            <ac:spMk id="54" creationId="{5122EDB5-60A0-4D32-4205-7E5E6E4BD4F4}"/>
          </ac:spMkLst>
        </pc:spChg>
        <pc:spChg chg="mod">
          <ac:chgData name="Okamura, Ryo" userId="18831572-7aab-4b12-89e3-a5e58af7a83e" providerId="ADAL" clId="{00786286-401E-4FD1-BD85-040950DC1534}" dt="2024-02-07T23:43:19.178" v="326"/>
          <ac:spMkLst>
            <pc:docMk/>
            <pc:sldMk cId="82363970" sldId="2147468621"/>
            <ac:spMk id="55" creationId="{D64BD469-6ED3-9303-C497-796BF3AF2AFA}"/>
          </ac:spMkLst>
        </pc:spChg>
        <pc:spChg chg="mod">
          <ac:chgData name="Okamura, Ryo" userId="18831572-7aab-4b12-89e3-a5e58af7a83e" providerId="ADAL" clId="{00786286-401E-4FD1-BD85-040950DC1534}" dt="2024-02-07T23:43:19.178" v="326"/>
          <ac:spMkLst>
            <pc:docMk/>
            <pc:sldMk cId="82363970" sldId="2147468621"/>
            <ac:spMk id="56" creationId="{0A4550A2-29ED-3C9B-10BD-9A236F84FFF4}"/>
          </ac:spMkLst>
        </pc:spChg>
        <pc:spChg chg="mod">
          <ac:chgData name="Okamura, Ryo" userId="18831572-7aab-4b12-89e3-a5e58af7a83e" providerId="ADAL" clId="{00786286-401E-4FD1-BD85-040950DC1534}" dt="2024-02-07T23:43:19.178" v="326"/>
          <ac:spMkLst>
            <pc:docMk/>
            <pc:sldMk cId="82363970" sldId="2147468621"/>
            <ac:spMk id="57" creationId="{D4B9276B-14C3-EDC2-4EE3-BD49C75DDE00}"/>
          </ac:spMkLst>
        </pc:spChg>
        <pc:spChg chg="mod">
          <ac:chgData name="Okamura, Ryo" userId="18831572-7aab-4b12-89e3-a5e58af7a83e" providerId="ADAL" clId="{00786286-401E-4FD1-BD85-040950DC1534}" dt="2024-02-07T23:43:19.178" v="326"/>
          <ac:spMkLst>
            <pc:docMk/>
            <pc:sldMk cId="82363970" sldId="2147468621"/>
            <ac:spMk id="58" creationId="{7F93AD58-DA45-0F09-F253-E0CDCA5B9B8C}"/>
          </ac:spMkLst>
        </pc:spChg>
        <pc:spChg chg="mod">
          <ac:chgData name="Okamura, Ryo" userId="18831572-7aab-4b12-89e3-a5e58af7a83e" providerId="ADAL" clId="{00786286-401E-4FD1-BD85-040950DC1534}" dt="2024-02-07T23:43:19.178" v="326"/>
          <ac:spMkLst>
            <pc:docMk/>
            <pc:sldMk cId="82363970" sldId="2147468621"/>
            <ac:spMk id="59" creationId="{B0B7E877-451E-C098-7A2A-5AF8CB003259}"/>
          </ac:spMkLst>
        </pc:spChg>
        <pc:spChg chg="mod">
          <ac:chgData name="Okamura, Ryo" userId="18831572-7aab-4b12-89e3-a5e58af7a83e" providerId="ADAL" clId="{00786286-401E-4FD1-BD85-040950DC1534}" dt="2024-02-07T23:43:19.178" v="326"/>
          <ac:spMkLst>
            <pc:docMk/>
            <pc:sldMk cId="82363970" sldId="2147468621"/>
            <ac:spMk id="60" creationId="{1AB98C88-ABE2-62E6-843B-EEA12FE71169}"/>
          </ac:spMkLst>
        </pc:spChg>
        <pc:spChg chg="mod">
          <ac:chgData name="Okamura, Ryo" userId="18831572-7aab-4b12-89e3-a5e58af7a83e" providerId="ADAL" clId="{00786286-401E-4FD1-BD85-040950DC1534}" dt="2024-02-07T23:43:19.178" v="326"/>
          <ac:spMkLst>
            <pc:docMk/>
            <pc:sldMk cId="82363970" sldId="2147468621"/>
            <ac:spMk id="61" creationId="{57DC6580-1C32-8FD5-A1D8-30CCB4BF1C7C}"/>
          </ac:spMkLst>
        </pc:spChg>
        <pc:spChg chg="mod">
          <ac:chgData name="Okamura, Ryo" userId="18831572-7aab-4b12-89e3-a5e58af7a83e" providerId="ADAL" clId="{00786286-401E-4FD1-BD85-040950DC1534}" dt="2024-02-07T23:43:19.178" v="326"/>
          <ac:spMkLst>
            <pc:docMk/>
            <pc:sldMk cId="82363970" sldId="2147468621"/>
            <ac:spMk id="62" creationId="{E08A19C2-1785-817D-DC4E-B40AD3E2CEF0}"/>
          </ac:spMkLst>
        </pc:spChg>
        <pc:spChg chg="mod">
          <ac:chgData name="Okamura, Ryo" userId="18831572-7aab-4b12-89e3-a5e58af7a83e" providerId="ADAL" clId="{00786286-401E-4FD1-BD85-040950DC1534}" dt="2024-02-07T23:43:19.178" v="326"/>
          <ac:spMkLst>
            <pc:docMk/>
            <pc:sldMk cId="82363970" sldId="2147468621"/>
            <ac:spMk id="63" creationId="{B8E8A720-9A20-FFB8-FBC8-0EB3AFA5BD81}"/>
          </ac:spMkLst>
        </pc:spChg>
        <pc:spChg chg="mod">
          <ac:chgData name="Okamura, Ryo" userId="18831572-7aab-4b12-89e3-a5e58af7a83e" providerId="ADAL" clId="{00786286-401E-4FD1-BD85-040950DC1534}" dt="2024-02-07T23:43:19.178" v="326"/>
          <ac:spMkLst>
            <pc:docMk/>
            <pc:sldMk cId="82363970" sldId="2147468621"/>
            <ac:spMk id="64" creationId="{0A122B94-6D4D-83CC-1791-3B1DCD3A13E0}"/>
          </ac:spMkLst>
        </pc:spChg>
        <pc:spChg chg="mod">
          <ac:chgData name="Okamura, Ryo" userId="18831572-7aab-4b12-89e3-a5e58af7a83e" providerId="ADAL" clId="{00786286-401E-4FD1-BD85-040950DC1534}" dt="2024-02-07T23:43:19.178" v="326"/>
          <ac:spMkLst>
            <pc:docMk/>
            <pc:sldMk cId="82363970" sldId="2147468621"/>
            <ac:spMk id="65" creationId="{90BAB80D-9A4E-C5C1-F804-661D67984119}"/>
          </ac:spMkLst>
        </pc:spChg>
        <pc:spChg chg="mod">
          <ac:chgData name="Okamura, Ryo" userId="18831572-7aab-4b12-89e3-a5e58af7a83e" providerId="ADAL" clId="{00786286-401E-4FD1-BD85-040950DC1534}" dt="2024-02-07T23:43:19.178" v="326"/>
          <ac:spMkLst>
            <pc:docMk/>
            <pc:sldMk cId="82363970" sldId="2147468621"/>
            <ac:spMk id="66" creationId="{13232094-092A-3083-0603-08468C8DD313}"/>
          </ac:spMkLst>
        </pc:spChg>
        <pc:spChg chg="mod">
          <ac:chgData name="Okamura, Ryo" userId="18831572-7aab-4b12-89e3-a5e58af7a83e" providerId="ADAL" clId="{00786286-401E-4FD1-BD85-040950DC1534}" dt="2024-02-07T23:43:19.178" v="326"/>
          <ac:spMkLst>
            <pc:docMk/>
            <pc:sldMk cId="82363970" sldId="2147468621"/>
            <ac:spMk id="67" creationId="{70F30D8C-06F4-EC6C-6D29-BDBA4EFC650F}"/>
          </ac:spMkLst>
        </pc:spChg>
        <pc:spChg chg="mod">
          <ac:chgData name="Okamura, Ryo" userId="18831572-7aab-4b12-89e3-a5e58af7a83e" providerId="ADAL" clId="{00786286-401E-4FD1-BD85-040950DC1534}" dt="2024-02-07T23:43:19.178" v="326"/>
          <ac:spMkLst>
            <pc:docMk/>
            <pc:sldMk cId="82363970" sldId="2147468621"/>
            <ac:spMk id="68" creationId="{E1C1759C-22ED-A26D-ACE4-4A581A91FCB4}"/>
          </ac:spMkLst>
        </pc:spChg>
        <pc:spChg chg="mod">
          <ac:chgData name="Okamura, Ryo" userId="18831572-7aab-4b12-89e3-a5e58af7a83e" providerId="ADAL" clId="{00786286-401E-4FD1-BD85-040950DC1534}" dt="2024-02-07T23:43:19.178" v="326"/>
          <ac:spMkLst>
            <pc:docMk/>
            <pc:sldMk cId="82363970" sldId="2147468621"/>
            <ac:spMk id="69" creationId="{4AAC3942-C40C-CE21-4DD3-E75DDDCB1CCE}"/>
          </ac:spMkLst>
        </pc:spChg>
        <pc:spChg chg="mod">
          <ac:chgData name="Okamura, Ryo" userId="18831572-7aab-4b12-89e3-a5e58af7a83e" providerId="ADAL" clId="{00786286-401E-4FD1-BD85-040950DC1534}" dt="2024-02-07T23:43:19.178" v="326"/>
          <ac:spMkLst>
            <pc:docMk/>
            <pc:sldMk cId="82363970" sldId="2147468621"/>
            <ac:spMk id="70" creationId="{4C458A2E-2F14-7E49-6380-A295ADD64176}"/>
          </ac:spMkLst>
        </pc:spChg>
        <pc:spChg chg="mod">
          <ac:chgData name="Okamura, Ryo" userId="18831572-7aab-4b12-89e3-a5e58af7a83e" providerId="ADAL" clId="{00786286-401E-4FD1-BD85-040950DC1534}" dt="2024-02-07T23:43:19.178" v="326"/>
          <ac:spMkLst>
            <pc:docMk/>
            <pc:sldMk cId="82363970" sldId="2147468621"/>
            <ac:spMk id="71" creationId="{02E7D72B-2392-0C8F-7779-FEEC40A1DF0E}"/>
          </ac:spMkLst>
        </pc:spChg>
        <pc:spChg chg="mod">
          <ac:chgData name="Okamura, Ryo" userId="18831572-7aab-4b12-89e3-a5e58af7a83e" providerId="ADAL" clId="{00786286-401E-4FD1-BD85-040950DC1534}" dt="2024-02-07T23:43:19.178" v="326"/>
          <ac:spMkLst>
            <pc:docMk/>
            <pc:sldMk cId="82363970" sldId="2147468621"/>
            <ac:spMk id="72" creationId="{32A8DB65-B41A-DF2C-E5F7-B5E0DB58E637}"/>
          </ac:spMkLst>
        </pc:spChg>
        <pc:spChg chg="mod">
          <ac:chgData name="Okamura, Ryo" userId="18831572-7aab-4b12-89e3-a5e58af7a83e" providerId="ADAL" clId="{00786286-401E-4FD1-BD85-040950DC1534}" dt="2024-02-07T23:43:19.178" v="326"/>
          <ac:spMkLst>
            <pc:docMk/>
            <pc:sldMk cId="82363970" sldId="2147468621"/>
            <ac:spMk id="73" creationId="{EE25B573-A943-AA0A-C339-F38A20EE7E36}"/>
          </ac:spMkLst>
        </pc:spChg>
        <pc:spChg chg="mod">
          <ac:chgData name="Okamura, Ryo" userId="18831572-7aab-4b12-89e3-a5e58af7a83e" providerId="ADAL" clId="{00786286-401E-4FD1-BD85-040950DC1534}" dt="2024-02-07T23:43:19.178" v="326"/>
          <ac:spMkLst>
            <pc:docMk/>
            <pc:sldMk cId="82363970" sldId="2147468621"/>
            <ac:spMk id="74" creationId="{B8F41ABE-15A8-1F72-8153-EDA58D859F9A}"/>
          </ac:spMkLst>
        </pc:spChg>
        <pc:spChg chg="mod">
          <ac:chgData name="Okamura, Ryo" userId="18831572-7aab-4b12-89e3-a5e58af7a83e" providerId="ADAL" clId="{00786286-401E-4FD1-BD85-040950DC1534}" dt="2024-02-07T23:43:19.178" v="326"/>
          <ac:spMkLst>
            <pc:docMk/>
            <pc:sldMk cId="82363970" sldId="2147468621"/>
            <ac:spMk id="76" creationId="{A12285FA-BADE-FE4D-4654-CE8F686528E8}"/>
          </ac:spMkLst>
        </pc:spChg>
        <pc:spChg chg="mod">
          <ac:chgData name="Okamura, Ryo" userId="18831572-7aab-4b12-89e3-a5e58af7a83e" providerId="ADAL" clId="{00786286-401E-4FD1-BD85-040950DC1534}" dt="2024-02-07T23:43:19.178" v="326"/>
          <ac:spMkLst>
            <pc:docMk/>
            <pc:sldMk cId="82363970" sldId="2147468621"/>
            <ac:spMk id="77" creationId="{169A8744-50BA-DAB8-FC22-60822ABF243A}"/>
          </ac:spMkLst>
        </pc:spChg>
        <pc:spChg chg="mod">
          <ac:chgData name="Okamura, Ryo" userId="18831572-7aab-4b12-89e3-a5e58af7a83e" providerId="ADAL" clId="{00786286-401E-4FD1-BD85-040950DC1534}" dt="2024-02-07T23:43:19.178" v="326"/>
          <ac:spMkLst>
            <pc:docMk/>
            <pc:sldMk cId="82363970" sldId="2147468621"/>
            <ac:spMk id="78" creationId="{5A85F08E-E372-6089-31A2-F5AB1E468402}"/>
          </ac:spMkLst>
        </pc:spChg>
        <pc:spChg chg="mod">
          <ac:chgData name="Okamura, Ryo" userId="18831572-7aab-4b12-89e3-a5e58af7a83e" providerId="ADAL" clId="{00786286-401E-4FD1-BD85-040950DC1534}" dt="2024-02-07T23:43:19.178" v="326"/>
          <ac:spMkLst>
            <pc:docMk/>
            <pc:sldMk cId="82363970" sldId="2147468621"/>
            <ac:spMk id="79" creationId="{C75DA0B0-B7A4-4032-D985-18A95F2335F8}"/>
          </ac:spMkLst>
        </pc:spChg>
        <pc:spChg chg="mod">
          <ac:chgData name="Okamura, Ryo" userId="18831572-7aab-4b12-89e3-a5e58af7a83e" providerId="ADAL" clId="{00786286-401E-4FD1-BD85-040950DC1534}" dt="2024-02-07T23:43:19.178" v="326"/>
          <ac:spMkLst>
            <pc:docMk/>
            <pc:sldMk cId="82363970" sldId="2147468621"/>
            <ac:spMk id="80" creationId="{DA719B96-02FB-9FC4-D704-8560F1321CFC}"/>
          </ac:spMkLst>
        </pc:spChg>
        <pc:spChg chg="mod">
          <ac:chgData name="Okamura, Ryo" userId="18831572-7aab-4b12-89e3-a5e58af7a83e" providerId="ADAL" clId="{00786286-401E-4FD1-BD85-040950DC1534}" dt="2024-02-07T23:43:19.178" v="326"/>
          <ac:spMkLst>
            <pc:docMk/>
            <pc:sldMk cId="82363970" sldId="2147468621"/>
            <ac:spMk id="81" creationId="{26288946-E6CA-A934-B1D9-521526C58AF1}"/>
          </ac:spMkLst>
        </pc:spChg>
        <pc:spChg chg="mod">
          <ac:chgData name="Okamura, Ryo" userId="18831572-7aab-4b12-89e3-a5e58af7a83e" providerId="ADAL" clId="{00786286-401E-4FD1-BD85-040950DC1534}" dt="2024-02-07T23:43:19.178" v="326"/>
          <ac:spMkLst>
            <pc:docMk/>
            <pc:sldMk cId="82363970" sldId="2147468621"/>
            <ac:spMk id="82" creationId="{13DE8A55-F190-3799-DF46-A949C4707E42}"/>
          </ac:spMkLst>
        </pc:spChg>
        <pc:spChg chg="mod">
          <ac:chgData name="Okamura, Ryo" userId="18831572-7aab-4b12-89e3-a5e58af7a83e" providerId="ADAL" clId="{00786286-401E-4FD1-BD85-040950DC1534}" dt="2024-02-07T23:43:19.178" v="326"/>
          <ac:spMkLst>
            <pc:docMk/>
            <pc:sldMk cId="82363970" sldId="2147468621"/>
            <ac:spMk id="83" creationId="{E606438E-7362-EB73-D435-BE2FFA392A79}"/>
          </ac:spMkLst>
        </pc:spChg>
        <pc:spChg chg="mod">
          <ac:chgData name="Okamura, Ryo" userId="18831572-7aab-4b12-89e3-a5e58af7a83e" providerId="ADAL" clId="{00786286-401E-4FD1-BD85-040950DC1534}" dt="2024-02-07T23:43:19.178" v="326"/>
          <ac:spMkLst>
            <pc:docMk/>
            <pc:sldMk cId="82363970" sldId="2147468621"/>
            <ac:spMk id="84" creationId="{360F8083-EF8A-37F9-06D0-D45D224C0B6B}"/>
          </ac:spMkLst>
        </pc:spChg>
        <pc:spChg chg="mod">
          <ac:chgData name="Okamura, Ryo" userId="18831572-7aab-4b12-89e3-a5e58af7a83e" providerId="ADAL" clId="{00786286-401E-4FD1-BD85-040950DC1534}" dt="2024-02-07T23:43:19.178" v="326"/>
          <ac:spMkLst>
            <pc:docMk/>
            <pc:sldMk cId="82363970" sldId="2147468621"/>
            <ac:spMk id="85" creationId="{16EDD7AC-24E9-E848-20FF-464BE8BB6A8A}"/>
          </ac:spMkLst>
        </pc:spChg>
        <pc:spChg chg="mod">
          <ac:chgData name="Okamura, Ryo" userId="18831572-7aab-4b12-89e3-a5e58af7a83e" providerId="ADAL" clId="{00786286-401E-4FD1-BD85-040950DC1534}" dt="2024-02-07T23:43:19.178" v="326"/>
          <ac:spMkLst>
            <pc:docMk/>
            <pc:sldMk cId="82363970" sldId="2147468621"/>
            <ac:spMk id="86" creationId="{A85230FF-2CF0-7676-026F-628D967A3686}"/>
          </ac:spMkLst>
        </pc:spChg>
        <pc:spChg chg="mod">
          <ac:chgData name="Okamura, Ryo" userId="18831572-7aab-4b12-89e3-a5e58af7a83e" providerId="ADAL" clId="{00786286-401E-4FD1-BD85-040950DC1534}" dt="2024-02-07T23:43:19.178" v="326"/>
          <ac:spMkLst>
            <pc:docMk/>
            <pc:sldMk cId="82363970" sldId="2147468621"/>
            <ac:spMk id="87" creationId="{97EEE225-CE96-AB8C-63C1-E432A69AD46A}"/>
          </ac:spMkLst>
        </pc:spChg>
        <pc:spChg chg="mod">
          <ac:chgData name="Okamura, Ryo" userId="18831572-7aab-4b12-89e3-a5e58af7a83e" providerId="ADAL" clId="{00786286-401E-4FD1-BD85-040950DC1534}" dt="2024-02-07T23:43:19.178" v="326"/>
          <ac:spMkLst>
            <pc:docMk/>
            <pc:sldMk cId="82363970" sldId="2147468621"/>
            <ac:spMk id="89" creationId="{39D112F8-8F0A-4BD3-D816-1B170519A39E}"/>
          </ac:spMkLst>
        </pc:spChg>
        <pc:spChg chg="mod">
          <ac:chgData name="Okamura, Ryo" userId="18831572-7aab-4b12-89e3-a5e58af7a83e" providerId="ADAL" clId="{00786286-401E-4FD1-BD85-040950DC1534}" dt="2024-02-07T23:43:19.178" v="326"/>
          <ac:spMkLst>
            <pc:docMk/>
            <pc:sldMk cId="82363970" sldId="2147468621"/>
            <ac:spMk id="90" creationId="{D890F4CA-25FA-E2D7-34FD-2FBF9C20BF6B}"/>
          </ac:spMkLst>
        </pc:spChg>
        <pc:spChg chg="mod">
          <ac:chgData name="Okamura, Ryo" userId="18831572-7aab-4b12-89e3-a5e58af7a83e" providerId="ADAL" clId="{00786286-401E-4FD1-BD85-040950DC1534}" dt="2024-02-07T23:43:19.178" v="326"/>
          <ac:spMkLst>
            <pc:docMk/>
            <pc:sldMk cId="82363970" sldId="2147468621"/>
            <ac:spMk id="91" creationId="{68701DD0-61F9-6DD1-DCAE-E2BD56B6CFE7}"/>
          </ac:spMkLst>
        </pc:spChg>
        <pc:spChg chg="mod">
          <ac:chgData name="Okamura, Ryo" userId="18831572-7aab-4b12-89e3-a5e58af7a83e" providerId="ADAL" clId="{00786286-401E-4FD1-BD85-040950DC1534}" dt="2024-02-07T23:43:19.178" v="326"/>
          <ac:spMkLst>
            <pc:docMk/>
            <pc:sldMk cId="82363970" sldId="2147468621"/>
            <ac:spMk id="92" creationId="{4B086FDF-89AE-6F5A-DABA-F2F5E5CA1BA8}"/>
          </ac:spMkLst>
        </pc:spChg>
        <pc:spChg chg="mod">
          <ac:chgData name="Okamura, Ryo" userId="18831572-7aab-4b12-89e3-a5e58af7a83e" providerId="ADAL" clId="{00786286-401E-4FD1-BD85-040950DC1534}" dt="2024-02-07T23:43:19.178" v="326"/>
          <ac:spMkLst>
            <pc:docMk/>
            <pc:sldMk cId="82363970" sldId="2147468621"/>
            <ac:spMk id="93" creationId="{42545E70-003C-089F-4307-0D403ADA50F8}"/>
          </ac:spMkLst>
        </pc:spChg>
        <pc:spChg chg="mod">
          <ac:chgData name="Okamura, Ryo" userId="18831572-7aab-4b12-89e3-a5e58af7a83e" providerId="ADAL" clId="{00786286-401E-4FD1-BD85-040950DC1534}" dt="2024-02-07T23:43:19.178" v="326"/>
          <ac:spMkLst>
            <pc:docMk/>
            <pc:sldMk cId="82363970" sldId="2147468621"/>
            <ac:spMk id="94" creationId="{1FBB526F-C932-615D-81BC-D831E93B1AAB}"/>
          </ac:spMkLst>
        </pc:spChg>
        <pc:spChg chg="mod">
          <ac:chgData name="Okamura, Ryo" userId="18831572-7aab-4b12-89e3-a5e58af7a83e" providerId="ADAL" clId="{00786286-401E-4FD1-BD85-040950DC1534}" dt="2024-02-07T23:43:19.178" v="326"/>
          <ac:spMkLst>
            <pc:docMk/>
            <pc:sldMk cId="82363970" sldId="2147468621"/>
            <ac:spMk id="95" creationId="{514599F4-DCD1-B5BC-F0B6-E22EC0B89BCE}"/>
          </ac:spMkLst>
        </pc:spChg>
        <pc:spChg chg="mod">
          <ac:chgData name="Okamura, Ryo" userId="18831572-7aab-4b12-89e3-a5e58af7a83e" providerId="ADAL" clId="{00786286-401E-4FD1-BD85-040950DC1534}" dt="2024-02-07T23:43:19.178" v="326"/>
          <ac:spMkLst>
            <pc:docMk/>
            <pc:sldMk cId="82363970" sldId="2147468621"/>
            <ac:spMk id="96" creationId="{99F24B4B-6634-4CC6-F42F-F1D872513185}"/>
          </ac:spMkLst>
        </pc:spChg>
        <pc:spChg chg="mod">
          <ac:chgData name="Okamura, Ryo" userId="18831572-7aab-4b12-89e3-a5e58af7a83e" providerId="ADAL" clId="{00786286-401E-4FD1-BD85-040950DC1534}" dt="2024-02-07T23:43:19.178" v="326"/>
          <ac:spMkLst>
            <pc:docMk/>
            <pc:sldMk cId="82363970" sldId="2147468621"/>
            <ac:spMk id="97" creationId="{B902E891-52F5-485F-B257-01BF5FB9C30A}"/>
          </ac:spMkLst>
        </pc:spChg>
        <pc:spChg chg="add mod">
          <ac:chgData name="Okamura, Ryo" userId="18831572-7aab-4b12-89e3-a5e58af7a83e" providerId="ADAL" clId="{00786286-401E-4FD1-BD85-040950DC1534}" dt="2024-02-07T23:43:19.178" v="326"/>
          <ac:spMkLst>
            <pc:docMk/>
            <pc:sldMk cId="82363970" sldId="2147468621"/>
            <ac:spMk id="98" creationId="{2D642898-1278-6BB3-334F-5422BCFA3706}"/>
          </ac:spMkLst>
        </pc:spChg>
        <pc:spChg chg="add mod">
          <ac:chgData name="Okamura, Ryo" userId="18831572-7aab-4b12-89e3-a5e58af7a83e" providerId="ADAL" clId="{00786286-401E-4FD1-BD85-040950DC1534}" dt="2024-02-07T23:43:19.178" v="326"/>
          <ac:spMkLst>
            <pc:docMk/>
            <pc:sldMk cId="82363970" sldId="2147468621"/>
            <ac:spMk id="101" creationId="{59C82BFB-F0E3-0723-E2AC-5032E2BD0BB5}"/>
          </ac:spMkLst>
        </pc:spChg>
        <pc:spChg chg="add mod">
          <ac:chgData name="Okamura, Ryo" userId="18831572-7aab-4b12-89e3-a5e58af7a83e" providerId="ADAL" clId="{00786286-401E-4FD1-BD85-040950DC1534}" dt="2024-02-07T23:43:19.178" v="326"/>
          <ac:spMkLst>
            <pc:docMk/>
            <pc:sldMk cId="82363970" sldId="2147468621"/>
            <ac:spMk id="102" creationId="{DF15EAAF-5EF8-D07E-8C11-C856890F73EA}"/>
          </ac:spMkLst>
        </pc:spChg>
        <pc:spChg chg="add mod">
          <ac:chgData name="Okamura, Ryo" userId="18831572-7aab-4b12-89e3-a5e58af7a83e" providerId="ADAL" clId="{00786286-401E-4FD1-BD85-040950DC1534}" dt="2024-02-07T23:43:19.178" v="326"/>
          <ac:spMkLst>
            <pc:docMk/>
            <pc:sldMk cId="82363970" sldId="2147468621"/>
            <ac:spMk id="103" creationId="{4009074D-91D1-5C0F-28D3-74C58BDC5BEC}"/>
          </ac:spMkLst>
        </pc:spChg>
        <pc:grpChg chg="add mod">
          <ac:chgData name="Okamura, Ryo" userId="18831572-7aab-4b12-89e3-a5e58af7a83e" providerId="ADAL" clId="{00786286-401E-4FD1-BD85-040950DC1534}" dt="2024-02-07T23:43:19.178" v="326"/>
          <ac:grpSpMkLst>
            <pc:docMk/>
            <pc:sldMk cId="82363970" sldId="2147468621"/>
            <ac:grpSpMk id="22" creationId="{92DCCC59-8FF5-5ADE-FAEF-A08DE90B2030}"/>
          </ac:grpSpMkLst>
        </pc:grpChg>
        <pc:grpChg chg="add mod">
          <ac:chgData name="Okamura, Ryo" userId="18831572-7aab-4b12-89e3-a5e58af7a83e" providerId="ADAL" clId="{00786286-401E-4FD1-BD85-040950DC1534}" dt="2024-02-07T23:43:19.178" v="326"/>
          <ac:grpSpMkLst>
            <pc:docMk/>
            <pc:sldMk cId="82363970" sldId="2147468621"/>
            <ac:grpSpMk id="40" creationId="{F3765E75-6C01-5DE7-DF58-B3CAA1584C15}"/>
          </ac:grpSpMkLst>
        </pc:grpChg>
        <pc:grpChg chg="add mod">
          <ac:chgData name="Okamura, Ryo" userId="18831572-7aab-4b12-89e3-a5e58af7a83e" providerId="ADAL" clId="{00786286-401E-4FD1-BD85-040950DC1534}" dt="2024-02-07T23:43:19.178" v="326"/>
          <ac:grpSpMkLst>
            <pc:docMk/>
            <pc:sldMk cId="82363970" sldId="2147468621"/>
            <ac:grpSpMk id="53" creationId="{7C8ED706-9E22-5341-01E7-1B4683927BB4}"/>
          </ac:grpSpMkLst>
        </pc:grpChg>
        <pc:grpChg chg="add mod">
          <ac:chgData name="Okamura, Ryo" userId="18831572-7aab-4b12-89e3-a5e58af7a83e" providerId="ADAL" clId="{00786286-401E-4FD1-BD85-040950DC1534}" dt="2024-02-07T23:43:19.178" v="326"/>
          <ac:grpSpMkLst>
            <pc:docMk/>
            <pc:sldMk cId="82363970" sldId="2147468621"/>
            <ac:grpSpMk id="75" creationId="{F64483E1-2E3D-51D3-9B51-18C561A0439F}"/>
          </ac:grpSpMkLst>
        </pc:grpChg>
        <pc:grpChg chg="add mod">
          <ac:chgData name="Okamura, Ryo" userId="18831572-7aab-4b12-89e3-a5e58af7a83e" providerId="ADAL" clId="{00786286-401E-4FD1-BD85-040950DC1534}" dt="2024-02-07T23:43:19.178" v="326"/>
          <ac:grpSpMkLst>
            <pc:docMk/>
            <pc:sldMk cId="82363970" sldId="2147468621"/>
            <ac:grpSpMk id="88" creationId="{731C9CFB-F72B-FBB4-EFE0-FC8D0AFA62A8}"/>
          </ac:grpSpMkLst>
        </pc:grpChg>
        <pc:picChg chg="del">
          <ac:chgData name="Okamura, Ryo" userId="18831572-7aab-4b12-89e3-a5e58af7a83e" providerId="ADAL" clId="{00786286-401E-4FD1-BD85-040950DC1534}" dt="2024-02-07T23:42:28.989" v="319" actId="478"/>
          <ac:picMkLst>
            <pc:docMk/>
            <pc:sldMk cId="82363970" sldId="2147468621"/>
            <ac:picMk id="14" creationId="{DBE2FF3D-539C-92E8-BCF9-DDE1A6FF3BDC}"/>
          </ac:picMkLst>
        </pc:picChg>
        <pc:cxnChg chg="add mod">
          <ac:chgData name="Okamura, Ryo" userId="18831572-7aab-4b12-89e3-a5e58af7a83e" providerId="ADAL" clId="{00786286-401E-4FD1-BD85-040950DC1534}" dt="2024-02-07T23:43:19.178" v="326"/>
          <ac:cxnSpMkLst>
            <pc:docMk/>
            <pc:sldMk cId="82363970" sldId="2147468621"/>
            <ac:cxnSpMk id="3" creationId="{2D33F55E-21D3-D397-6520-32859440EDB3}"/>
          </ac:cxnSpMkLst>
        </pc:cxnChg>
        <pc:cxnChg chg="add mod">
          <ac:chgData name="Okamura, Ryo" userId="18831572-7aab-4b12-89e3-a5e58af7a83e" providerId="ADAL" clId="{00786286-401E-4FD1-BD85-040950DC1534}" dt="2024-02-07T23:43:19.178" v="326"/>
          <ac:cxnSpMkLst>
            <pc:docMk/>
            <pc:sldMk cId="82363970" sldId="2147468621"/>
            <ac:cxnSpMk id="4" creationId="{A04A54C4-E9A6-C388-07BB-2A7A9D885666}"/>
          </ac:cxnSpMkLst>
        </pc:cxnChg>
        <pc:cxnChg chg="add mod">
          <ac:chgData name="Okamura, Ryo" userId="18831572-7aab-4b12-89e3-a5e58af7a83e" providerId="ADAL" clId="{00786286-401E-4FD1-BD85-040950DC1534}" dt="2024-02-07T23:43:19.178" v="326"/>
          <ac:cxnSpMkLst>
            <pc:docMk/>
            <pc:sldMk cId="82363970" sldId="2147468621"/>
            <ac:cxnSpMk id="7" creationId="{EF87294F-5BF7-ECE6-A542-5A76ECED84B0}"/>
          </ac:cxnSpMkLst>
        </pc:cxnChg>
        <pc:cxnChg chg="add mod">
          <ac:chgData name="Okamura, Ryo" userId="18831572-7aab-4b12-89e3-a5e58af7a83e" providerId="ADAL" clId="{00786286-401E-4FD1-BD85-040950DC1534}" dt="2024-02-07T23:43:19.178" v="326"/>
          <ac:cxnSpMkLst>
            <pc:docMk/>
            <pc:sldMk cId="82363970" sldId="2147468621"/>
            <ac:cxnSpMk id="99" creationId="{B29C70D0-E7BA-5EBA-74E7-4CCD0E361564}"/>
          </ac:cxnSpMkLst>
        </pc:cxnChg>
        <pc:cxnChg chg="add mod">
          <ac:chgData name="Okamura, Ryo" userId="18831572-7aab-4b12-89e3-a5e58af7a83e" providerId="ADAL" clId="{00786286-401E-4FD1-BD85-040950DC1534}" dt="2024-02-07T23:43:19.178" v="326"/>
          <ac:cxnSpMkLst>
            <pc:docMk/>
            <pc:sldMk cId="82363970" sldId="2147468621"/>
            <ac:cxnSpMk id="100" creationId="{06F2D8AB-37A9-CE45-B56D-3DED6D4C3025}"/>
          </ac:cxnSpMkLst>
        </pc:cxnChg>
      </pc:sldChg>
      <pc:sldChg chg="modSp mod ord">
        <pc:chgData name="Okamura, Ryo" userId="18831572-7aab-4b12-89e3-a5e58af7a83e" providerId="ADAL" clId="{00786286-401E-4FD1-BD85-040950DC1534}" dt="2024-02-08T00:38:22.521" v="761" actId="20577"/>
        <pc:sldMkLst>
          <pc:docMk/>
          <pc:sldMk cId="4237770355" sldId="2147468622"/>
        </pc:sldMkLst>
        <pc:spChg chg="mod">
          <ac:chgData name="Okamura, Ryo" userId="18831572-7aab-4b12-89e3-a5e58af7a83e" providerId="ADAL" clId="{00786286-401E-4FD1-BD85-040950DC1534}" dt="2024-02-08T00:38:22.521" v="761" actId="20577"/>
          <ac:spMkLst>
            <pc:docMk/>
            <pc:sldMk cId="4237770355" sldId="2147468622"/>
            <ac:spMk id="9" creationId="{4E05B00D-D5E8-8BAE-C423-5F607E82C02A}"/>
          </ac:spMkLst>
        </pc:spChg>
      </pc:sldChg>
      <pc:sldChg chg="del">
        <pc:chgData name="Okamura, Ryo" userId="18831572-7aab-4b12-89e3-a5e58af7a83e" providerId="ADAL" clId="{00786286-401E-4FD1-BD85-040950DC1534}" dt="2024-02-07T23:26:18.904" v="263" actId="47"/>
        <pc:sldMkLst>
          <pc:docMk/>
          <pc:sldMk cId="1628512519" sldId="2147468623"/>
        </pc:sldMkLst>
      </pc:sldChg>
      <pc:sldChg chg="modSp mod">
        <pc:chgData name="Okamura, Ryo" userId="18831572-7aab-4b12-89e3-a5e58af7a83e" providerId="ADAL" clId="{00786286-401E-4FD1-BD85-040950DC1534}" dt="2024-02-09T06:45:01.906" v="1069" actId="20577"/>
        <pc:sldMkLst>
          <pc:docMk/>
          <pc:sldMk cId="1384116281" sldId="2147468624"/>
        </pc:sldMkLst>
        <pc:spChg chg="mod">
          <ac:chgData name="Okamura, Ryo" userId="18831572-7aab-4b12-89e3-a5e58af7a83e" providerId="ADAL" clId="{00786286-401E-4FD1-BD85-040950DC1534}" dt="2024-02-09T06:45:01.906" v="1069" actId="20577"/>
          <ac:spMkLst>
            <pc:docMk/>
            <pc:sldMk cId="1384116281" sldId="2147468624"/>
            <ac:spMk id="9" creationId="{979A23DC-13B7-1AAC-9947-7B49E03F9F73}"/>
          </ac:spMkLst>
        </pc:spChg>
      </pc:sldChg>
      <pc:sldChg chg="modSp mod">
        <pc:chgData name="Okamura, Ryo" userId="18831572-7aab-4b12-89e3-a5e58af7a83e" providerId="ADAL" clId="{00786286-401E-4FD1-BD85-040950DC1534}" dt="2024-02-08T00:10:37.081" v="695" actId="1035"/>
        <pc:sldMkLst>
          <pc:docMk/>
          <pc:sldMk cId="3623702813" sldId="2147468626"/>
        </pc:sldMkLst>
        <pc:spChg chg="mod">
          <ac:chgData name="Okamura, Ryo" userId="18831572-7aab-4b12-89e3-a5e58af7a83e" providerId="ADAL" clId="{00786286-401E-4FD1-BD85-040950DC1534}" dt="2024-02-08T00:10:37.081" v="695" actId="1035"/>
          <ac:spMkLst>
            <pc:docMk/>
            <pc:sldMk cId="3623702813" sldId="2147468626"/>
            <ac:spMk id="48" creationId="{0EBD9D0A-83B2-323A-1FE1-2D477E368712}"/>
          </ac:spMkLst>
        </pc:spChg>
        <pc:cxnChg chg="mod">
          <ac:chgData name="Okamura, Ryo" userId="18831572-7aab-4b12-89e3-a5e58af7a83e" providerId="ADAL" clId="{00786286-401E-4FD1-BD85-040950DC1534}" dt="2024-02-08T00:10:37.081" v="695" actId="1035"/>
          <ac:cxnSpMkLst>
            <pc:docMk/>
            <pc:sldMk cId="3623702813" sldId="2147468626"/>
            <ac:cxnSpMk id="49" creationId="{EB0D8779-095D-64BC-8E5E-C3B7CED3138F}"/>
          </ac:cxnSpMkLst>
        </pc:cxnChg>
      </pc:sldChg>
      <pc:sldChg chg="modSp mod">
        <pc:chgData name="Okamura, Ryo" userId="18831572-7aab-4b12-89e3-a5e58af7a83e" providerId="ADAL" clId="{00786286-401E-4FD1-BD85-040950DC1534}" dt="2024-02-09T06:46:08.524" v="1080" actId="20577"/>
        <pc:sldMkLst>
          <pc:docMk/>
          <pc:sldMk cId="2852462527" sldId="2147468627"/>
        </pc:sldMkLst>
        <pc:spChg chg="mod">
          <ac:chgData name="Okamura, Ryo" userId="18831572-7aab-4b12-89e3-a5e58af7a83e" providerId="ADAL" clId="{00786286-401E-4FD1-BD85-040950DC1534}" dt="2024-02-09T06:46:03.789" v="1079" actId="20577"/>
          <ac:spMkLst>
            <pc:docMk/>
            <pc:sldMk cId="2852462527" sldId="2147468627"/>
            <ac:spMk id="8" creationId="{923B84C9-CCFA-4CEF-D98C-E351F927DA5E}"/>
          </ac:spMkLst>
        </pc:spChg>
        <pc:spChg chg="mod">
          <ac:chgData name="Okamura, Ryo" userId="18831572-7aab-4b12-89e3-a5e58af7a83e" providerId="ADAL" clId="{00786286-401E-4FD1-BD85-040950DC1534}" dt="2024-02-09T06:46:08.524" v="1080" actId="20577"/>
          <ac:spMkLst>
            <pc:docMk/>
            <pc:sldMk cId="2852462527" sldId="2147468627"/>
            <ac:spMk id="18" creationId="{5AEA82A0-375D-E255-3E36-2D9E28F1CCB4}"/>
          </ac:spMkLst>
        </pc:spChg>
      </pc:sldChg>
      <pc:sldChg chg="modSp mod">
        <pc:chgData name="Okamura, Ryo" userId="18831572-7aab-4b12-89e3-a5e58af7a83e" providerId="ADAL" clId="{00786286-401E-4FD1-BD85-040950DC1534}" dt="2024-02-09T06:46:32.095" v="1081" actId="20577"/>
        <pc:sldMkLst>
          <pc:docMk/>
          <pc:sldMk cId="2407511374" sldId="2147468628"/>
        </pc:sldMkLst>
        <pc:spChg chg="mod">
          <ac:chgData name="Okamura, Ryo" userId="18831572-7aab-4b12-89e3-a5e58af7a83e" providerId="ADAL" clId="{00786286-401E-4FD1-BD85-040950DC1534}" dt="2024-02-09T06:46:32.095" v="1081" actId="20577"/>
          <ac:spMkLst>
            <pc:docMk/>
            <pc:sldMk cId="2407511374" sldId="2147468628"/>
            <ac:spMk id="8" creationId="{4D315225-6D58-BD86-C4B4-7FC74E9C6DFB}"/>
          </ac:spMkLst>
        </pc:spChg>
      </pc:sldChg>
      <pc:sldChg chg="del">
        <pc:chgData name="Okamura, Ryo" userId="18831572-7aab-4b12-89e3-a5e58af7a83e" providerId="ADAL" clId="{00786286-401E-4FD1-BD85-040950DC1534}" dt="2024-02-07T23:27:13.324" v="277" actId="47"/>
        <pc:sldMkLst>
          <pc:docMk/>
          <pc:sldMk cId="1508758485" sldId="2147468636"/>
        </pc:sldMkLst>
      </pc:sldChg>
      <pc:sldChg chg="addSp delSp modSp del mod">
        <pc:chgData name="Okamura, Ryo" userId="18831572-7aab-4b12-89e3-a5e58af7a83e" providerId="ADAL" clId="{00786286-401E-4FD1-BD85-040950DC1534}" dt="2024-02-08T00:40:14.970" v="783" actId="47"/>
        <pc:sldMkLst>
          <pc:docMk/>
          <pc:sldMk cId="3382960888" sldId="2147468638"/>
        </pc:sldMkLst>
        <pc:spChg chg="add mod">
          <ac:chgData name="Okamura, Ryo" userId="18831572-7aab-4b12-89e3-a5e58af7a83e" providerId="ADAL" clId="{00786286-401E-4FD1-BD85-040950DC1534}" dt="2024-02-07T23:37:39.209" v="290"/>
          <ac:spMkLst>
            <pc:docMk/>
            <pc:sldMk cId="3382960888" sldId="2147468638"/>
            <ac:spMk id="3" creationId="{CA862172-2994-EB04-BAD9-3085949AD362}"/>
          </ac:spMkLst>
        </pc:spChg>
        <pc:spChg chg="add mod">
          <ac:chgData name="Okamura, Ryo" userId="18831572-7aab-4b12-89e3-a5e58af7a83e" providerId="ADAL" clId="{00786286-401E-4FD1-BD85-040950DC1534}" dt="2024-02-07T23:37:39.209" v="290"/>
          <ac:spMkLst>
            <pc:docMk/>
            <pc:sldMk cId="3382960888" sldId="2147468638"/>
            <ac:spMk id="4" creationId="{59FB3437-9D92-D6FA-94E4-7D23AEFB5C20}"/>
          </ac:spMkLst>
        </pc:spChg>
        <pc:spChg chg="add mod">
          <ac:chgData name="Okamura, Ryo" userId="18831572-7aab-4b12-89e3-a5e58af7a83e" providerId="ADAL" clId="{00786286-401E-4FD1-BD85-040950DC1534}" dt="2024-02-07T23:37:39.209" v="290"/>
          <ac:spMkLst>
            <pc:docMk/>
            <pc:sldMk cId="3382960888" sldId="2147468638"/>
            <ac:spMk id="8" creationId="{AD801B7A-9BAE-BBC9-8A4E-F42B9B2CA88E}"/>
          </ac:spMkLst>
        </pc:spChg>
        <pc:spChg chg="add mod">
          <ac:chgData name="Okamura, Ryo" userId="18831572-7aab-4b12-89e3-a5e58af7a83e" providerId="ADAL" clId="{00786286-401E-4FD1-BD85-040950DC1534}" dt="2024-02-07T23:37:39.209" v="290"/>
          <ac:spMkLst>
            <pc:docMk/>
            <pc:sldMk cId="3382960888" sldId="2147468638"/>
            <ac:spMk id="10" creationId="{4F7C25AA-FAF2-FB65-86EC-AE94F22BB61C}"/>
          </ac:spMkLst>
        </pc:spChg>
        <pc:spChg chg="add mod">
          <ac:chgData name="Okamura, Ryo" userId="18831572-7aab-4b12-89e3-a5e58af7a83e" providerId="ADAL" clId="{00786286-401E-4FD1-BD85-040950DC1534}" dt="2024-02-07T23:37:39.209" v="290"/>
          <ac:spMkLst>
            <pc:docMk/>
            <pc:sldMk cId="3382960888" sldId="2147468638"/>
            <ac:spMk id="11" creationId="{F9D48E0E-3B76-E794-0449-CA9573077314}"/>
          </ac:spMkLst>
        </pc:spChg>
        <pc:spChg chg="add mod">
          <ac:chgData name="Okamura, Ryo" userId="18831572-7aab-4b12-89e3-a5e58af7a83e" providerId="ADAL" clId="{00786286-401E-4FD1-BD85-040950DC1534}" dt="2024-02-07T23:37:39.209" v="290"/>
          <ac:spMkLst>
            <pc:docMk/>
            <pc:sldMk cId="3382960888" sldId="2147468638"/>
            <ac:spMk id="13" creationId="{9A490880-2CC6-4563-774C-957825BD211E}"/>
          </ac:spMkLst>
        </pc:spChg>
        <pc:spChg chg="add mod">
          <ac:chgData name="Okamura, Ryo" userId="18831572-7aab-4b12-89e3-a5e58af7a83e" providerId="ADAL" clId="{00786286-401E-4FD1-BD85-040950DC1534}" dt="2024-02-07T23:37:39.209" v="290"/>
          <ac:spMkLst>
            <pc:docMk/>
            <pc:sldMk cId="3382960888" sldId="2147468638"/>
            <ac:spMk id="14" creationId="{440DD4BA-6B2A-E3DA-B290-59F8F2ACDC9B}"/>
          </ac:spMkLst>
        </pc:spChg>
        <pc:spChg chg="add mod">
          <ac:chgData name="Okamura, Ryo" userId="18831572-7aab-4b12-89e3-a5e58af7a83e" providerId="ADAL" clId="{00786286-401E-4FD1-BD85-040950DC1534}" dt="2024-02-07T23:37:39.209" v="290"/>
          <ac:spMkLst>
            <pc:docMk/>
            <pc:sldMk cId="3382960888" sldId="2147468638"/>
            <ac:spMk id="15" creationId="{CAA15110-D900-D5EA-4AE5-3E0DED382EB7}"/>
          </ac:spMkLst>
        </pc:spChg>
        <pc:spChg chg="add mod">
          <ac:chgData name="Okamura, Ryo" userId="18831572-7aab-4b12-89e3-a5e58af7a83e" providerId="ADAL" clId="{00786286-401E-4FD1-BD85-040950DC1534}" dt="2024-02-07T23:37:39.209" v="290"/>
          <ac:spMkLst>
            <pc:docMk/>
            <pc:sldMk cId="3382960888" sldId="2147468638"/>
            <ac:spMk id="16" creationId="{AC1CE635-5348-7694-1E13-74FD4747F1FE}"/>
          </ac:spMkLst>
        </pc:spChg>
        <pc:spChg chg="add mod">
          <ac:chgData name="Okamura, Ryo" userId="18831572-7aab-4b12-89e3-a5e58af7a83e" providerId="ADAL" clId="{00786286-401E-4FD1-BD85-040950DC1534}" dt="2024-02-07T23:37:39.209" v="290"/>
          <ac:spMkLst>
            <pc:docMk/>
            <pc:sldMk cId="3382960888" sldId="2147468638"/>
            <ac:spMk id="17" creationId="{8DCEE231-02FE-8463-2A27-70C25CD7C7E9}"/>
          </ac:spMkLst>
        </pc:spChg>
        <pc:spChg chg="add mod">
          <ac:chgData name="Okamura, Ryo" userId="18831572-7aab-4b12-89e3-a5e58af7a83e" providerId="ADAL" clId="{00786286-401E-4FD1-BD85-040950DC1534}" dt="2024-02-07T23:37:39.209" v="290"/>
          <ac:spMkLst>
            <pc:docMk/>
            <pc:sldMk cId="3382960888" sldId="2147468638"/>
            <ac:spMk id="18" creationId="{E5AF39F9-9885-D981-FC38-03EAACBBFFFB}"/>
          </ac:spMkLst>
        </pc:spChg>
        <pc:spChg chg="add mod">
          <ac:chgData name="Okamura, Ryo" userId="18831572-7aab-4b12-89e3-a5e58af7a83e" providerId="ADAL" clId="{00786286-401E-4FD1-BD85-040950DC1534}" dt="2024-02-07T23:37:39.209" v="290"/>
          <ac:spMkLst>
            <pc:docMk/>
            <pc:sldMk cId="3382960888" sldId="2147468638"/>
            <ac:spMk id="19" creationId="{4692A212-AB3C-6FBC-FBF7-7E1705996D1E}"/>
          </ac:spMkLst>
        </pc:spChg>
        <pc:spChg chg="add mod">
          <ac:chgData name="Okamura, Ryo" userId="18831572-7aab-4b12-89e3-a5e58af7a83e" providerId="ADAL" clId="{00786286-401E-4FD1-BD85-040950DC1534}" dt="2024-02-07T23:37:39.209" v="290"/>
          <ac:spMkLst>
            <pc:docMk/>
            <pc:sldMk cId="3382960888" sldId="2147468638"/>
            <ac:spMk id="21" creationId="{EBAC18E8-48C1-985E-BBB2-7436CDE2878E}"/>
          </ac:spMkLst>
        </pc:spChg>
        <pc:spChg chg="add mod">
          <ac:chgData name="Okamura, Ryo" userId="18831572-7aab-4b12-89e3-a5e58af7a83e" providerId="ADAL" clId="{00786286-401E-4FD1-BD85-040950DC1534}" dt="2024-02-07T23:37:39.209" v="290"/>
          <ac:spMkLst>
            <pc:docMk/>
            <pc:sldMk cId="3382960888" sldId="2147468638"/>
            <ac:spMk id="22" creationId="{A10FEE83-6C1F-A8E0-6175-4C0EC1C0DD93}"/>
          </ac:spMkLst>
        </pc:spChg>
        <pc:spChg chg="add mod">
          <ac:chgData name="Okamura, Ryo" userId="18831572-7aab-4b12-89e3-a5e58af7a83e" providerId="ADAL" clId="{00786286-401E-4FD1-BD85-040950DC1534}" dt="2024-02-07T23:37:39.209" v="290"/>
          <ac:spMkLst>
            <pc:docMk/>
            <pc:sldMk cId="3382960888" sldId="2147468638"/>
            <ac:spMk id="23" creationId="{7DF1405C-4607-55F1-3EAC-6AC06DE2F190}"/>
          </ac:spMkLst>
        </pc:spChg>
        <pc:spChg chg="add mod">
          <ac:chgData name="Okamura, Ryo" userId="18831572-7aab-4b12-89e3-a5e58af7a83e" providerId="ADAL" clId="{00786286-401E-4FD1-BD85-040950DC1534}" dt="2024-02-07T23:37:39.209" v="290"/>
          <ac:spMkLst>
            <pc:docMk/>
            <pc:sldMk cId="3382960888" sldId="2147468638"/>
            <ac:spMk id="24" creationId="{9B34C85D-31F6-902B-E43E-FED0853AF0D3}"/>
          </ac:spMkLst>
        </pc:spChg>
        <pc:spChg chg="add mod">
          <ac:chgData name="Okamura, Ryo" userId="18831572-7aab-4b12-89e3-a5e58af7a83e" providerId="ADAL" clId="{00786286-401E-4FD1-BD85-040950DC1534}" dt="2024-02-07T23:37:39.209" v="290"/>
          <ac:spMkLst>
            <pc:docMk/>
            <pc:sldMk cId="3382960888" sldId="2147468638"/>
            <ac:spMk id="27" creationId="{8FAAF9C3-0D6B-03E1-17D0-F76F87853D8E}"/>
          </ac:spMkLst>
        </pc:spChg>
        <pc:spChg chg="add mod">
          <ac:chgData name="Okamura, Ryo" userId="18831572-7aab-4b12-89e3-a5e58af7a83e" providerId="ADAL" clId="{00786286-401E-4FD1-BD85-040950DC1534}" dt="2024-02-07T23:37:39.209" v="290"/>
          <ac:spMkLst>
            <pc:docMk/>
            <pc:sldMk cId="3382960888" sldId="2147468638"/>
            <ac:spMk id="28" creationId="{317B0D1A-EFCE-37E3-BD59-DCD83C005291}"/>
          </ac:spMkLst>
        </pc:spChg>
        <pc:spChg chg="add mod">
          <ac:chgData name="Okamura, Ryo" userId="18831572-7aab-4b12-89e3-a5e58af7a83e" providerId="ADAL" clId="{00786286-401E-4FD1-BD85-040950DC1534}" dt="2024-02-07T23:37:39.209" v="290"/>
          <ac:spMkLst>
            <pc:docMk/>
            <pc:sldMk cId="3382960888" sldId="2147468638"/>
            <ac:spMk id="29" creationId="{E9207025-79A8-C47A-CE2B-C0996B46070B}"/>
          </ac:spMkLst>
        </pc:spChg>
        <pc:spChg chg="add mod">
          <ac:chgData name="Okamura, Ryo" userId="18831572-7aab-4b12-89e3-a5e58af7a83e" providerId="ADAL" clId="{00786286-401E-4FD1-BD85-040950DC1534}" dt="2024-02-07T23:37:39.209" v="290"/>
          <ac:spMkLst>
            <pc:docMk/>
            <pc:sldMk cId="3382960888" sldId="2147468638"/>
            <ac:spMk id="30" creationId="{B0E27660-90B2-256C-FE9D-FFEA3B447C71}"/>
          </ac:spMkLst>
        </pc:spChg>
        <pc:spChg chg="add mod">
          <ac:chgData name="Okamura, Ryo" userId="18831572-7aab-4b12-89e3-a5e58af7a83e" providerId="ADAL" clId="{00786286-401E-4FD1-BD85-040950DC1534}" dt="2024-02-07T23:37:39.209" v="290"/>
          <ac:spMkLst>
            <pc:docMk/>
            <pc:sldMk cId="3382960888" sldId="2147468638"/>
            <ac:spMk id="31" creationId="{C97C5E8F-45CC-C8B1-DE59-2BBB37F51591}"/>
          </ac:spMkLst>
        </pc:spChg>
        <pc:spChg chg="add mod">
          <ac:chgData name="Okamura, Ryo" userId="18831572-7aab-4b12-89e3-a5e58af7a83e" providerId="ADAL" clId="{00786286-401E-4FD1-BD85-040950DC1534}" dt="2024-02-07T23:37:39.209" v="290"/>
          <ac:spMkLst>
            <pc:docMk/>
            <pc:sldMk cId="3382960888" sldId="2147468638"/>
            <ac:spMk id="33" creationId="{D515B6C9-EFAD-5F72-23EA-387957F0B6BD}"/>
          </ac:spMkLst>
        </pc:spChg>
        <pc:spChg chg="add mod">
          <ac:chgData name="Okamura, Ryo" userId="18831572-7aab-4b12-89e3-a5e58af7a83e" providerId="ADAL" clId="{00786286-401E-4FD1-BD85-040950DC1534}" dt="2024-02-07T23:37:39.209" v="290"/>
          <ac:spMkLst>
            <pc:docMk/>
            <pc:sldMk cId="3382960888" sldId="2147468638"/>
            <ac:spMk id="34" creationId="{93BF7D43-9B11-7A59-725D-42769BF7E60B}"/>
          </ac:spMkLst>
        </pc:spChg>
        <pc:spChg chg="add mod">
          <ac:chgData name="Okamura, Ryo" userId="18831572-7aab-4b12-89e3-a5e58af7a83e" providerId="ADAL" clId="{00786286-401E-4FD1-BD85-040950DC1534}" dt="2024-02-07T23:38:14.205" v="293" actId="20577"/>
          <ac:spMkLst>
            <pc:docMk/>
            <pc:sldMk cId="3382960888" sldId="2147468638"/>
            <ac:spMk id="35" creationId="{1B5F9BE6-4D39-AD99-DE99-34145ECD9617}"/>
          </ac:spMkLst>
        </pc:spChg>
        <pc:picChg chg="add mod">
          <ac:chgData name="Okamura, Ryo" userId="18831572-7aab-4b12-89e3-a5e58af7a83e" providerId="ADAL" clId="{00786286-401E-4FD1-BD85-040950DC1534}" dt="2024-02-07T23:37:39.209" v="290"/>
          <ac:picMkLst>
            <pc:docMk/>
            <pc:sldMk cId="3382960888" sldId="2147468638"/>
            <ac:picMk id="2" creationId="{FE6BA6EA-8EBE-1992-93C6-FDA5A0B44CB6}"/>
          </ac:picMkLst>
        </pc:picChg>
        <pc:picChg chg="del">
          <ac:chgData name="Okamura, Ryo" userId="18831572-7aab-4b12-89e3-a5e58af7a83e" providerId="ADAL" clId="{00786286-401E-4FD1-BD85-040950DC1534}" dt="2024-02-07T23:37:29.518" v="289" actId="478"/>
          <ac:picMkLst>
            <pc:docMk/>
            <pc:sldMk cId="3382960888" sldId="2147468638"/>
            <ac:picMk id="12" creationId="{A594AA59-755A-0828-18D6-07C74C3B0F87}"/>
          </ac:picMkLst>
        </pc:picChg>
        <pc:picChg chg="add mod">
          <ac:chgData name="Okamura, Ryo" userId="18831572-7aab-4b12-89e3-a5e58af7a83e" providerId="ADAL" clId="{00786286-401E-4FD1-BD85-040950DC1534}" dt="2024-02-07T23:37:39.209" v="290"/>
          <ac:picMkLst>
            <pc:docMk/>
            <pc:sldMk cId="3382960888" sldId="2147468638"/>
            <ac:picMk id="20" creationId="{880FDE58-A2DA-3EF0-78CC-DCE9A9597E01}"/>
          </ac:picMkLst>
        </pc:picChg>
        <pc:picChg chg="add mod">
          <ac:chgData name="Okamura, Ryo" userId="18831572-7aab-4b12-89e3-a5e58af7a83e" providerId="ADAL" clId="{00786286-401E-4FD1-BD85-040950DC1534}" dt="2024-02-07T23:37:39.209" v="290"/>
          <ac:picMkLst>
            <pc:docMk/>
            <pc:sldMk cId="3382960888" sldId="2147468638"/>
            <ac:picMk id="25" creationId="{0233FAE7-B14C-038F-064F-D01D8DA474FF}"/>
          </ac:picMkLst>
        </pc:picChg>
        <pc:picChg chg="add mod">
          <ac:chgData name="Okamura, Ryo" userId="18831572-7aab-4b12-89e3-a5e58af7a83e" providerId="ADAL" clId="{00786286-401E-4FD1-BD85-040950DC1534}" dt="2024-02-07T23:37:39.209" v="290"/>
          <ac:picMkLst>
            <pc:docMk/>
            <pc:sldMk cId="3382960888" sldId="2147468638"/>
            <ac:picMk id="26" creationId="{CCF34C85-EF32-D3EC-320F-CCDC639DF53C}"/>
          </ac:picMkLst>
        </pc:picChg>
        <pc:picChg chg="add mod">
          <ac:chgData name="Okamura, Ryo" userId="18831572-7aab-4b12-89e3-a5e58af7a83e" providerId="ADAL" clId="{00786286-401E-4FD1-BD85-040950DC1534}" dt="2024-02-07T23:37:39.209" v="290"/>
          <ac:picMkLst>
            <pc:docMk/>
            <pc:sldMk cId="3382960888" sldId="2147468638"/>
            <ac:picMk id="32" creationId="{1787409A-60D3-7EDE-1042-C0960F799480}"/>
          </ac:picMkLst>
        </pc:picChg>
      </pc:sldChg>
      <pc:sldChg chg="addSp modSp mod">
        <pc:chgData name="Okamura, Ryo" userId="18831572-7aab-4b12-89e3-a5e58af7a83e" providerId="ADAL" clId="{00786286-401E-4FD1-BD85-040950DC1534}" dt="2024-02-09T06:32:11.714" v="920" actId="2711"/>
        <pc:sldMkLst>
          <pc:docMk/>
          <pc:sldMk cId="530578480" sldId="2147468639"/>
        </pc:sldMkLst>
        <pc:spChg chg="mod">
          <ac:chgData name="Okamura, Ryo" userId="18831572-7aab-4b12-89e3-a5e58af7a83e" providerId="ADAL" clId="{00786286-401E-4FD1-BD85-040950DC1534}" dt="2024-02-09T06:31:54.047" v="919" actId="6549"/>
          <ac:spMkLst>
            <pc:docMk/>
            <pc:sldMk cId="530578480" sldId="2147468639"/>
            <ac:spMk id="2" creationId="{97129D13-0706-FA2E-E58B-BDC26B591740}"/>
          </ac:spMkLst>
        </pc:spChg>
        <pc:spChg chg="add mod">
          <ac:chgData name="Okamura, Ryo" userId="18831572-7aab-4b12-89e3-a5e58af7a83e" providerId="ADAL" clId="{00786286-401E-4FD1-BD85-040950DC1534}" dt="2024-02-09T06:32:11.714" v="920" actId="2711"/>
          <ac:spMkLst>
            <pc:docMk/>
            <pc:sldMk cId="530578480" sldId="2147468639"/>
            <ac:spMk id="3" creationId="{2453F38B-907D-466B-E3E0-A366FED57F6D}"/>
          </ac:spMkLst>
        </pc:spChg>
        <pc:spChg chg="mod">
          <ac:chgData name="Okamura, Ryo" userId="18831572-7aab-4b12-89e3-a5e58af7a83e" providerId="ADAL" clId="{00786286-401E-4FD1-BD85-040950DC1534}" dt="2024-02-09T06:32:11.714" v="920" actId="2711"/>
          <ac:spMkLst>
            <pc:docMk/>
            <pc:sldMk cId="530578480" sldId="2147468639"/>
            <ac:spMk id="54" creationId="{B29B728D-AAF2-3CBF-D6E5-77C7D61883F4}"/>
          </ac:spMkLst>
        </pc:spChg>
        <pc:spChg chg="mod">
          <ac:chgData name="Okamura, Ryo" userId="18831572-7aab-4b12-89e3-a5e58af7a83e" providerId="ADAL" clId="{00786286-401E-4FD1-BD85-040950DC1534}" dt="2024-02-09T06:32:11.714" v="920" actId="2711"/>
          <ac:spMkLst>
            <pc:docMk/>
            <pc:sldMk cId="530578480" sldId="2147468639"/>
            <ac:spMk id="55" creationId="{CE2A951B-2D06-6639-0FD1-A97BD1AE9E6A}"/>
          </ac:spMkLst>
        </pc:spChg>
        <pc:spChg chg="mod">
          <ac:chgData name="Okamura, Ryo" userId="18831572-7aab-4b12-89e3-a5e58af7a83e" providerId="ADAL" clId="{00786286-401E-4FD1-BD85-040950DC1534}" dt="2024-02-09T06:32:11.714" v="920" actId="2711"/>
          <ac:spMkLst>
            <pc:docMk/>
            <pc:sldMk cId="530578480" sldId="2147468639"/>
            <ac:spMk id="56" creationId="{565EE186-11D3-ECB2-0D35-2BB2D557A7B2}"/>
          </ac:spMkLst>
        </pc:spChg>
        <pc:spChg chg="mod">
          <ac:chgData name="Okamura, Ryo" userId="18831572-7aab-4b12-89e3-a5e58af7a83e" providerId="ADAL" clId="{00786286-401E-4FD1-BD85-040950DC1534}" dt="2024-02-09T06:32:11.714" v="920" actId="2711"/>
          <ac:spMkLst>
            <pc:docMk/>
            <pc:sldMk cId="530578480" sldId="2147468639"/>
            <ac:spMk id="57" creationId="{E8A14A99-DE09-4B51-0427-45F32641360A}"/>
          </ac:spMkLst>
        </pc:spChg>
        <pc:spChg chg="mod">
          <ac:chgData name="Okamura, Ryo" userId="18831572-7aab-4b12-89e3-a5e58af7a83e" providerId="ADAL" clId="{00786286-401E-4FD1-BD85-040950DC1534}" dt="2024-02-09T06:32:11.714" v="920" actId="2711"/>
          <ac:spMkLst>
            <pc:docMk/>
            <pc:sldMk cId="530578480" sldId="2147468639"/>
            <ac:spMk id="58" creationId="{7DA80826-945E-389C-3DD2-11D953860D08}"/>
          </ac:spMkLst>
        </pc:spChg>
        <pc:spChg chg="mod">
          <ac:chgData name="Okamura, Ryo" userId="18831572-7aab-4b12-89e3-a5e58af7a83e" providerId="ADAL" clId="{00786286-401E-4FD1-BD85-040950DC1534}" dt="2024-02-09T06:32:11.714" v="920" actId="2711"/>
          <ac:spMkLst>
            <pc:docMk/>
            <pc:sldMk cId="530578480" sldId="2147468639"/>
            <ac:spMk id="59" creationId="{68968367-DDF6-26A3-1C2C-4314876EEF28}"/>
          </ac:spMkLst>
        </pc:spChg>
        <pc:spChg chg="mod">
          <ac:chgData name="Okamura, Ryo" userId="18831572-7aab-4b12-89e3-a5e58af7a83e" providerId="ADAL" clId="{00786286-401E-4FD1-BD85-040950DC1534}" dt="2024-02-09T06:32:11.714" v="920" actId="2711"/>
          <ac:spMkLst>
            <pc:docMk/>
            <pc:sldMk cId="530578480" sldId="2147468639"/>
            <ac:spMk id="60" creationId="{3AE7A94B-378F-BC9C-E8E8-B0A29F4E7BFB}"/>
          </ac:spMkLst>
        </pc:spChg>
        <pc:spChg chg="mod">
          <ac:chgData name="Okamura, Ryo" userId="18831572-7aab-4b12-89e3-a5e58af7a83e" providerId="ADAL" clId="{00786286-401E-4FD1-BD85-040950DC1534}" dt="2024-02-09T06:32:11.714" v="920" actId="2711"/>
          <ac:spMkLst>
            <pc:docMk/>
            <pc:sldMk cId="530578480" sldId="2147468639"/>
            <ac:spMk id="61" creationId="{C9FA1155-9E3A-3D67-CA44-43BD55A3403F}"/>
          </ac:spMkLst>
        </pc:spChg>
        <pc:spChg chg="mod">
          <ac:chgData name="Okamura, Ryo" userId="18831572-7aab-4b12-89e3-a5e58af7a83e" providerId="ADAL" clId="{00786286-401E-4FD1-BD85-040950DC1534}" dt="2024-02-09T06:32:11.714" v="920" actId="2711"/>
          <ac:spMkLst>
            <pc:docMk/>
            <pc:sldMk cId="530578480" sldId="2147468639"/>
            <ac:spMk id="62" creationId="{FF37CC1F-5235-83D3-511D-B28172151269}"/>
          </ac:spMkLst>
        </pc:spChg>
        <pc:spChg chg="mod">
          <ac:chgData name="Okamura, Ryo" userId="18831572-7aab-4b12-89e3-a5e58af7a83e" providerId="ADAL" clId="{00786286-401E-4FD1-BD85-040950DC1534}" dt="2024-02-09T06:32:11.714" v="920" actId="2711"/>
          <ac:spMkLst>
            <pc:docMk/>
            <pc:sldMk cId="530578480" sldId="2147468639"/>
            <ac:spMk id="63" creationId="{B28E20B5-249D-737B-05BE-E2C14BA2D762}"/>
          </ac:spMkLst>
        </pc:spChg>
        <pc:spChg chg="mod">
          <ac:chgData name="Okamura, Ryo" userId="18831572-7aab-4b12-89e3-a5e58af7a83e" providerId="ADAL" clId="{00786286-401E-4FD1-BD85-040950DC1534}" dt="2024-02-09T06:32:11.714" v="920" actId="2711"/>
          <ac:spMkLst>
            <pc:docMk/>
            <pc:sldMk cId="530578480" sldId="2147468639"/>
            <ac:spMk id="64" creationId="{50BD0D1A-0D5E-CDB8-4F98-DF8408CBEFB8}"/>
          </ac:spMkLst>
        </pc:spChg>
        <pc:spChg chg="mod">
          <ac:chgData name="Okamura, Ryo" userId="18831572-7aab-4b12-89e3-a5e58af7a83e" providerId="ADAL" clId="{00786286-401E-4FD1-BD85-040950DC1534}" dt="2024-02-09T06:32:11.714" v="920" actId="2711"/>
          <ac:spMkLst>
            <pc:docMk/>
            <pc:sldMk cId="530578480" sldId="2147468639"/>
            <ac:spMk id="65" creationId="{3A8A85C2-ADA7-0612-203D-B2E4DA375186}"/>
          </ac:spMkLst>
        </pc:spChg>
        <pc:spChg chg="mod">
          <ac:chgData name="Okamura, Ryo" userId="18831572-7aab-4b12-89e3-a5e58af7a83e" providerId="ADAL" clId="{00786286-401E-4FD1-BD85-040950DC1534}" dt="2024-02-09T06:32:11.714" v="920" actId="2711"/>
          <ac:spMkLst>
            <pc:docMk/>
            <pc:sldMk cId="530578480" sldId="2147468639"/>
            <ac:spMk id="68" creationId="{3EA6B889-B23A-FCB5-4CE9-A0F4A77942BE}"/>
          </ac:spMkLst>
        </pc:spChg>
        <pc:spChg chg="mod">
          <ac:chgData name="Okamura, Ryo" userId="18831572-7aab-4b12-89e3-a5e58af7a83e" providerId="ADAL" clId="{00786286-401E-4FD1-BD85-040950DC1534}" dt="2024-02-09T06:32:11.714" v="920" actId="2711"/>
          <ac:spMkLst>
            <pc:docMk/>
            <pc:sldMk cId="530578480" sldId="2147468639"/>
            <ac:spMk id="69" creationId="{133A4608-8EC8-FE00-C672-22D8DFDFC6E9}"/>
          </ac:spMkLst>
        </pc:spChg>
        <pc:spChg chg="mod">
          <ac:chgData name="Okamura, Ryo" userId="18831572-7aab-4b12-89e3-a5e58af7a83e" providerId="ADAL" clId="{00786286-401E-4FD1-BD85-040950DC1534}" dt="2024-02-09T06:32:11.714" v="920" actId="2711"/>
          <ac:spMkLst>
            <pc:docMk/>
            <pc:sldMk cId="530578480" sldId="2147468639"/>
            <ac:spMk id="71" creationId="{FC74A964-7170-8912-5B09-7AFA1A379330}"/>
          </ac:spMkLst>
        </pc:spChg>
        <pc:spChg chg="mod">
          <ac:chgData name="Okamura, Ryo" userId="18831572-7aab-4b12-89e3-a5e58af7a83e" providerId="ADAL" clId="{00786286-401E-4FD1-BD85-040950DC1534}" dt="2024-02-09T06:32:11.714" v="920" actId="2711"/>
          <ac:spMkLst>
            <pc:docMk/>
            <pc:sldMk cId="530578480" sldId="2147468639"/>
            <ac:spMk id="72" creationId="{D756E777-02A4-1BE1-4E8A-CA2C0DCA2E58}"/>
          </ac:spMkLst>
        </pc:spChg>
        <pc:spChg chg="mod">
          <ac:chgData name="Okamura, Ryo" userId="18831572-7aab-4b12-89e3-a5e58af7a83e" providerId="ADAL" clId="{00786286-401E-4FD1-BD85-040950DC1534}" dt="2024-02-09T06:32:11.714" v="920" actId="2711"/>
          <ac:spMkLst>
            <pc:docMk/>
            <pc:sldMk cId="530578480" sldId="2147468639"/>
            <ac:spMk id="73" creationId="{013862E3-3801-05FB-BBC4-9D15677ABAC5}"/>
          </ac:spMkLst>
        </pc:spChg>
        <pc:spChg chg="mod">
          <ac:chgData name="Okamura, Ryo" userId="18831572-7aab-4b12-89e3-a5e58af7a83e" providerId="ADAL" clId="{00786286-401E-4FD1-BD85-040950DC1534}" dt="2024-02-09T06:32:11.714" v="920" actId="2711"/>
          <ac:spMkLst>
            <pc:docMk/>
            <pc:sldMk cId="530578480" sldId="2147468639"/>
            <ac:spMk id="74" creationId="{2865077D-E191-AF5B-902E-F67CF1F6D81C}"/>
          </ac:spMkLst>
        </pc:spChg>
        <pc:spChg chg="mod">
          <ac:chgData name="Okamura, Ryo" userId="18831572-7aab-4b12-89e3-a5e58af7a83e" providerId="ADAL" clId="{00786286-401E-4FD1-BD85-040950DC1534}" dt="2024-02-09T06:32:11.714" v="920" actId="2711"/>
          <ac:spMkLst>
            <pc:docMk/>
            <pc:sldMk cId="530578480" sldId="2147468639"/>
            <ac:spMk id="75" creationId="{C27EE9FA-427C-A3DA-6A9A-3A605C406E25}"/>
          </ac:spMkLst>
        </pc:spChg>
        <pc:spChg chg="mod">
          <ac:chgData name="Okamura, Ryo" userId="18831572-7aab-4b12-89e3-a5e58af7a83e" providerId="ADAL" clId="{00786286-401E-4FD1-BD85-040950DC1534}" dt="2024-02-09T06:32:11.714" v="920" actId="2711"/>
          <ac:spMkLst>
            <pc:docMk/>
            <pc:sldMk cId="530578480" sldId="2147468639"/>
            <ac:spMk id="76" creationId="{7DF29D83-45E7-B129-6D09-CABA918714CE}"/>
          </ac:spMkLst>
        </pc:spChg>
        <pc:spChg chg="mod">
          <ac:chgData name="Okamura, Ryo" userId="18831572-7aab-4b12-89e3-a5e58af7a83e" providerId="ADAL" clId="{00786286-401E-4FD1-BD85-040950DC1534}" dt="2024-02-09T06:32:11.714" v="920" actId="2711"/>
          <ac:spMkLst>
            <pc:docMk/>
            <pc:sldMk cId="530578480" sldId="2147468639"/>
            <ac:spMk id="77" creationId="{A1080DAD-214E-BB38-C6E1-A900883E6EA2}"/>
          </ac:spMkLst>
        </pc:spChg>
        <pc:spChg chg="mod">
          <ac:chgData name="Okamura, Ryo" userId="18831572-7aab-4b12-89e3-a5e58af7a83e" providerId="ADAL" clId="{00786286-401E-4FD1-BD85-040950DC1534}" dt="2024-02-09T06:32:11.714" v="920" actId="2711"/>
          <ac:spMkLst>
            <pc:docMk/>
            <pc:sldMk cId="530578480" sldId="2147468639"/>
            <ac:spMk id="78" creationId="{B6795242-A43F-8C3C-FB73-E9FFB811EE08}"/>
          </ac:spMkLst>
        </pc:spChg>
        <pc:spChg chg="mod">
          <ac:chgData name="Okamura, Ryo" userId="18831572-7aab-4b12-89e3-a5e58af7a83e" providerId="ADAL" clId="{00786286-401E-4FD1-BD85-040950DC1534}" dt="2024-02-09T06:32:11.714" v="920" actId="2711"/>
          <ac:spMkLst>
            <pc:docMk/>
            <pc:sldMk cId="530578480" sldId="2147468639"/>
            <ac:spMk id="79" creationId="{48FE400E-4F2A-AE16-BA39-C8685B93CA17}"/>
          </ac:spMkLst>
        </pc:spChg>
        <pc:spChg chg="mod">
          <ac:chgData name="Okamura, Ryo" userId="18831572-7aab-4b12-89e3-a5e58af7a83e" providerId="ADAL" clId="{00786286-401E-4FD1-BD85-040950DC1534}" dt="2024-02-09T06:32:11.714" v="920" actId="2711"/>
          <ac:spMkLst>
            <pc:docMk/>
            <pc:sldMk cId="530578480" sldId="2147468639"/>
            <ac:spMk id="80" creationId="{8BF7D9AC-BDF4-4053-44F7-6BCA68F137B3}"/>
          </ac:spMkLst>
        </pc:spChg>
        <pc:spChg chg="mod">
          <ac:chgData name="Okamura, Ryo" userId="18831572-7aab-4b12-89e3-a5e58af7a83e" providerId="ADAL" clId="{00786286-401E-4FD1-BD85-040950DC1534}" dt="2024-02-09T06:32:11.714" v="920" actId="2711"/>
          <ac:spMkLst>
            <pc:docMk/>
            <pc:sldMk cId="530578480" sldId="2147468639"/>
            <ac:spMk id="81" creationId="{A5641140-D82C-E160-700D-DB3FC93F8699}"/>
          </ac:spMkLst>
        </pc:spChg>
        <pc:spChg chg="mod">
          <ac:chgData name="Okamura, Ryo" userId="18831572-7aab-4b12-89e3-a5e58af7a83e" providerId="ADAL" clId="{00786286-401E-4FD1-BD85-040950DC1534}" dt="2024-02-09T06:32:11.714" v="920" actId="2711"/>
          <ac:spMkLst>
            <pc:docMk/>
            <pc:sldMk cId="530578480" sldId="2147468639"/>
            <ac:spMk id="82" creationId="{30930C30-A4E2-7907-8A99-4E37BE414309}"/>
          </ac:spMkLst>
        </pc:spChg>
        <pc:spChg chg="mod">
          <ac:chgData name="Okamura, Ryo" userId="18831572-7aab-4b12-89e3-a5e58af7a83e" providerId="ADAL" clId="{00786286-401E-4FD1-BD85-040950DC1534}" dt="2024-02-09T06:32:11.714" v="920" actId="2711"/>
          <ac:spMkLst>
            <pc:docMk/>
            <pc:sldMk cId="530578480" sldId="2147468639"/>
            <ac:spMk id="87" creationId="{D9B0769F-6D92-9EE1-6863-0D9AC15FFDFB}"/>
          </ac:spMkLst>
        </pc:spChg>
        <pc:spChg chg="mod">
          <ac:chgData name="Okamura, Ryo" userId="18831572-7aab-4b12-89e3-a5e58af7a83e" providerId="ADAL" clId="{00786286-401E-4FD1-BD85-040950DC1534}" dt="2024-02-09T06:32:11.714" v="920" actId="2711"/>
          <ac:spMkLst>
            <pc:docMk/>
            <pc:sldMk cId="530578480" sldId="2147468639"/>
            <ac:spMk id="88" creationId="{EEEDA5ED-49B0-CB1E-4FD0-68F44A129E27}"/>
          </ac:spMkLst>
        </pc:spChg>
        <pc:spChg chg="mod">
          <ac:chgData name="Okamura, Ryo" userId="18831572-7aab-4b12-89e3-a5e58af7a83e" providerId="ADAL" clId="{00786286-401E-4FD1-BD85-040950DC1534}" dt="2024-02-09T06:32:11.714" v="920" actId="2711"/>
          <ac:spMkLst>
            <pc:docMk/>
            <pc:sldMk cId="530578480" sldId="2147468639"/>
            <ac:spMk id="94" creationId="{D140267D-A759-7557-A1F7-2E946B4F9AB8}"/>
          </ac:spMkLst>
        </pc:spChg>
        <pc:spChg chg="mod">
          <ac:chgData name="Okamura, Ryo" userId="18831572-7aab-4b12-89e3-a5e58af7a83e" providerId="ADAL" clId="{00786286-401E-4FD1-BD85-040950DC1534}" dt="2024-02-09T06:32:11.714" v="920" actId="2711"/>
          <ac:spMkLst>
            <pc:docMk/>
            <pc:sldMk cId="530578480" sldId="2147468639"/>
            <ac:spMk id="95" creationId="{F2862BA2-ACCA-D476-F35E-738BF51EBAA4}"/>
          </ac:spMkLst>
        </pc:spChg>
      </pc:sldChg>
      <pc:sldChg chg="modSp">
        <pc:chgData name="Okamura, Ryo" userId="18831572-7aab-4b12-89e3-a5e58af7a83e" providerId="ADAL" clId="{00786286-401E-4FD1-BD85-040950DC1534}" dt="2024-02-09T06:36:47.278" v="977" actId="1036"/>
        <pc:sldMkLst>
          <pc:docMk/>
          <pc:sldMk cId="4233624584" sldId="2147468640"/>
        </pc:sldMkLst>
        <pc:spChg chg="mod">
          <ac:chgData name="Okamura, Ryo" userId="18831572-7aab-4b12-89e3-a5e58af7a83e" providerId="ADAL" clId="{00786286-401E-4FD1-BD85-040950DC1534}" dt="2024-02-09T06:36:47.278" v="977" actId="1036"/>
          <ac:spMkLst>
            <pc:docMk/>
            <pc:sldMk cId="4233624584" sldId="2147468640"/>
            <ac:spMk id="7" creationId="{C7BE1AAC-F023-263A-1834-28FDC881EC91}"/>
          </ac:spMkLst>
        </pc:spChg>
        <pc:spChg chg="mod">
          <ac:chgData name="Okamura, Ryo" userId="18831572-7aab-4b12-89e3-a5e58af7a83e" providerId="ADAL" clId="{00786286-401E-4FD1-BD85-040950DC1534}" dt="2024-02-09T06:36:47.278" v="977" actId="1036"/>
          <ac:spMkLst>
            <pc:docMk/>
            <pc:sldMk cId="4233624584" sldId="2147468640"/>
            <ac:spMk id="8" creationId="{0156E5C9-4D00-C64F-0E60-0388CC3B79A5}"/>
          </ac:spMkLst>
        </pc:spChg>
        <pc:spChg chg="mod">
          <ac:chgData name="Okamura, Ryo" userId="18831572-7aab-4b12-89e3-a5e58af7a83e" providerId="ADAL" clId="{00786286-401E-4FD1-BD85-040950DC1534}" dt="2024-02-09T06:36:47.278" v="977" actId="1036"/>
          <ac:spMkLst>
            <pc:docMk/>
            <pc:sldMk cId="4233624584" sldId="2147468640"/>
            <ac:spMk id="9" creationId="{9426151D-CB99-F7C3-C755-0820F497088B}"/>
          </ac:spMkLst>
        </pc:spChg>
        <pc:spChg chg="mod">
          <ac:chgData name="Okamura, Ryo" userId="18831572-7aab-4b12-89e3-a5e58af7a83e" providerId="ADAL" clId="{00786286-401E-4FD1-BD85-040950DC1534}" dt="2024-02-09T06:36:47.278" v="977" actId="1036"/>
          <ac:spMkLst>
            <pc:docMk/>
            <pc:sldMk cId="4233624584" sldId="2147468640"/>
            <ac:spMk id="10" creationId="{933C57A6-0998-FE23-3F94-D96484C99F40}"/>
          </ac:spMkLst>
        </pc:spChg>
        <pc:spChg chg="mod">
          <ac:chgData name="Okamura, Ryo" userId="18831572-7aab-4b12-89e3-a5e58af7a83e" providerId="ADAL" clId="{00786286-401E-4FD1-BD85-040950DC1534}" dt="2024-02-09T06:36:47.278" v="977" actId="1036"/>
          <ac:spMkLst>
            <pc:docMk/>
            <pc:sldMk cId="4233624584" sldId="2147468640"/>
            <ac:spMk id="13" creationId="{A2E6AF42-0701-9389-3E3C-0A9E694C33C9}"/>
          </ac:spMkLst>
        </pc:spChg>
        <pc:spChg chg="mod">
          <ac:chgData name="Okamura, Ryo" userId="18831572-7aab-4b12-89e3-a5e58af7a83e" providerId="ADAL" clId="{00786286-401E-4FD1-BD85-040950DC1534}" dt="2024-02-09T06:36:47.278" v="977" actId="1036"/>
          <ac:spMkLst>
            <pc:docMk/>
            <pc:sldMk cId="4233624584" sldId="2147468640"/>
            <ac:spMk id="14" creationId="{73F6A5EA-6B9A-4ADF-052B-92B3AEF7E058}"/>
          </ac:spMkLst>
        </pc:spChg>
        <pc:spChg chg="mod">
          <ac:chgData name="Okamura, Ryo" userId="18831572-7aab-4b12-89e3-a5e58af7a83e" providerId="ADAL" clId="{00786286-401E-4FD1-BD85-040950DC1534}" dt="2024-02-09T06:36:47.278" v="977" actId="1036"/>
          <ac:spMkLst>
            <pc:docMk/>
            <pc:sldMk cId="4233624584" sldId="2147468640"/>
            <ac:spMk id="17" creationId="{36D2A5DD-BDA8-D268-1B9C-60AEB9EE59AB}"/>
          </ac:spMkLst>
        </pc:spChg>
        <pc:spChg chg="mod">
          <ac:chgData name="Okamura, Ryo" userId="18831572-7aab-4b12-89e3-a5e58af7a83e" providerId="ADAL" clId="{00786286-401E-4FD1-BD85-040950DC1534}" dt="2024-02-09T06:36:47.278" v="977" actId="1036"/>
          <ac:spMkLst>
            <pc:docMk/>
            <pc:sldMk cId="4233624584" sldId="2147468640"/>
            <ac:spMk id="18" creationId="{BDC74571-539B-D68A-6A02-5A07CE69C800}"/>
          </ac:spMkLst>
        </pc:spChg>
        <pc:spChg chg="mod">
          <ac:chgData name="Okamura, Ryo" userId="18831572-7aab-4b12-89e3-a5e58af7a83e" providerId="ADAL" clId="{00786286-401E-4FD1-BD85-040950DC1534}" dt="2024-02-09T06:36:47.278" v="977" actId="1036"/>
          <ac:spMkLst>
            <pc:docMk/>
            <pc:sldMk cId="4233624584" sldId="2147468640"/>
            <ac:spMk id="22" creationId="{93B0BAA9-15C5-784C-CB86-7B942C68EC7B}"/>
          </ac:spMkLst>
        </pc:spChg>
        <pc:spChg chg="mod">
          <ac:chgData name="Okamura, Ryo" userId="18831572-7aab-4b12-89e3-a5e58af7a83e" providerId="ADAL" clId="{00786286-401E-4FD1-BD85-040950DC1534}" dt="2024-02-09T06:36:47.278" v="977" actId="1036"/>
          <ac:spMkLst>
            <pc:docMk/>
            <pc:sldMk cId="4233624584" sldId="2147468640"/>
            <ac:spMk id="23" creationId="{FB515D38-3A9F-868D-4494-58F3C2ADA5CD}"/>
          </ac:spMkLst>
        </pc:spChg>
        <pc:spChg chg="mod">
          <ac:chgData name="Okamura, Ryo" userId="18831572-7aab-4b12-89e3-a5e58af7a83e" providerId="ADAL" clId="{00786286-401E-4FD1-BD85-040950DC1534}" dt="2024-02-09T06:36:47.278" v="977" actId="1036"/>
          <ac:spMkLst>
            <pc:docMk/>
            <pc:sldMk cId="4233624584" sldId="2147468640"/>
            <ac:spMk id="25" creationId="{FD397FCC-06D2-E0DC-E037-503DC5CCA496}"/>
          </ac:spMkLst>
        </pc:spChg>
        <pc:spChg chg="mod">
          <ac:chgData name="Okamura, Ryo" userId="18831572-7aab-4b12-89e3-a5e58af7a83e" providerId="ADAL" clId="{00786286-401E-4FD1-BD85-040950DC1534}" dt="2024-02-09T06:36:47.278" v="977" actId="1036"/>
          <ac:spMkLst>
            <pc:docMk/>
            <pc:sldMk cId="4233624584" sldId="2147468640"/>
            <ac:spMk id="27" creationId="{C47B27BD-77F4-B490-2C47-5D9F25E203E3}"/>
          </ac:spMkLst>
        </pc:spChg>
        <pc:spChg chg="mod">
          <ac:chgData name="Okamura, Ryo" userId="18831572-7aab-4b12-89e3-a5e58af7a83e" providerId="ADAL" clId="{00786286-401E-4FD1-BD85-040950DC1534}" dt="2024-02-09T06:36:47.278" v="977" actId="1036"/>
          <ac:spMkLst>
            <pc:docMk/>
            <pc:sldMk cId="4233624584" sldId="2147468640"/>
            <ac:spMk id="29" creationId="{2BAAAD9A-1302-9FFA-2379-E301D3725167}"/>
          </ac:spMkLst>
        </pc:spChg>
        <pc:grpChg chg="mod">
          <ac:chgData name="Okamura, Ryo" userId="18831572-7aab-4b12-89e3-a5e58af7a83e" providerId="ADAL" clId="{00786286-401E-4FD1-BD85-040950DC1534}" dt="2024-02-09T06:36:47.278" v="977" actId="1036"/>
          <ac:grpSpMkLst>
            <pc:docMk/>
            <pc:sldMk cId="4233624584" sldId="2147468640"/>
            <ac:grpSpMk id="11" creationId="{AEC8940B-0911-E305-2217-1A15EBEC39F8}"/>
          </ac:grpSpMkLst>
        </pc:grpChg>
        <pc:grpChg chg="mod">
          <ac:chgData name="Okamura, Ryo" userId="18831572-7aab-4b12-89e3-a5e58af7a83e" providerId="ADAL" clId="{00786286-401E-4FD1-BD85-040950DC1534}" dt="2024-02-09T06:36:47.278" v="977" actId="1036"/>
          <ac:grpSpMkLst>
            <pc:docMk/>
            <pc:sldMk cId="4233624584" sldId="2147468640"/>
            <ac:grpSpMk id="15" creationId="{FB22D7B6-BD17-AB5F-0E94-7478CF560E9C}"/>
          </ac:grpSpMkLst>
        </pc:grpChg>
        <pc:grpChg chg="mod">
          <ac:chgData name="Okamura, Ryo" userId="18831572-7aab-4b12-89e3-a5e58af7a83e" providerId="ADAL" clId="{00786286-401E-4FD1-BD85-040950DC1534}" dt="2024-02-09T06:36:47.278" v="977" actId="1036"/>
          <ac:grpSpMkLst>
            <pc:docMk/>
            <pc:sldMk cId="4233624584" sldId="2147468640"/>
            <ac:grpSpMk id="20" creationId="{91ED1CB6-AB6C-D5FB-0A68-F1B36F93DAA8}"/>
          </ac:grpSpMkLst>
        </pc:grpChg>
        <pc:picChg chg="mod">
          <ac:chgData name="Okamura, Ryo" userId="18831572-7aab-4b12-89e3-a5e58af7a83e" providerId="ADAL" clId="{00786286-401E-4FD1-BD85-040950DC1534}" dt="2024-02-09T06:36:47.278" v="977" actId="1036"/>
          <ac:picMkLst>
            <pc:docMk/>
            <pc:sldMk cId="4233624584" sldId="2147468640"/>
            <ac:picMk id="12" creationId="{843D3339-D1CC-B18D-B8D6-ADDBDDEC6731}"/>
          </ac:picMkLst>
        </pc:picChg>
        <pc:picChg chg="mod">
          <ac:chgData name="Okamura, Ryo" userId="18831572-7aab-4b12-89e3-a5e58af7a83e" providerId="ADAL" clId="{00786286-401E-4FD1-BD85-040950DC1534}" dt="2024-02-09T06:36:47.278" v="977" actId="1036"/>
          <ac:picMkLst>
            <pc:docMk/>
            <pc:sldMk cId="4233624584" sldId="2147468640"/>
            <ac:picMk id="16" creationId="{43C0B435-AFC8-0658-1C37-58F070A50F3A}"/>
          </ac:picMkLst>
        </pc:picChg>
        <pc:picChg chg="mod">
          <ac:chgData name="Okamura, Ryo" userId="18831572-7aab-4b12-89e3-a5e58af7a83e" providerId="ADAL" clId="{00786286-401E-4FD1-BD85-040950DC1534}" dt="2024-02-09T06:36:47.278" v="977" actId="1036"/>
          <ac:picMkLst>
            <pc:docMk/>
            <pc:sldMk cId="4233624584" sldId="2147468640"/>
            <ac:picMk id="21" creationId="{D20A1A88-0754-A235-2831-24E9BCF5A9FB}"/>
          </ac:picMkLst>
        </pc:picChg>
        <pc:picChg chg="mod">
          <ac:chgData name="Okamura, Ryo" userId="18831572-7aab-4b12-89e3-a5e58af7a83e" providerId="ADAL" clId="{00786286-401E-4FD1-BD85-040950DC1534}" dt="2024-02-09T06:36:47.278" v="977" actId="1036"/>
          <ac:picMkLst>
            <pc:docMk/>
            <pc:sldMk cId="4233624584" sldId="2147468640"/>
            <ac:picMk id="24" creationId="{6B011DEB-10A9-10A7-8E8D-BB5C26D6A14C}"/>
          </ac:picMkLst>
        </pc:picChg>
        <pc:picChg chg="mod">
          <ac:chgData name="Okamura, Ryo" userId="18831572-7aab-4b12-89e3-a5e58af7a83e" providerId="ADAL" clId="{00786286-401E-4FD1-BD85-040950DC1534}" dt="2024-02-09T06:36:47.278" v="977" actId="1036"/>
          <ac:picMkLst>
            <pc:docMk/>
            <pc:sldMk cId="4233624584" sldId="2147468640"/>
            <ac:picMk id="26" creationId="{5CA38743-283E-D552-A90E-D2938B248C59}"/>
          </ac:picMkLst>
        </pc:picChg>
        <pc:picChg chg="mod">
          <ac:chgData name="Okamura, Ryo" userId="18831572-7aab-4b12-89e3-a5e58af7a83e" providerId="ADAL" clId="{00786286-401E-4FD1-BD85-040950DC1534}" dt="2024-02-09T06:36:47.278" v="977" actId="1036"/>
          <ac:picMkLst>
            <pc:docMk/>
            <pc:sldMk cId="4233624584" sldId="2147468640"/>
            <ac:picMk id="28" creationId="{9449CA0A-2E2E-9CDE-6A66-93E232C50B34}"/>
          </ac:picMkLst>
        </pc:picChg>
        <pc:picChg chg="mod">
          <ac:chgData name="Okamura, Ryo" userId="18831572-7aab-4b12-89e3-a5e58af7a83e" providerId="ADAL" clId="{00786286-401E-4FD1-BD85-040950DC1534}" dt="2024-02-09T06:36:47.278" v="977" actId="1036"/>
          <ac:picMkLst>
            <pc:docMk/>
            <pc:sldMk cId="4233624584" sldId="2147468640"/>
            <ac:picMk id="30" creationId="{4258A437-B512-795A-C0FC-77C4D3D9BA9C}"/>
          </ac:picMkLst>
        </pc:picChg>
        <pc:cxnChg chg="mod">
          <ac:chgData name="Okamura, Ryo" userId="18831572-7aab-4b12-89e3-a5e58af7a83e" providerId="ADAL" clId="{00786286-401E-4FD1-BD85-040950DC1534}" dt="2024-02-09T06:36:47.278" v="977" actId="1036"/>
          <ac:cxnSpMkLst>
            <pc:docMk/>
            <pc:sldMk cId="4233624584" sldId="2147468640"/>
            <ac:cxnSpMk id="19" creationId="{9C148305-B63B-4578-3132-D890793F61BD}"/>
          </ac:cxnSpMkLst>
        </pc:cxnChg>
        <pc:cxnChg chg="mod">
          <ac:chgData name="Okamura, Ryo" userId="18831572-7aab-4b12-89e3-a5e58af7a83e" providerId="ADAL" clId="{00786286-401E-4FD1-BD85-040950DC1534}" dt="2024-02-09T06:36:47.278" v="977" actId="1036"/>
          <ac:cxnSpMkLst>
            <pc:docMk/>
            <pc:sldMk cId="4233624584" sldId="2147468640"/>
            <ac:cxnSpMk id="31" creationId="{C35ED6AE-1E18-F235-A441-819270B69B78}"/>
          </ac:cxnSpMkLst>
        </pc:cxnChg>
        <pc:cxnChg chg="mod">
          <ac:chgData name="Okamura, Ryo" userId="18831572-7aab-4b12-89e3-a5e58af7a83e" providerId="ADAL" clId="{00786286-401E-4FD1-BD85-040950DC1534}" dt="2024-02-09T06:36:47.278" v="977" actId="1036"/>
          <ac:cxnSpMkLst>
            <pc:docMk/>
            <pc:sldMk cId="4233624584" sldId="2147468640"/>
            <ac:cxnSpMk id="32" creationId="{3D56E025-FE5F-A7BC-CA66-DECD27BD61DE}"/>
          </ac:cxnSpMkLst>
        </pc:cxnChg>
      </pc:sldChg>
      <pc:sldChg chg="modSp mod">
        <pc:chgData name="Okamura, Ryo" userId="18831572-7aab-4b12-89e3-a5e58af7a83e" providerId="ADAL" clId="{00786286-401E-4FD1-BD85-040950DC1534}" dt="2024-02-09T06:43:00.511" v="1034" actId="20577"/>
        <pc:sldMkLst>
          <pc:docMk/>
          <pc:sldMk cId="2828514638" sldId="2147468641"/>
        </pc:sldMkLst>
        <pc:spChg chg="mod">
          <ac:chgData name="Okamura, Ryo" userId="18831572-7aab-4b12-89e3-a5e58af7a83e" providerId="ADAL" clId="{00786286-401E-4FD1-BD85-040950DC1534}" dt="2024-02-09T06:43:00.511" v="1034" actId="20577"/>
          <ac:spMkLst>
            <pc:docMk/>
            <pc:sldMk cId="2828514638" sldId="2147468641"/>
            <ac:spMk id="3" creationId="{B6C91FF8-B5E0-8508-F19A-663ECBAA7097}"/>
          </ac:spMkLst>
        </pc:spChg>
      </pc:sldChg>
      <pc:sldChg chg="modSp mod ord">
        <pc:chgData name="Okamura, Ryo" userId="18831572-7aab-4b12-89e3-a5e58af7a83e" providerId="ADAL" clId="{00786286-401E-4FD1-BD85-040950DC1534}" dt="2024-02-09T06:54:56.586" v="1126" actId="255"/>
        <pc:sldMkLst>
          <pc:docMk/>
          <pc:sldMk cId="4289075547" sldId="2147468643"/>
        </pc:sldMkLst>
        <pc:spChg chg="mod">
          <ac:chgData name="Okamura, Ryo" userId="18831572-7aab-4b12-89e3-a5e58af7a83e" providerId="ADAL" clId="{00786286-401E-4FD1-BD85-040950DC1534}" dt="2024-02-09T06:54:56.586" v="1126" actId="255"/>
          <ac:spMkLst>
            <pc:docMk/>
            <pc:sldMk cId="4289075547" sldId="2147468643"/>
            <ac:spMk id="4" creationId="{97C912AE-21AA-C281-B528-C9A048910EEC}"/>
          </ac:spMkLst>
        </pc:spChg>
      </pc:sldChg>
      <pc:sldChg chg="modSp mod ord">
        <pc:chgData name="Okamura, Ryo" userId="18831572-7aab-4b12-89e3-a5e58af7a83e" providerId="ADAL" clId="{00786286-401E-4FD1-BD85-040950DC1534}" dt="2024-02-09T06:55:01.157" v="1127" actId="255"/>
        <pc:sldMkLst>
          <pc:docMk/>
          <pc:sldMk cId="4115730665" sldId="2147468645"/>
        </pc:sldMkLst>
        <pc:spChg chg="mod">
          <ac:chgData name="Okamura, Ryo" userId="18831572-7aab-4b12-89e3-a5e58af7a83e" providerId="ADAL" clId="{00786286-401E-4FD1-BD85-040950DC1534}" dt="2024-02-09T06:51:44.642" v="1105" actId="20577"/>
          <ac:spMkLst>
            <pc:docMk/>
            <pc:sldMk cId="4115730665" sldId="2147468645"/>
            <ac:spMk id="3" creationId="{D3EB4294-9EA3-65F9-6C22-87F142D224A8}"/>
          </ac:spMkLst>
        </pc:spChg>
        <pc:spChg chg="mod">
          <ac:chgData name="Okamura, Ryo" userId="18831572-7aab-4b12-89e3-a5e58af7a83e" providerId="ADAL" clId="{00786286-401E-4FD1-BD85-040950DC1534}" dt="2024-02-09T06:55:01.157" v="1127" actId="255"/>
          <ac:spMkLst>
            <pc:docMk/>
            <pc:sldMk cId="4115730665" sldId="2147468645"/>
            <ac:spMk id="4" creationId="{97C912AE-21AA-C281-B528-C9A048910EEC}"/>
          </ac:spMkLst>
        </pc:spChg>
      </pc:sldChg>
      <pc:sldChg chg="modSp mod">
        <pc:chgData name="Okamura, Ryo" userId="18831572-7aab-4b12-89e3-a5e58af7a83e" providerId="ADAL" clId="{00786286-401E-4FD1-BD85-040950DC1534}" dt="2024-02-09T06:44:02.443" v="1043" actId="1036"/>
        <pc:sldMkLst>
          <pc:docMk/>
          <pc:sldMk cId="273794443" sldId="2147468646"/>
        </pc:sldMkLst>
        <pc:spChg chg="mod">
          <ac:chgData name="Okamura, Ryo" userId="18831572-7aab-4b12-89e3-a5e58af7a83e" providerId="ADAL" clId="{00786286-401E-4FD1-BD85-040950DC1534}" dt="2024-02-09T06:31:10.365" v="880" actId="20577"/>
          <ac:spMkLst>
            <pc:docMk/>
            <pc:sldMk cId="273794443" sldId="2147468646"/>
            <ac:spMk id="3" creationId="{D3705068-9B7D-BD8E-6A40-F69311C8814E}"/>
          </ac:spMkLst>
        </pc:spChg>
        <pc:picChg chg="mod">
          <ac:chgData name="Okamura, Ryo" userId="18831572-7aab-4b12-89e3-a5e58af7a83e" providerId="ADAL" clId="{00786286-401E-4FD1-BD85-040950DC1534}" dt="2024-02-09T06:44:02.443" v="1043" actId="1036"/>
          <ac:picMkLst>
            <pc:docMk/>
            <pc:sldMk cId="273794443" sldId="2147468646"/>
            <ac:picMk id="10" creationId="{33F7A243-9085-D6A1-0812-31D569FA7958}"/>
          </ac:picMkLst>
        </pc:picChg>
      </pc:sldChg>
      <pc:sldChg chg="addSp modSp mod">
        <pc:chgData name="Okamura, Ryo" userId="18831572-7aab-4b12-89e3-a5e58af7a83e" providerId="ADAL" clId="{00786286-401E-4FD1-BD85-040950DC1534}" dt="2024-02-09T06:54:42.535" v="1125" actId="255"/>
        <pc:sldMkLst>
          <pc:docMk/>
          <pc:sldMk cId="2025993153" sldId="2147468647"/>
        </pc:sldMkLst>
        <pc:spChg chg="add mod">
          <ac:chgData name="Okamura, Ryo" userId="18831572-7aab-4b12-89e3-a5e58af7a83e" providerId="ADAL" clId="{00786286-401E-4FD1-BD85-040950DC1534}" dt="2024-02-09T06:54:42.535" v="1125" actId="255"/>
          <ac:spMkLst>
            <pc:docMk/>
            <pc:sldMk cId="2025993153" sldId="2147468647"/>
            <ac:spMk id="2" creationId="{D330C548-A4DB-9B3B-D302-5DA6CA980022}"/>
          </ac:spMkLst>
        </pc:spChg>
        <pc:spChg chg="mod">
          <ac:chgData name="Okamura, Ryo" userId="18831572-7aab-4b12-89e3-a5e58af7a83e" providerId="ADAL" clId="{00786286-401E-4FD1-BD85-040950DC1534}" dt="2024-02-09T04:18:58.412" v="805" actId="6549"/>
          <ac:spMkLst>
            <pc:docMk/>
            <pc:sldMk cId="2025993153" sldId="2147468647"/>
            <ac:spMk id="7" creationId="{61BEE415-5D19-0E26-AAC7-D470E02EAEE4}"/>
          </ac:spMkLst>
        </pc:spChg>
        <pc:spChg chg="mod">
          <ac:chgData name="Okamura, Ryo" userId="18831572-7aab-4b12-89e3-a5e58af7a83e" providerId="ADAL" clId="{00786286-401E-4FD1-BD85-040950DC1534}" dt="2024-02-09T06:51:09.944" v="1103" actId="20577"/>
          <ac:spMkLst>
            <pc:docMk/>
            <pc:sldMk cId="2025993153" sldId="2147468647"/>
            <ac:spMk id="8" creationId="{753ADA55-D29B-FA45-9A8B-4AE5E0B23236}"/>
          </ac:spMkLst>
        </pc:spChg>
      </pc:sldChg>
      <pc:sldChg chg="addSp delSp modSp add mod ord">
        <pc:chgData name="Okamura, Ryo" userId="18831572-7aab-4b12-89e3-a5e58af7a83e" providerId="ADAL" clId="{00786286-401E-4FD1-BD85-040950DC1534}" dt="2024-02-09T04:22:41.575" v="867"/>
        <pc:sldMkLst>
          <pc:docMk/>
          <pc:sldMk cId="3961304525" sldId="2147468648"/>
        </pc:sldMkLst>
        <pc:spChg chg="add mod">
          <ac:chgData name="Okamura, Ryo" userId="18831572-7aab-4b12-89e3-a5e58af7a83e" providerId="ADAL" clId="{00786286-401E-4FD1-BD85-040950DC1534}" dt="2024-02-07T23:14:02.519" v="235" actId="1076"/>
          <ac:spMkLst>
            <pc:docMk/>
            <pc:sldMk cId="3961304525" sldId="2147468648"/>
            <ac:spMk id="2" creationId="{6DC485D3-3BBF-6B24-C6E3-D6AC4117C298}"/>
          </ac:spMkLst>
        </pc:spChg>
        <pc:spChg chg="add mod">
          <ac:chgData name="Okamura, Ryo" userId="18831572-7aab-4b12-89e3-a5e58af7a83e" providerId="ADAL" clId="{00786286-401E-4FD1-BD85-040950DC1534}" dt="2024-02-07T23:14:02.519" v="235" actId="1076"/>
          <ac:spMkLst>
            <pc:docMk/>
            <pc:sldMk cId="3961304525" sldId="2147468648"/>
            <ac:spMk id="3" creationId="{081560EC-306B-3A4E-ECC5-74D3240ED5D1}"/>
          </ac:spMkLst>
        </pc:spChg>
        <pc:spChg chg="add mod">
          <ac:chgData name="Okamura, Ryo" userId="18831572-7aab-4b12-89e3-a5e58af7a83e" providerId="ADAL" clId="{00786286-401E-4FD1-BD85-040950DC1534}" dt="2024-02-07T23:14:02.519" v="235" actId="1076"/>
          <ac:spMkLst>
            <pc:docMk/>
            <pc:sldMk cId="3961304525" sldId="2147468648"/>
            <ac:spMk id="4" creationId="{CCD27561-8326-C21A-3086-CDE6A0DB57BB}"/>
          </ac:spMkLst>
        </pc:spChg>
        <pc:spChg chg="mod">
          <ac:chgData name="Okamura, Ryo" userId="18831572-7aab-4b12-89e3-a5e58af7a83e" providerId="ADAL" clId="{00786286-401E-4FD1-BD85-040950DC1534}" dt="2024-02-08T01:08:13.366" v="784" actId="313"/>
          <ac:spMkLst>
            <pc:docMk/>
            <pc:sldMk cId="3961304525" sldId="2147468648"/>
            <ac:spMk id="7" creationId="{61BEE415-5D19-0E26-AAC7-D470E02EAEE4}"/>
          </ac:spMkLst>
        </pc:spChg>
        <pc:spChg chg="mod">
          <ac:chgData name="Okamura, Ryo" userId="18831572-7aab-4b12-89e3-a5e58af7a83e" providerId="ADAL" clId="{00786286-401E-4FD1-BD85-040950DC1534}" dt="2024-02-08T01:08:16.095" v="785" actId="313"/>
          <ac:spMkLst>
            <pc:docMk/>
            <pc:sldMk cId="3961304525" sldId="2147468648"/>
            <ac:spMk id="8" creationId="{753ADA55-D29B-FA45-9A8B-4AE5E0B23236}"/>
          </ac:spMkLst>
        </pc:spChg>
        <pc:spChg chg="mod">
          <ac:chgData name="Okamura, Ryo" userId="18831572-7aab-4b12-89e3-a5e58af7a83e" providerId="ADAL" clId="{00786286-401E-4FD1-BD85-040950DC1534}" dt="2024-02-08T01:08:17.545" v="786" actId="313"/>
          <ac:spMkLst>
            <pc:docMk/>
            <pc:sldMk cId="3961304525" sldId="2147468648"/>
            <ac:spMk id="9" creationId="{8D5079BB-06F8-7E24-4567-3610EEC2F116}"/>
          </ac:spMkLst>
        </pc:spChg>
        <pc:spChg chg="del">
          <ac:chgData name="Okamura, Ryo" userId="18831572-7aab-4b12-89e3-a5e58af7a83e" providerId="ADAL" clId="{00786286-401E-4FD1-BD85-040950DC1534}" dt="2024-02-07T23:10:06.647" v="175" actId="478"/>
          <ac:spMkLst>
            <pc:docMk/>
            <pc:sldMk cId="3961304525" sldId="2147468648"/>
            <ac:spMk id="10" creationId="{D25DD7E0-F0D4-892B-7292-B9E5C782BCC5}"/>
          </ac:spMkLst>
        </pc:spChg>
        <pc:spChg chg="del">
          <ac:chgData name="Okamura, Ryo" userId="18831572-7aab-4b12-89e3-a5e58af7a83e" providerId="ADAL" clId="{00786286-401E-4FD1-BD85-040950DC1534}" dt="2024-02-07T23:10:06.647" v="175" actId="478"/>
          <ac:spMkLst>
            <pc:docMk/>
            <pc:sldMk cId="3961304525" sldId="2147468648"/>
            <ac:spMk id="11" creationId="{4B6FFDC2-FCD8-BFED-0A7C-669839C052F3}"/>
          </ac:spMkLst>
        </pc:spChg>
        <pc:spChg chg="del">
          <ac:chgData name="Okamura, Ryo" userId="18831572-7aab-4b12-89e3-a5e58af7a83e" providerId="ADAL" clId="{00786286-401E-4FD1-BD85-040950DC1534}" dt="2024-02-07T23:10:06.647" v="175" actId="478"/>
          <ac:spMkLst>
            <pc:docMk/>
            <pc:sldMk cId="3961304525" sldId="2147468648"/>
            <ac:spMk id="15" creationId="{9B4BD7B1-A314-2DCF-46EC-B8518A41FEA6}"/>
          </ac:spMkLst>
        </pc:spChg>
        <pc:spChg chg="del">
          <ac:chgData name="Okamura, Ryo" userId="18831572-7aab-4b12-89e3-a5e58af7a83e" providerId="ADAL" clId="{00786286-401E-4FD1-BD85-040950DC1534}" dt="2024-02-07T23:10:06.647" v="175" actId="478"/>
          <ac:spMkLst>
            <pc:docMk/>
            <pc:sldMk cId="3961304525" sldId="2147468648"/>
            <ac:spMk id="16" creationId="{E3FE4664-2BDF-6E11-1116-263C4D20DE49}"/>
          </ac:spMkLst>
        </pc:spChg>
        <pc:spChg chg="add mod">
          <ac:chgData name="Okamura, Ryo" userId="18831572-7aab-4b12-89e3-a5e58af7a83e" providerId="ADAL" clId="{00786286-401E-4FD1-BD85-040950DC1534}" dt="2024-02-08T01:08:24.492" v="787" actId="313"/>
          <ac:spMkLst>
            <pc:docMk/>
            <pc:sldMk cId="3961304525" sldId="2147468648"/>
            <ac:spMk id="34" creationId="{50AF9A52-FD15-F9A8-1897-919726D5A4E6}"/>
          </ac:spMkLst>
        </pc:spChg>
        <pc:spChg chg="add mod">
          <ac:chgData name="Okamura, Ryo" userId="18831572-7aab-4b12-89e3-a5e58af7a83e" providerId="ADAL" clId="{00786286-401E-4FD1-BD85-040950DC1534}" dt="2024-02-07T23:14:02.519" v="235" actId="1076"/>
          <ac:spMkLst>
            <pc:docMk/>
            <pc:sldMk cId="3961304525" sldId="2147468648"/>
            <ac:spMk id="39" creationId="{1D4B3E6A-9247-C8CD-8223-B35060E64D8F}"/>
          </ac:spMkLst>
        </pc:spChg>
        <pc:spChg chg="add mod">
          <ac:chgData name="Okamura, Ryo" userId="18831572-7aab-4b12-89e3-a5e58af7a83e" providerId="ADAL" clId="{00786286-401E-4FD1-BD85-040950DC1534}" dt="2024-02-07T23:14:02.519" v="235" actId="1076"/>
          <ac:spMkLst>
            <pc:docMk/>
            <pc:sldMk cId="3961304525" sldId="2147468648"/>
            <ac:spMk id="40" creationId="{6923AFE5-5A11-8387-580E-8DE6F2A90504}"/>
          </ac:spMkLst>
        </pc:spChg>
        <pc:spChg chg="add del mod">
          <ac:chgData name="Okamura, Ryo" userId="18831572-7aab-4b12-89e3-a5e58af7a83e" providerId="ADAL" clId="{00786286-401E-4FD1-BD85-040950DC1534}" dt="2024-02-09T04:22:34.169" v="865" actId="478"/>
          <ac:spMkLst>
            <pc:docMk/>
            <pc:sldMk cId="3961304525" sldId="2147468648"/>
            <ac:spMk id="41" creationId="{E1F477FB-960D-DFDD-F4C0-4A03CEB75E36}"/>
          </ac:spMkLst>
        </pc:spChg>
        <pc:grpChg chg="del">
          <ac:chgData name="Okamura, Ryo" userId="18831572-7aab-4b12-89e3-a5e58af7a83e" providerId="ADAL" clId="{00786286-401E-4FD1-BD85-040950DC1534}" dt="2024-02-07T23:10:06.647" v="175" actId="478"/>
          <ac:grpSpMkLst>
            <pc:docMk/>
            <pc:sldMk cId="3961304525" sldId="2147468648"/>
            <ac:grpSpMk id="12" creationId="{CA6CEC3B-C717-07E7-2BA1-55455104D6BB}"/>
          </ac:grpSpMkLst>
        </pc:grpChg>
        <pc:grpChg chg="del">
          <ac:chgData name="Okamura, Ryo" userId="18831572-7aab-4b12-89e3-a5e58af7a83e" providerId="ADAL" clId="{00786286-401E-4FD1-BD85-040950DC1534}" dt="2024-02-07T23:10:06.647" v="175" actId="478"/>
          <ac:grpSpMkLst>
            <pc:docMk/>
            <pc:sldMk cId="3961304525" sldId="2147468648"/>
            <ac:grpSpMk id="17" creationId="{FAA827AD-0071-569E-832E-CE039BAF344D}"/>
          </ac:grpSpMkLst>
        </pc:grpChg>
        <pc:cxnChg chg="add mod">
          <ac:chgData name="Okamura, Ryo" userId="18831572-7aab-4b12-89e3-a5e58af7a83e" providerId="ADAL" clId="{00786286-401E-4FD1-BD85-040950DC1534}" dt="2024-02-07T23:14:02.519" v="235" actId="1076"/>
          <ac:cxnSpMkLst>
            <pc:docMk/>
            <pc:sldMk cId="3961304525" sldId="2147468648"/>
            <ac:cxnSpMk id="35" creationId="{7231EB20-A3E0-63D2-3CD8-A60E76937EB0}"/>
          </ac:cxnSpMkLst>
        </pc:cxnChg>
        <pc:cxnChg chg="add mod">
          <ac:chgData name="Okamura, Ryo" userId="18831572-7aab-4b12-89e3-a5e58af7a83e" providerId="ADAL" clId="{00786286-401E-4FD1-BD85-040950DC1534}" dt="2024-02-07T23:14:02.519" v="235" actId="1076"/>
          <ac:cxnSpMkLst>
            <pc:docMk/>
            <pc:sldMk cId="3961304525" sldId="2147468648"/>
            <ac:cxnSpMk id="36" creationId="{4A0A7C61-0593-35BF-E911-9DF6C83688BE}"/>
          </ac:cxnSpMkLst>
        </pc:cxnChg>
        <pc:cxnChg chg="add mod">
          <ac:chgData name="Okamura, Ryo" userId="18831572-7aab-4b12-89e3-a5e58af7a83e" providerId="ADAL" clId="{00786286-401E-4FD1-BD85-040950DC1534}" dt="2024-02-07T23:14:02.519" v="235" actId="1076"/>
          <ac:cxnSpMkLst>
            <pc:docMk/>
            <pc:sldMk cId="3961304525" sldId="2147468648"/>
            <ac:cxnSpMk id="37" creationId="{BA170A6D-CB0D-44B8-A33A-AD0A3E977FEA}"/>
          </ac:cxnSpMkLst>
        </pc:cxnChg>
        <pc:cxnChg chg="add mod">
          <ac:chgData name="Okamura, Ryo" userId="18831572-7aab-4b12-89e3-a5e58af7a83e" providerId="ADAL" clId="{00786286-401E-4FD1-BD85-040950DC1534}" dt="2024-02-07T23:14:02.519" v="235" actId="1076"/>
          <ac:cxnSpMkLst>
            <pc:docMk/>
            <pc:sldMk cId="3961304525" sldId="2147468648"/>
            <ac:cxnSpMk id="38" creationId="{95CA3279-0F47-74BE-1321-B3D2E31F4220}"/>
          </ac:cxnSpMkLst>
        </pc:cxnChg>
      </pc:sldChg>
      <pc:sldChg chg="addSp delSp modSp add mod">
        <pc:chgData name="Okamura, Ryo" userId="18831572-7aab-4b12-89e3-a5e58af7a83e" providerId="ADAL" clId="{00786286-401E-4FD1-BD85-040950DC1534}" dt="2024-02-09T06:48:16.099" v="1082" actId="2711"/>
        <pc:sldMkLst>
          <pc:docMk/>
          <pc:sldMk cId="1378408446" sldId="2147468649"/>
        </pc:sldMkLst>
        <pc:spChg chg="del">
          <ac:chgData name="Okamura, Ryo" userId="18831572-7aab-4b12-89e3-a5e58af7a83e" providerId="ADAL" clId="{00786286-401E-4FD1-BD85-040950DC1534}" dt="2024-02-07T23:14:48.630" v="239" actId="478"/>
          <ac:spMkLst>
            <pc:docMk/>
            <pc:sldMk cId="1378408446" sldId="2147468649"/>
            <ac:spMk id="2" creationId="{6DC485D3-3BBF-6B24-C6E3-D6AC4117C298}"/>
          </ac:spMkLst>
        </pc:spChg>
        <pc:spChg chg="del">
          <ac:chgData name="Okamura, Ryo" userId="18831572-7aab-4b12-89e3-a5e58af7a83e" providerId="ADAL" clId="{00786286-401E-4FD1-BD85-040950DC1534}" dt="2024-02-07T23:14:48.630" v="239" actId="478"/>
          <ac:spMkLst>
            <pc:docMk/>
            <pc:sldMk cId="1378408446" sldId="2147468649"/>
            <ac:spMk id="3" creationId="{081560EC-306B-3A4E-ECC5-74D3240ED5D1}"/>
          </ac:spMkLst>
        </pc:spChg>
        <pc:spChg chg="del">
          <ac:chgData name="Okamura, Ryo" userId="18831572-7aab-4b12-89e3-a5e58af7a83e" providerId="ADAL" clId="{00786286-401E-4FD1-BD85-040950DC1534}" dt="2024-02-07T23:14:48.630" v="239" actId="478"/>
          <ac:spMkLst>
            <pc:docMk/>
            <pc:sldMk cId="1378408446" sldId="2147468649"/>
            <ac:spMk id="4" creationId="{CCD27561-8326-C21A-3086-CDE6A0DB57BB}"/>
          </ac:spMkLst>
        </pc:spChg>
        <pc:spChg chg="mod">
          <ac:chgData name="Okamura, Ryo" userId="18831572-7aab-4b12-89e3-a5e58af7a83e" providerId="ADAL" clId="{00786286-401E-4FD1-BD85-040950DC1534}" dt="2024-02-07T23:14:27.952" v="237"/>
          <ac:spMkLst>
            <pc:docMk/>
            <pc:sldMk cId="1378408446" sldId="2147468649"/>
            <ac:spMk id="7" creationId="{61BEE415-5D19-0E26-AAC7-D470E02EAEE4}"/>
          </ac:spMkLst>
        </pc:spChg>
        <pc:spChg chg="mod">
          <ac:chgData name="Okamura, Ryo" userId="18831572-7aab-4b12-89e3-a5e58af7a83e" providerId="ADAL" clId="{00786286-401E-4FD1-BD85-040950DC1534}" dt="2024-02-07T23:14:37.107" v="238"/>
          <ac:spMkLst>
            <pc:docMk/>
            <pc:sldMk cId="1378408446" sldId="2147468649"/>
            <ac:spMk id="8" creationId="{753ADA55-D29B-FA45-9A8B-4AE5E0B23236}"/>
          </ac:spMkLst>
        </pc:spChg>
        <pc:spChg chg="mod">
          <ac:chgData name="Okamura, Ryo" userId="18831572-7aab-4b12-89e3-a5e58af7a83e" providerId="ADAL" clId="{00786286-401E-4FD1-BD85-040950DC1534}" dt="2024-02-08T01:08:25.891" v="788" actId="313"/>
          <ac:spMkLst>
            <pc:docMk/>
            <pc:sldMk cId="1378408446" sldId="2147468649"/>
            <ac:spMk id="9" creationId="{8D5079BB-06F8-7E24-4567-3610EEC2F116}"/>
          </ac:spMkLst>
        </pc:spChg>
        <pc:spChg chg="add mod">
          <ac:chgData name="Okamura, Ryo" userId="18831572-7aab-4b12-89e3-a5e58af7a83e" providerId="ADAL" clId="{00786286-401E-4FD1-BD85-040950DC1534}" dt="2024-02-09T06:48:16.099" v="1082" actId="2711"/>
          <ac:spMkLst>
            <pc:docMk/>
            <pc:sldMk cId="1378408446" sldId="2147468649"/>
            <ac:spMk id="14" creationId="{26EE27E0-723B-9655-FA58-C8ABA319AA1A}"/>
          </ac:spMkLst>
        </pc:spChg>
        <pc:spChg chg="add mod">
          <ac:chgData name="Okamura, Ryo" userId="18831572-7aab-4b12-89e3-a5e58af7a83e" providerId="ADAL" clId="{00786286-401E-4FD1-BD85-040950DC1534}" dt="2024-02-09T06:48:16.099" v="1082" actId="2711"/>
          <ac:spMkLst>
            <pc:docMk/>
            <pc:sldMk cId="1378408446" sldId="2147468649"/>
            <ac:spMk id="15" creationId="{CA8BB83D-DD0E-5E0A-106F-4EAFEE31F287}"/>
          </ac:spMkLst>
        </pc:spChg>
        <pc:spChg chg="mod">
          <ac:chgData name="Okamura, Ryo" userId="18831572-7aab-4b12-89e3-a5e58af7a83e" providerId="ADAL" clId="{00786286-401E-4FD1-BD85-040950DC1534}" dt="2024-02-07T23:14:49.155" v="240"/>
          <ac:spMkLst>
            <pc:docMk/>
            <pc:sldMk cId="1378408446" sldId="2147468649"/>
            <ac:spMk id="17" creationId="{06E888AB-49B4-565F-074B-078039E07FCA}"/>
          </ac:spMkLst>
        </pc:spChg>
        <pc:spChg chg="add mod">
          <ac:chgData name="Okamura, Ryo" userId="18831572-7aab-4b12-89e3-a5e58af7a83e" providerId="ADAL" clId="{00786286-401E-4FD1-BD85-040950DC1534}" dt="2024-02-09T06:48:16.099" v="1082" actId="2711"/>
          <ac:spMkLst>
            <pc:docMk/>
            <pc:sldMk cId="1378408446" sldId="2147468649"/>
            <ac:spMk id="19" creationId="{4DFB8865-652C-6CE4-C9B9-7F74A531A739}"/>
          </ac:spMkLst>
        </pc:spChg>
        <pc:spChg chg="mod">
          <ac:chgData name="Okamura, Ryo" userId="18831572-7aab-4b12-89e3-a5e58af7a83e" providerId="ADAL" clId="{00786286-401E-4FD1-BD85-040950DC1534}" dt="2024-02-07T23:14:49.155" v="240"/>
          <ac:spMkLst>
            <pc:docMk/>
            <pc:sldMk cId="1378408446" sldId="2147468649"/>
            <ac:spMk id="24" creationId="{42A9C32F-8323-A0D0-6CF7-FFBE8067F9E5}"/>
          </ac:spMkLst>
        </pc:spChg>
        <pc:spChg chg="add mod">
          <ac:chgData name="Okamura, Ryo" userId="18831572-7aab-4b12-89e3-a5e58af7a83e" providerId="ADAL" clId="{00786286-401E-4FD1-BD85-040950DC1534}" dt="2024-02-09T06:48:16.099" v="1082" actId="2711"/>
          <ac:spMkLst>
            <pc:docMk/>
            <pc:sldMk cId="1378408446" sldId="2147468649"/>
            <ac:spMk id="26" creationId="{AF241D41-18F5-96E4-B16B-44A16D519D9F}"/>
          </ac:spMkLst>
        </pc:spChg>
        <pc:spChg chg="mod">
          <ac:chgData name="Okamura, Ryo" userId="18831572-7aab-4b12-89e3-a5e58af7a83e" providerId="ADAL" clId="{00786286-401E-4FD1-BD85-040950DC1534}" dt="2024-02-07T23:14:49.155" v="240"/>
          <ac:spMkLst>
            <pc:docMk/>
            <pc:sldMk cId="1378408446" sldId="2147468649"/>
            <ac:spMk id="28" creationId="{0DF7B6DE-2544-0DED-1AB0-BC2313DDB368}"/>
          </ac:spMkLst>
        </pc:spChg>
        <pc:spChg chg="mod">
          <ac:chgData name="Okamura, Ryo" userId="18831572-7aab-4b12-89e3-a5e58af7a83e" providerId="ADAL" clId="{00786286-401E-4FD1-BD85-040950DC1534}" dt="2024-02-07T23:14:49.155" v="240"/>
          <ac:spMkLst>
            <pc:docMk/>
            <pc:sldMk cId="1378408446" sldId="2147468649"/>
            <ac:spMk id="31" creationId="{5E0ECE34-7ADF-F241-1489-0BFB654A18B7}"/>
          </ac:spMkLst>
        </pc:spChg>
        <pc:spChg chg="del">
          <ac:chgData name="Okamura, Ryo" userId="18831572-7aab-4b12-89e3-a5e58af7a83e" providerId="ADAL" clId="{00786286-401E-4FD1-BD85-040950DC1534}" dt="2024-02-07T23:14:48.630" v="239" actId="478"/>
          <ac:spMkLst>
            <pc:docMk/>
            <pc:sldMk cId="1378408446" sldId="2147468649"/>
            <ac:spMk id="34" creationId="{50AF9A52-FD15-F9A8-1897-919726D5A4E6}"/>
          </ac:spMkLst>
        </pc:spChg>
        <pc:spChg chg="del">
          <ac:chgData name="Okamura, Ryo" userId="18831572-7aab-4b12-89e3-a5e58af7a83e" providerId="ADAL" clId="{00786286-401E-4FD1-BD85-040950DC1534}" dt="2024-02-07T23:14:48.630" v="239" actId="478"/>
          <ac:spMkLst>
            <pc:docMk/>
            <pc:sldMk cId="1378408446" sldId="2147468649"/>
            <ac:spMk id="39" creationId="{1D4B3E6A-9247-C8CD-8223-B35060E64D8F}"/>
          </ac:spMkLst>
        </pc:spChg>
        <pc:spChg chg="del">
          <ac:chgData name="Okamura, Ryo" userId="18831572-7aab-4b12-89e3-a5e58af7a83e" providerId="ADAL" clId="{00786286-401E-4FD1-BD85-040950DC1534}" dt="2024-02-07T23:14:48.630" v="239" actId="478"/>
          <ac:spMkLst>
            <pc:docMk/>
            <pc:sldMk cId="1378408446" sldId="2147468649"/>
            <ac:spMk id="40" creationId="{6923AFE5-5A11-8387-580E-8DE6F2A90504}"/>
          </ac:spMkLst>
        </pc:spChg>
        <pc:spChg chg="del">
          <ac:chgData name="Okamura, Ryo" userId="18831572-7aab-4b12-89e3-a5e58af7a83e" providerId="ADAL" clId="{00786286-401E-4FD1-BD85-040950DC1534}" dt="2024-02-07T23:14:48.630" v="239" actId="478"/>
          <ac:spMkLst>
            <pc:docMk/>
            <pc:sldMk cId="1378408446" sldId="2147468649"/>
            <ac:spMk id="41" creationId="{E1F477FB-960D-DFDD-F4C0-4A03CEB75E36}"/>
          </ac:spMkLst>
        </pc:spChg>
        <pc:spChg chg="add mod">
          <ac:chgData name="Okamura, Ryo" userId="18831572-7aab-4b12-89e3-a5e58af7a83e" providerId="ADAL" clId="{00786286-401E-4FD1-BD85-040950DC1534}" dt="2024-02-09T06:48:16.099" v="1082" actId="2711"/>
          <ac:spMkLst>
            <pc:docMk/>
            <pc:sldMk cId="1378408446" sldId="2147468649"/>
            <ac:spMk id="43" creationId="{EB6CEFA0-1F40-D77F-2D0B-0911DCCFC8C8}"/>
          </ac:spMkLst>
        </pc:spChg>
        <pc:spChg chg="add mod">
          <ac:chgData name="Okamura, Ryo" userId="18831572-7aab-4b12-89e3-a5e58af7a83e" providerId="ADAL" clId="{00786286-401E-4FD1-BD85-040950DC1534}" dt="2024-02-09T06:48:16.099" v="1082" actId="2711"/>
          <ac:spMkLst>
            <pc:docMk/>
            <pc:sldMk cId="1378408446" sldId="2147468649"/>
            <ac:spMk id="48" creationId="{65D88FC5-9557-BEE0-53FE-19276F80110F}"/>
          </ac:spMkLst>
        </pc:spChg>
        <pc:spChg chg="add mod">
          <ac:chgData name="Okamura, Ryo" userId="18831572-7aab-4b12-89e3-a5e58af7a83e" providerId="ADAL" clId="{00786286-401E-4FD1-BD85-040950DC1534}" dt="2024-02-09T06:48:16.099" v="1082" actId="2711"/>
          <ac:spMkLst>
            <pc:docMk/>
            <pc:sldMk cId="1378408446" sldId="2147468649"/>
            <ac:spMk id="49" creationId="{FDAA6DD3-F3FD-FDEE-E45B-233FF5B0958A}"/>
          </ac:spMkLst>
        </pc:spChg>
        <pc:grpChg chg="add mod">
          <ac:chgData name="Okamura, Ryo" userId="18831572-7aab-4b12-89e3-a5e58af7a83e" providerId="ADAL" clId="{00786286-401E-4FD1-BD85-040950DC1534}" dt="2024-02-09T06:48:16.099" v="1082" actId="2711"/>
          <ac:grpSpMkLst>
            <pc:docMk/>
            <pc:sldMk cId="1378408446" sldId="2147468649"/>
            <ac:grpSpMk id="16" creationId="{B20988B5-97BF-36CB-6CFF-3747CCECFB3A}"/>
          </ac:grpSpMkLst>
        </pc:grpChg>
        <pc:grpChg chg="add mod">
          <ac:chgData name="Okamura, Ryo" userId="18831572-7aab-4b12-89e3-a5e58af7a83e" providerId="ADAL" clId="{00786286-401E-4FD1-BD85-040950DC1534}" dt="2024-02-09T06:48:16.099" v="1082" actId="2711"/>
          <ac:grpSpMkLst>
            <pc:docMk/>
            <pc:sldMk cId="1378408446" sldId="2147468649"/>
            <ac:grpSpMk id="23" creationId="{7E4A8118-0F10-CF77-59D0-717D219E17B1}"/>
          </ac:grpSpMkLst>
        </pc:grpChg>
        <pc:grpChg chg="add mod">
          <ac:chgData name="Okamura, Ryo" userId="18831572-7aab-4b12-89e3-a5e58af7a83e" providerId="ADAL" clId="{00786286-401E-4FD1-BD85-040950DC1534}" dt="2024-02-09T06:48:16.099" v="1082" actId="2711"/>
          <ac:grpSpMkLst>
            <pc:docMk/>
            <pc:sldMk cId="1378408446" sldId="2147468649"/>
            <ac:grpSpMk id="27" creationId="{08BFCF94-4ADF-DCF7-C6FD-CEECD61BCBD1}"/>
          </ac:grpSpMkLst>
        </pc:grpChg>
        <pc:grpChg chg="add mod">
          <ac:chgData name="Okamura, Ryo" userId="18831572-7aab-4b12-89e3-a5e58af7a83e" providerId="ADAL" clId="{00786286-401E-4FD1-BD85-040950DC1534}" dt="2024-02-09T06:48:16.099" v="1082" actId="2711"/>
          <ac:grpSpMkLst>
            <pc:docMk/>
            <pc:sldMk cId="1378408446" sldId="2147468649"/>
            <ac:grpSpMk id="30" creationId="{54F082DF-2157-C911-34D4-655BDFD47367}"/>
          </ac:grpSpMkLst>
        </pc:grpChg>
        <pc:grpChg chg="add mod">
          <ac:chgData name="Okamura, Ryo" userId="18831572-7aab-4b12-89e3-a5e58af7a83e" providerId="ADAL" clId="{00786286-401E-4FD1-BD85-040950DC1534}" dt="2024-02-09T06:48:16.099" v="1082" actId="2711"/>
          <ac:grpSpMkLst>
            <pc:docMk/>
            <pc:sldMk cId="1378408446" sldId="2147468649"/>
            <ac:grpSpMk id="44" creationId="{C57A0AF8-5ECE-4486-C227-6F5F2146049C}"/>
          </ac:grpSpMkLst>
        </pc:grpChg>
        <pc:picChg chg="add mod">
          <ac:chgData name="Okamura, Ryo" userId="18831572-7aab-4b12-89e3-a5e58af7a83e" providerId="ADAL" clId="{00786286-401E-4FD1-BD85-040950DC1534}" dt="2024-02-09T06:48:16.099" v="1082" actId="2711"/>
          <ac:picMkLst>
            <pc:docMk/>
            <pc:sldMk cId="1378408446" sldId="2147468649"/>
            <ac:picMk id="10" creationId="{3EFB83C1-EB83-F5A1-324C-BB9BF597DAA1}"/>
          </ac:picMkLst>
        </pc:picChg>
        <pc:picChg chg="add mod">
          <ac:chgData name="Okamura, Ryo" userId="18831572-7aab-4b12-89e3-a5e58af7a83e" providerId="ADAL" clId="{00786286-401E-4FD1-BD85-040950DC1534}" dt="2024-02-09T06:48:16.099" v="1082" actId="2711"/>
          <ac:picMkLst>
            <pc:docMk/>
            <pc:sldMk cId="1378408446" sldId="2147468649"/>
            <ac:picMk id="11" creationId="{B115EC28-F4E5-2395-4443-0738F78B2D0A}"/>
          </ac:picMkLst>
        </pc:picChg>
        <pc:picChg chg="add mod">
          <ac:chgData name="Okamura, Ryo" userId="18831572-7aab-4b12-89e3-a5e58af7a83e" providerId="ADAL" clId="{00786286-401E-4FD1-BD85-040950DC1534}" dt="2024-02-09T06:48:16.099" v="1082" actId="2711"/>
          <ac:picMkLst>
            <pc:docMk/>
            <pc:sldMk cId="1378408446" sldId="2147468649"/>
            <ac:picMk id="12" creationId="{5E7FFA51-8A6F-4C24-3253-2E9583F87F09}"/>
          </ac:picMkLst>
        </pc:picChg>
        <pc:picChg chg="add mod">
          <ac:chgData name="Okamura, Ryo" userId="18831572-7aab-4b12-89e3-a5e58af7a83e" providerId="ADAL" clId="{00786286-401E-4FD1-BD85-040950DC1534}" dt="2024-02-09T06:48:16.099" v="1082" actId="2711"/>
          <ac:picMkLst>
            <pc:docMk/>
            <pc:sldMk cId="1378408446" sldId="2147468649"/>
            <ac:picMk id="13" creationId="{6B057E63-8DD2-E489-DFBB-D01DAD5BCE90}"/>
          </ac:picMkLst>
        </pc:picChg>
        <pc:picChg chg="add mod">
          <ac:chgData name="Okamura, Ryo" userId="18831572-7aab-4b12-89e3-a5e58af7a83e" providerId="ADAL" clId="{00786286-401E-4FD1-BD85-040950DC1534}" dt="2024-02-09T06:48:16.099" v="1082" actId="2711"/>
          <ac:picMkLst>
            <pc:docMk/>
            <pc:sldMk cId="1378408446" sldId="2147468649"/>
            <ac:picMk id="33" creationId="{49207CD7-585A-8749-5E68-7D6A9D4383FB}"/>
          </ac:picMkLst>
        </pc:picChg>
        <pc:picChg chg="mod">
          <ac:chgData name="Okamura, Ryo" userId="18831572-7aab-4b12-89e3-a5e58af7a83e" providerId="ADAL" clId="{00786286-401E-4FD1-BD85-040950DC1534}" dt="2024-02-07T23:14:49.155" v="240"/>
          <ac:picMkLst>
            <pc:docMk/>
            <pc:sldMk cId="1378408446" sldId="2147468649"/>
            <ac:picMk id="45" creationId="{89AB798C-98FF-02CA-97E9-0DD28E70D02C}"/>
          </ac:picMkLst>
        </pc:picChg>
        <pc:picChg chg="mod">
          <ac:chgData name="Okamura, Ryo" userId="18831572-7aab-4b12-89e3-a5e58af7a83e" providerId="ADAL" clId="{00786286-401E-4FD1-BD85-040950DC1534}" dt="2024-02-07T23:14:49.155" v="240"/>
          <ac:picMkLst>
            <pc:docMk/>
            <pc:sldMk cId="1378408446" sldId="2147468649"/>
            <ac:picMk id="46" creationId="{96B5CAE7-E125-9FE4-C189-86BC156D804E}"/>
          </ac:picMkLst>
        </pc:picChg>
        <pc:picChg chg="mod">
          <ac:chgData name="Okamura, Ryo" userId="18831572-7aab-4b12-89e3-a5e58af7a83e" providerId="ADAL" clId="{00786286-401E-4FD1-BD85-040950DC1534}" dt="2024-02-07T23:14:49.155" v="240"/>
          <ac:picMkLst>
            <pc:docMk/>
            <pc:sldMk cId="1378408446" sldId="2147468649"/>
            <ac:picMk id="47" creationId="{B2680684-9360-2893-D2B6-E67CEE89F9FB}"/>
          </ac:picMkLst>
        </pc:picChg>
        <pc:cxnChg chg="mod">
          <ac:chgData name="Okamura, Ryo" userId="18831572-7aab-4b12-89e3-a5e58af7a83e" providerId="ADAL" clId="{00786286-401E-4FD1-BD85-040950DC1534}" dt="2024-02-07T23:14:49.155" v="240"/>
          <ac:cxnSpMkLst>
            <pc:docMk/>
            <pc:sldMk cId="1378408446" sldId="2147468649"/>
            <ac:cxnSpMk id="18" creationId="{82FB0F41-A7B5-6383-1AF1-86B7C740D825}"/>
          </ac:cxnSpMkLst>
        </pc:cxnChg>
        <pc:cxnChg chg="add mod">
          <ac:chgData name="Okamura, Ryo" userId="18831572-7aab-4b12-89e3-a5e58af7a83e" providerId="ADAL" clId="{00786286-401E-4FD1-BD85-040950DC1534}" dt="2024-02-09T06:48:16.099" v="1082" actId="2711"/>
          <ac:cxnSpMkLst>
            <pc:docMk/>
            <pc:sldMk cId="1378408446" sldId="2147468649"/>
            <ac:cxnSpMk id="20" creationId="{A1CB71B6-4360-1E47-595C-254CB9ED9FB2}"/>
          </ac:cxnSpMkLst>
        </pc:cxnChg>
        <pc:cxnChg chg="add mod">
          <ac:chgData name="Okamura, Ryo" userId="18831572-7aab-4b12-89e3-a5e58af7a83e" providerId="ADAL" clId="{00786286-401E-4FD1-BD85-040950DC1534}" dt="2024-02-09T06:48:16.099" v="1082" actId="2711"/>
          <ac:cxnSpMkLst>
            <pc:docMk/>
            <pc:sldMk cId="1378408446" sldId="2147468649"/>
            <ac:cxnSpMk id="21" creationId="{38253AE3-E52F-4D16-0F46-AA1F29AD857D}"/>
          </ac:cxnSpMkLst>
        </pc:cxnChg>
        <pc:cxnChg chg="add mod">
          <ac:chgData name="Okamura, Ryo" userId="18831572-7aab-4b12-89e3-a5e58af7a83e" providerId="ADAL" clId="{00786286-401E-4FD1-BD85-040950DC1534}" dt="2024-02-09T06:48:16.099" v="1082" actId="2711"/>
          <ac:cxnSpMkLst>
            <pc:docMk/>
            <pc:sldMk cId="1378408446" sldId="2147468649"/>
            <ac:cxnSpMk id="22" creationId="{6018F039-8B20-3DB3-B8B1-0F39DCFD5A20}"/>
          </ac:cxnSpMkLst>
        </pc:cxnChg>
        <pc:cxnChg chg="mod">
          <ac:chgData name="Okamura, Ryo" userId="18831572-7aab-4b12-89e3-a5e58af7a83e" providerId="ADAL" clId="{00786286-401E-4FD1-BD85-040950DC1534}" dt="2024-02-07T23:14:49.155" v="240"/>
          <ac:cxnSpMkLst>
            <pc:docMk/>
            <pc:sldMk cId="1378408446" sldId="2147468649"/>
            <ac:cxnSpMk id="25" creationId="{0F9F0842-E24D-E9B4-F17F-C1988AF6F960}"/>
          </ac:cxnSpMkLst>
        </pc:cxnChg>
        <pc:cxnChg chg="mod">
          <ac:chgData name="Okamura, Ryo" userId="18831572-7aab-4b12-89e3-a5e58af7a83e" providerId="ADAL" clId="{00786286-401E-4FD1-BD85-040950DC1534}" dt="2024-02-07T23:14:49.155" v="240"/>
          <ac:cxnSpMkLst>
            <pc:docMk/>
            <pc:sldMk cId="1378408446" sldId="2147468649"/>
            <ac:cxnSpMk id="29" creationId="{73EBAA8F-B26E-74C3-7DE9-9C6584953CE2}"/>
          </ac:cxnSpMkLst>
        </pc:cxnChg>
        <pc:cxnChg chg="mod">
          <ac:chgData name="Okamura, Ryo" userId="18831572-7aab-4b12-89e3-a5e58af7a83e" providerId="ADAL" clId="{00786286-401E-4FD1-BD85-040950DC1534}" dt="2024-02-07T23:14:49.155" v="240"/>
          <ac:cxnSpMkLst>
            <pc:docMk/>
            <pc:sldMk cId="1378408446" sldId="2147468649"/>
            <ac:cxnSpMk id="32" creationId="{B75A4682-E505-C179-101E-3354CFEB8CF0}"/>
          </ac:cxnSpMkLst>
        </pc:cxnChg>
        <pc:cxnChg chg="del mod">
          <ac:chgData name="Okamura, Ryo" userId="18831572-7aab-4b12-89e3-a5e58af7a83e" providerId="ADAL" clId="{00786286-401E-4FD1-BD85-040950DC1534}" dt="2024-02-07T23:14:48.630" v="239" actId="478"/>
          <ac:cxnSpMkLst>
            <pc:docMk/>
            <pc:sldMk cId="1378408446" sldId="2147468649"/>
            <ac:cxnSpMk id="35" creationId="{7231EB20-A3E0-63D2-3CD8-A60E76937EB0}"/>
          </ac:cxnSpMkLst>
        </pc:cxnChg>
        <pc:cxnChg chg="del mod">
          <ac:chgData name="Okamura, Ryo" userId="18831572-7aab-4b12-89e3-a5e58af7a83e" providerId="ADAL" clId="{00786286-401E-4FD1-BD85-040950DC1534}" dt="2024-02-07T23:14:48.630" v="239" actId="478"/>
          <ac:cxnSpMkLst>
            <pc:docMk/>
            <pc:sldMk cId="1378408446" sldId="2147468649"/>
            <ac:cxnSpMk id="36" creationId="{4A0A7C61-0593-35BF-E911-9DF6C83688BE}"/>
          </ac:cxnSpMkLst>
        </pc:cxnChg>
        <pc:cxnChg chg="del mod">
          <ac:chgData name="Okamura, Ryo" userId="18831572-7aab-4b12-89e3-a5e58af7a83e" providerId="ADAL" clId="{00786286-401E-4FD1-BD85-040950DC1534}" dt="2024-02-07T23:14:48.630" v="239" actId="478"/>
          <ac:cxnSpMkLst>
            <pc:docMk/>
            <pc:sldMk cId="1378408446" sldId="2147468649"/>
            <ac:cxnSpMk id="37" creationId="{BA170A6D-CB0D-44B8-A33A-AD0A3E977FEA}"/>
          </ac:cxnSpMkLst>
        </pc:cxnChg>
        <pc:cxnChg chg="del">
          <ac:chgData name="Okamura, Ryo" userId="18831572-7aab-4b12-89e3-a5e58af7a83e" providerId="ADAL" clId="{00786286-401E-4FD1-BD85-040950DC1534}" dt="2024-02-07T23:14:48.630" v="239" actId="478"/>
          <ac:cxnSpMkLst>
            <pc:docMk/>
            <pc:sldMk cId="1378408446" sldId="2147468649"/>
            <ac:cxnSpMk id="38" creationId="{95CA3279-0F47-74BE-1321-B3D2E31F4220}"/>
          </ac:cxnSpMkLst>
        </pc:cxnChg>
        <pc:cxnChg chg="add mod">
          <ac:chgData name="Okamura, Ryo" userId="18831572-7aab-4b12-89e3-a5e58af7a83e" providerId="ADAL" clId="{00786286-401E-4FD1-BD85-040950DC1534}" dt="2024-02-09T06:48:16.099" v="1082" actId="2711"/>
          <ac:cxnSpMkLst>
            <pc:docMk/>
            <pc:sldMk cId="1378408446" sldId="2147468649"/>
            <ac:cxnSpMk id="42" creationId="{C6446626-9280-26A4-1977-2FBFF498F571}"/>
          </ac:cxnSpMkLst>
        </pc:cxnChg>
      </pc:sldChg>
      <pc:sldChg chg="addSp delSp modSp add mod">
        <pc:chgData name="Okamura, Ryo" userId="18831572-7aab-4b12-89e3-a5e58af7a83e" providerId="ADAL" clId="{00786286-401E-4FD1-BD85-040950DC1534}" dt="2024-02-09T06:49:59.269" v="1099" actId="20577"/>
        <pc:sldMkLst>
          <pc:docMk/>
          <pc:sldMk cId="2383594870" sldId="2147468650"/>
        </pc:sldMkLst>
        <pc:spChg chg="add mod">
          <ac:chgData name="Okamura, Ryo" userId="18831572-7aab-4b12-89e3-a5e58af7a83e" providerId="ADAL" clId="{00786286-401E-4FD1-BD85-040950DC1534}" dt="2024-02-07T23:15:32.919" v="248"/>
          <ac:spMkLst>
            <pc:docMk/>
            <pc:sldMk cId="2383594870" sldId="2147468650"/>
            <ac:spMk id="2" creationId="{7670F92A-991D-E98D-6665-9C6C56E9D071}"/>
          </ac:spMkLst>
        </pc:spChg>
        <pc:spChg chg="add mod">
          <ac:chgData name="Okamura, Ryo" userId="18831572-7aab-4b12-89e3-a5e58af7a83e" providerId="ADAL" clId="{00786286-401E-4FD1-BD85-040950DC1534}" dt="2024-02-07T23:15:32.919" v="248"/>
          <ac:spMkLst>
            <pc:docMk/>
            <pc:sldMk cId="2383594870" sldId="2147468650"/>
            <ac:spMk id="3" creationId="{1D5D9D28-FE09-B74B-FB32-E6B330BD1D49}"/>
          </ac:spMkLst>
        </pc:spChg>
        <pc:spChg chg="mod">
          <ac:chgData name="Okamura, Ryo" userId="18831572-7aab-4b12-89e3-a5e58af7a83e" providerId="ADAL" clId="{00786286-401E-4FD1-BD85-040950DC1534}" dt="2024-02-07T23:15:15.049" v="246"/>
          <ac:spMkLst>
            <pc:docMk/>
            <pc:sldMk cId="2383594870" sldId="2147468650"/>
            <ac:spMk id="7" creationId="{61BEE415-5D19-0E26-AAC7-D470E02EAEE4}"/>
          </ac:spMkLst>
        </pc:spChg>
        <pc:spChg chg="mod">
          <ac:chgData name="Okamura, Ryo" userId="18831572-7aab-4b12-89e3-a5e58af7a83e" providerId="ADAL" clId="{00786286-401E-4FD1-BD85-040950DC1534}" dt="2024-02-09T06:49:59.269" v="1099" actId="20577"/>
          <ac:spMkLst>
            <pc:docMk/>
            <pc:sldMk cId="2383594870" sldId="2147468650"/>
            <ac:spMk id="8" creationId="{753ADA55-D29B-FA45-9A8B-4AE5E0B23236}"/>
          </ac:spMkLst>
        </pc:spChg>
        <pc:spChg chg="mod">
          <ac:chgData name="Okamura, Ryo" userId="18831572-7aab-4b12-89e3-a5e58af7a83e" providerId="ADAL" clId="{00786286-401E-4FD1-BD85-040950DC1534}" dt="2024-02-08T01:08:26.652" v="789" actId="313"/>
          <ac:spMkLst>
            <pc:docMk/>
            <pc:sldMk cId="2383594870" sldId="2147468650"/>
            <ac:spMk id="9" creationId="{8D5079BB-06F8-7E24-4567-3610EEC2F116}"/>
          </ac:spMkLst>
        </pc:spChg>
        <pc:spChg chg="del">
          <ac:chgData name="Okamura, Ryo" userId="18831572-7aab-4b12-89e3-a5e58af7a83e" providerId="ADAL" clId="{00786286-401E-4FD1-BD85-040950DC1534}" dt="2024-02-07T23:14:59.228" v="242" actId="478"/>
          <ac:spMkLst>
            <pc:docMk/>
            <pc:sldMk cId="2383594870" sldId="2147468650"/>
            <ac:spMk id="14" creationId="{26EE27E0-723B-9655-FA58-C8ABA319AA1A}"/>
          </ac:spMkLst>
        </pc:spChg>
        <pc:spChg chg="del">
          <ac:chgData name="Okamura, Ryo" userId="18831572-7aab-4b12-89e3-a5e58af7a83e" providerId="ADAL" clId="{00786286-401E-4FD1-BD85-040950DC1534}" dt="2024-02-07T23:14:59.228" v="242" actId="478"/>
          <ac:spMkLst>
            <pc:docMk/>
            <pc:sldMk cId="2383594870" sldId="2147468650"/>
            <ac:spMk id="15" creationId="{CA8BB83D-DD0E-5E0A-106F-4EAFEE31F287}"/>
          </ac:spMkLst>
        </pc:spChg>
        <pc:spChg chg="del">
          <ac:chgData name="Okamura, Ryo" userId="18831572-7aab-4b12-89e3-a5e58af7a83e" providerId="ADAL" clId="{00786286-401E-4FD1-BD85-040950DC1534}" dt="2024-02-07T23:14:59.228" v="242" actId="478"/>
          <ac:spMkLst>
            <pc:docMk/>
            <pc:sldMk cId="2383594870" sldId="2147468650"/>
            <ac:spMk id="19" creationId="{4DFB8865-652C-6CE4-C9B9-7F74A531A739}"/>
          </ac:spMkLst>
        </pc:spChg>
        <pc:spChg chg="del">
          <ac:chgData name="Okamura, Ryo" userId="18831572-7aab-4b12-89e3-a5e58af7a83e" providerId="ADAL" clId="{00786286-401E-4FD1-BD85-040950DC1534}" dt="2024-02-07T23:14:59.228" v="242" actId="478"/>
          <ac:spMkLst>
            <pc:docMk/>
            <pc:sldMk cId="2383594870" sldId="2147468650"/>
            <ac:spMk id="26" creationId="{AF241D41-18F5-96E4-B16B-44A16D519D9F}"/>
          </ac:spMkLst>
        </pc:spChg>
        <pc:spChg chg="add mod">
          <ac:chgData name="Okamura, Ryo" userId="18831572-7aab-4b12-89e3-a5e58af7a83e" providerId="ADAL" clId="{00786286-401E-4FD1-BD85-040950DC1534}" dt="2024-02-07T23:15:32.919" v="248"/>
          <ac:spMkLst>
            <pc:docMk/>
            <pc:sldMk cId="2383594870" sldId="2147468650"/>
            <ac:spMk id="34" creationId="{A563F03D-8F04-4605-FFB0-E64C28600D12}"/>
          </ac:spMkLst>
        </pc:spChg>
        <pc:spChg chg="add mod">
          <ac:chgData name="Okamura, Ryo" userId="18831572-7aab-4b12-89e3-a5e58af7a83e" providerId="ADAL" clId="{00786286-401E-4FD1-BD85-040950DC1534}" dt="2024-02-07T23:15:32.919" v="248"/>
          <ac:spMkLst>
            <pc:docMk/>
            <pc:sldMk cId="2383594870" sldId="2147468650"/>
            <ac:spMk id="35" creationId="{F6BDADE6-4129-ABA6-741B-648073032CEB}"/>
          </ac:spMkLst>
        </pc:spChg>
        <pc:spChg chg="add mod">
          <ac:chgData name="Okamura, Ryo" userId="18831572-7aab-4b12-89e3-a5e58af7a83e" providerId="ADAL" clId="{00786286-401E-4FD1-BD85-040950DC1534}" dt="2024-02-07T23:15:32.919" v="248"/>
          <ac:spMkLst>
            <pc:docMk/>
            <pc:sldMk cId="2383594870" sldId="2147468650"/>
            <ac:spMk id="36" creationId="{A062B1FC-B8A2-2227-11DE-B03EF8657E0A}"/>
          </ac:spMkLst>
        </pc:spChg>
        <pc:spChg chg="add mod">
          <ac:chgData name="Okamura, Ryo" userId="18831572-7aab-4b12-89e3-a5e58af7a83e" providerId="ADAL" clId="{00786286-401E-4FD1-BD85-040950DC1534}" dt="2024-02-07T23:15:32.919" v="248"/>
          <ac:spMkLst>
            <pc:docMk/>
            <pc:sldMk cId="2383594870" sldId="2147468650"/>
            <ac:spMk id="37" creationId="{97314B48-AE9E-A95A-CD82-C5F26B5778B4}"/>
          </ac:spMkLst>
        </pc:spChg>
        <pc:spChg chg="add mod">
          <ac:chgData name="Okamura, Ryo" userId="18831572-7aab-4b12-89e3-a5e58af7a83e" providerId="ADAL" clId="{00786286-401E-4FD1-BD85-040950DC1534}" dt="2024-02-07T23:15:32.919" v="248"/>
          <ac:spMkLst>
            <pc:docMk/>
            <pc:sldMk cId="2383594870" sldId="2147468650"/>
            <ac:spMk id="38" creationId="{8665CFA9-4CEC-9391-D72F-BCD13EC3C4EC}"/>
          </ac:spMkLst>
        </pc:spChg>
        <pc:spChg chg="add mod">
          <ac:chgData name="Okamura, Ryo" userId="18831572-7aab-4b12-89e3-a5e58af7a83e" providerId="ADAL" clId="{00786286-401E-4FD1-BD85-040950DC1534}" dt="2024-02-07T23:15:32.919" v="248"/>
          <ac:spMkLst>
            <pc:docMk/>
            <pc:sldMk cId="2383594870" sldId="2147468650"/>
            <ac:spMk id="39" creationId="{1957C9D6-FA2B-83FF-7DB8-19E5D050C5B7}"/>
          </ac:spMkLst>
        </pc:spChg>
        <pc:spChg chg="add mod">
          <ac:chgData name="Okamura, Ryo" userId="18831572-7aab-4b12-89e3-a5e58af7a83e" providerId="ADAL" clId="{00786286-401E-4FD1-BD85-040950DC1534}" dt="2024-02-07T23:15:32.919" v="248"/>
          <ac:spMkLst>
            <pc:docMk/>
            <pc:sldMk cId="2383594870" sldId="2147468650"/>
            <ac:spMk id="40" creationId="{501A994A-7785-0AD6-ADE8-B48677EBB610}"/>
          </ac:spMkLst>
        </pc:spChg>
        <pc:spChg chg="del">
          <ac:chgData name="Okamura, Ryo" userId="18831572-7aab-4b12-89e3-a5e58af7a83e" providerId="ADAL" clId="{00786286-401E-4FD1-BD85-040950DC1534}" dt="2024-02-07T23:14:59.228" v="242" actId="478"/>
          <ac:spMkLst>
            <pc:docMk/>
            <pc:sldMk cId="2383594870" sldId="2147468650"/>
            <ac:spMk id="43" creationId="{EB6CEFA0-1F40-D77F-2D0B-0911DCCFC8C8}"/>
          </ac:spMkLst>
        </pc:spChg>
        <pc:spChg chg="del">
          <ac:chgData name="Okamura, Ryo" userId="18831572-7aab-4b12-89e3-a5e58af7a83e" providerId="ADAL" clId="{00786286-401E-4FD1-BD85-040950DC1534}" dt="2024-02-07T23:14:59.228" v="242" actId="478"/>
          <ac:spMkLst>
            <pc:docMk/>
            <pc:sldMk cId="2383594870" sldId="2147468650"/>
            <ac:spMk id="48" creationId="{65D88FC5-9557-BEE0-53FE-19276F80110F}"/>
          </ac:spMkLst>
        </pc:spChg>
        <pc:spChg chg="del">
          <ac:chgData name="Okamura, Ryo" userId="18831572-7aab-4b12-89e3-a5e58af7a83e" providerId="ADAL" clId="{00786286-401E-4FD1-BD85-040950DC1534}" dt="2024-02-07T23:14:59.228" v="242" actId="478"/>
          <ac:spMkLst>
            <pc:docMk/>
            <pc:sldMk cId="2383594870" sldId="2147468650"/>
            <ac:spMk id="49" creationId="{FDAA6DD3-F3FD-FDEE-E45B-233FF5B0958A}"/>
          </ac:spMkLst>
        </pc:spChg>
        <pc:spChg chg="mod">
          <ac:chgData name="Okamura, Ryo" userId="18831572-7aab-4b12-89e3-a5e58af7a83e" providerId="ADAL" clId="{00786286-401E-4FD1-BD85-040950DC1534}" dt="2024-02-07T23:15:32.919" v="248"/>
          <ac:spMkLst>
            <pc:docMk/>
            <pc:sldMk cId="2383594870" sldId="2147468650"/>
            <ac:spMk id="50" creationId="{E1D5E845-0B4E-47C1-4C19-69F698152F0E}"/>
          </ac:spMkLst>
        </pc:spChg>
        <pc:spChg chg="mod">
          <ac:chgData name="Okamura, Ryo" userId="18831572-7aab-4b12-89e3-a5e58af7a83e" providerId="ADAL" clId="{00786286-401E-4FD1-BD85-040950DC1534}" dt="2024-02-07T23:15:32.919" v="248"/>
          <ac:spMkLst>
            <pc:docMk/>
            <pc:sldMk cId="2383594870" sldId="2147468650"/>
            <ac:spMk id="51" creationId="{EB238C10-AC74-CB0E-7347-C7CEB4A02A89}"/>
          </ac:spMkLst>
        </pc:spChg>
        <pc:spChg chg="mod">
          <ac:chgData name="Okamura, Ryo" userId="18831572-7aab-4b12-89e3-a5e58af7a83e" providerId="ADAL" clId="{00786286-401E-4FD1-BD85-040950DC1534}" dt="2024-02-07T23:15:32.919" v="248"/>
          <ac:spMkLst>
            <pc:docMk/>
            <pc:sldMk cId="2383594870" sldId="2147468650"/>
            <ac:spMk id="52" creationId="{5B93E299-F0DA-F387-F846-AFFDFBE117A3}"/>
          </ac:spMkLst>
        </pc:spChg>
        <pc:spChg chg="mod">
          <ac:chgData name="Okamura, Ryo" userId="18831572-7aab-4b12-89e3-a5e58af7a83e" providerId="ADAL" clId="{00786286-401E-4FD1-BD85-040950DC1534}" dt="2024-02-07T23:15:32.919" v="248"/>
          <ac:spMkLst>
            <pc:docMk/>
            <pc:sldMk cId="2383594870" sldId="2147468650"/>
            <ac:spMk id="53" creationId="{3B97CD2B-BD71-F568-14F8-1FE47B85950B}"/>
          </ac:spMkLst>
        </pc:spChg>
        <pc:spChg chg="add mod">
          <ac:chgData name="Okamura, Ryo" userId="18831572-7aab-4b12-89e3-a5e58af7a83e" providerId="ADAL" clId="{00786286-401E-4FD1-BD85-040950DC1534}" dt="2024-02-07T23:15:32.919" v="248"/>
          <ac:spMkLst>
            <pc:docMk/>
            <pc:sldMk cId="2383594870" sldId="2147468650"/>
            <ac:spMk id="60" creationId="{F935B483-6CAB-777D-C1D6-51309604FACA}"/>
          </ac:spMkLst>
        </pc:spChg>
        <pc:spChg chg="add mod">
          <ac:chgData name="Okamura, Ryo" userId="18831572-7aab-4b12-89e3-a5e58af7a83e" providerId="ADAL" clId="{00786286-401E-4FD1-BD85-040950DC1534}" dt="2024-02-07T23:15:32.919" v="248"/>
          <ac:spMkLst>
            <pc:docMk/>
            <pc:sldMk cId="2383594870" sldId="2147468650"/>
            <ac:spMk id="61" creationId="{4F5913FC-3F68-38D8-3C75-F24A99B5C3FB}"/>
          </ac:spMkLst>
        </pc:spChg>
        <pc:spChg chg="add mod">
          <ac:chgData name="Okamura, Ryo" userId="18831572-7aab-4b12-89e3-a5e58af7a83e" providerId="ADAL" clId="{00786286-401E-4FD1-BD85-040950DC1534}" dt="2024-02-07T23:15:32.919" v="248"/>
          <ac:spMkLst>
            <pc:docMk/>
            <pc:sldMk cId="2383594870" sldId="2147468650"/>
            <ac:spMk id="62" creationId="{2F9F6D0C-178E-5498-B6BA-3673AEEFDD88}"/>
          </ac:spMkLst>
        </pc:spChg>
        <pc:spChg chg="add mod">
          <ac:chgData name="Okamura, Ryo" userId="18831572-7aab-4b12-89e3-a5e58af7a83e" providerId="ADAL" clId="{00786286-401E-4FD1-BD85-040950DC1534}" dt="2024-02-07T23:15:32.919" v="248"/>
          <ac:spMkLst>
            <pc:docMk/>
            <pc:sldMk cId="2383594870" sldId="2147468650"/>
            <ac:spMk id="63" creationId="{137C0C2C-CC87-CAF1-F410-300530A1BEC3}"/>
          </ac:spMkLst>
        </pc:spChg>
        <pc:spChg chg="add mod">
          <ac:chgData name="Okamura, Ryo" userId="18831572-7aab-4b12-89e3-a5e58af7a83e" providerId="ADAL" clId="{00786286-401E-4FD1-BD85-040950DC1534}" dt="2024-02-07T23:15:32.919" v="248"/>
          <ac:spMkLst>
            <pc:docMk/>
            <pc:sldMk cId="2383594870" sldId="2147468650"/>
            <ac:spMk id="64" creationId="{12FB57D2-798C-4044-5838-7BDF186A8E9C}"/>
          </ac:spMkLst>
        </pc:spChg>
        <pc:spChg chg="add mod">
          <ac:chgData name="Okamura, Ryo" userId="18831572-7aab-4b12-89e3-a5e58af7a83e" providerId="ADAL" clId="{00786286-401E-4FD1-BD85-040950DC1534}" dt="2024-02-07T23:15:32.919" v="248"/>
          <ac:spMkLst>
            <pc:docMk/>
            <pc:sldMk cId="2383594870" sldId="2147468650"/>
            <ac:spMk id="65" creationId="{EC32B445-0816-56B9-F9BC-71FDA2581B48}"/>
          </ac:spMkLst>
        </pc:spChg>
        <pc:spChg chg="add mod">
          <ac:chgData name="Okamura, Ryo" userId="18831572-7aab-4b12-89e3-a5e58af7a83e" providerId="ADAL" clId="{00786286-401E-4FD1-BD85-040950DC1534}" dt="2024-02-07T23:15:32.919" v="248"/>
          <ac:spMkLst>
            <pc:docMk/>
            <pc:sldMk cId="2383594870" sldId="2147468650"/>
            <ac:spMk id="66" creationId="{5735686B-F3C3-3699-DC85-055114B716FF}"/>
          </ac:spMkLst>
        </pc:spChg>
        <pc:spChg chg="add mod">
          <ac:chgData name="Okamura, Ryo" userId="18831572-7aab-4b12-89e3-a5e58af7a83e" providerId="ADAL" clId="{00786286-401E-4FD1-BD85-040950DC1534}" dt="2024-02-07T23:15:32.919" v="248"/>
          <ac:spMkLst>
            <pc:docMk/>
            <pc:sldMk cId="2383594870" sldId="2147468650"/>
            <ac:spMk id="72" creationId="{B365B8E3-B555-576E-C682-B406A8BE07D3}"/>
          </ac:spMkLst>
        </pc:spChg>
        <pc:spChg chg="add mod">
          <ac:chgData name="Okamura, Ryo" userId="18831572-7aab-4b12-89e3-a5e58af7a83e" providerId="ADAL" clId="{00786286-401E-4FD1-BD85-040950DC1534}" dt="2024-02-07T23:15:32.919" v="248"/>
          <ac:spMkLst>
            <pc:docMk/>
            <pc:sldMk cId="2383594870" sldId="2147468650"/>
            <ac:spMk id="73" creationId="{F3795228-0450-746D-0FE7-82D21C0FA335}"/>
          </ac:spMkLst>
        </pc:spChg>
        <pc:spChg chg="add mod">
          <ac:chgData name="Okamura, Ryo" userId="18831572-7aab-4b12-89e3-a5e58af7a83e" providerId="ADAL" clId="{00786286-401E-4FD1-BD85-040950DC1534}" dt="2024-02-07T23:15:32.919" v="248"/>
          <ac:spMkLst>
            <pc:docMk/>
            <pc:sldMk cId="2383594870" sldId="2147468650"/>
            <ac:spMk id="74" creationId="{0FF0D036-EE83-C011-BD19-D8A10B65F495}"/>
          </ac:spMkLst>
        </pc:spChg>
        <pc:spChg chg="add mod">
          <ac:chgData name="Okamura, Ryo" userId="18831572-7aab-4b12-89e3-a5e58af7a83e" providerId="ADAL" clId="{00786286-401E-4FD1-BD85-040950DC1534}" dt="2024-02-07T23:15:32.919" v="248"/>
          <ac:spMkLst>
            <pc:docMk/>
            <pc:sldMk cId="2383594870" sldId="2147468650"/>
            <ac:spMk id="75" creationId="{33418BEE-963C-5EF2-3BFB-3146E7CD927D}"/>
          </ac:spMkLst>
        </pc:spChg>
        <pc:spChg chg="add mod">
          <ac:chgData name="Okamura, Ryo" userId="18831572-7aab-4b12-89e3-a5e58af7a83e" providerId="ADAL" clId="{00786286-401E-4FD1-BD85-040950DC1534}" dt="2024-02-07T23:15:32.919" v="248"/>
          <ac:spMkLst>
            <pc:docMk/>
            <pc:sldMk cId="2383594870" sldId="2147468650"/>
            <ac:spMk id="76" creationId="{77BA1407-96FD-F24B-89B2-FCD10A9453B5}"/>
          </ac:spMkLst>
        </pc:spChg>
        <pc:spChg chg="add mod">
          <ac:chgData name="Okamura, Ryo" userId="18831572-7aab-4b12-89e3-a5e58af7a83e" providerId="ADAL" clId="{00786286-401E-4FD1-BD85-040950DC1534}" dt="2024-02-07T23:15:32.919" v="248"/>
          <ac:spMkLst>
            <pc:docMk/>
            <pc:sldMk cId="2383594870" sldId="2147468650"/>
            <ac:spMk id="77" creationId="{C24F89FD-09B9-F7E0-3D00-CF5D1E9A42E1}"/>
          </ac:spMkLst>
        </pc:spChg>
        <pc:spChg chg="add mod">
          <ac:chgData name="Okamura, Ryo" userId="18831572-7aab-4b12-89e3-a5e58af7a83e" providerId="ADAL" clId="{00786286-401E-4FD1-BD85-040950DC1534}" dt="2024-02-07T23:15:32.919" v="248"/>
          <ac:spMkLst>
            <pc:docMk/>
            <pc:sldMk cId="2383594870" sldId="2147468650"/>
            <ac:spMk id="78" creationId="{A99F4022-0885-87FC-80C7-D0A276A56C90}"/>
          </ac:spMkLst>
        </pc:spChg>
        <pc:spChg chg="add mod">
          <ac:chgData name="Okamura, Ryo" userId="18831572-7aab-4b12-89e3-a5e58af7a83e" providerId="ADAL" clId="{00786286-401E-4FD1-BD85-040950DC1534}" dt="2024-02-07T23:15:32.919" v="248"/>
          <ac:spMkLst>
            <pc:docMk/>
            <pc:sldMk cId="2383594870" sldId="2147468650"/>
            <ac:spMk id="84" creationId="{5AAD4DA8-BB68-4F66-5204-1F3845E76A88}"/>
          </ac:spMkLst>
        </pc:spChg>
        <pc:spChg chg="add mod">
          <ac:chgData name="Okamura, Ryo" userId="18831572-7aab-4b12-89e3-a5e58af7a83e" providerId="ADAL" clId="{00786286-401E-4FD1-BD85-040950DC1534}" dt="2024-02-07T23:15:32.919" v="248"/>
          <ac:spMkLst>
            <pc:docMk/>
            <pc:sldMk cId="2383594870" sldId="2147468650"/>
            <ac:spMk id="85" creationId="{F4C88273-02CC-8944-F6D5-55838DE8B103}"/>
          </ac:spMkLst>
        </pc:spChg>
        <pc:spChg chg="add mod">
          <ac:chgData name="Okamura, Ryo" userId="18831572-7aab-4b12-89e3-a5e58af7a83e" providerId="ADAL" clId="{00786286-401E-4FD1-BD85-040950DC1534}" dt="2024-02-07T23:15:32.919" v="248"/>
          <ac:spMkLst>
            <pc:docMk/>
            <pc:sldMk cId="2383594870" sldId="2147468650"/>
            <ac:spMk id="87" creationId="{AD346600-E89D-662A-E721-1D8545A52AF3}"/>
          </ac:spMkLst>
        </pc:spChg>
        <pc:spChg chg="add mod">
          <ac:chgData name="Okamura, Ryo" userId="18831572-7aab-4b12-89e3-a5e58af7a83e" providerId="ADAL" clId="{00786286-401E-4FD1-BD85-040950DC1534}" dt="2024-02-07T23:15:32.919" v="248"/>
          <ac:spMkLst>
            <pc:docMk/>
            <pc:sldMk cId="2383594870" sldId="2147468650"/>
            <ac:spMk id="88" creationId="{1A676D15-6348-0812-980C-11B3419AAF57}"/>
          </ac:spMkLst>
        </pc:spChg>
        <pc:spChg chg="add mod">
          <ac:chgData name="Okamura, Ryo" userId="18831572-7aab-4b12-89e3-a5e58af7a83e" providerId="ADAL" clId="{00786286-401E-4FD1-BD85-040950DC1534}" dt="2024-02-07T23:15:32.919" v="248"/>
          <ac:spMkLst>
            <pc:docMk/>
            <pc:sldMk cId="2383594870" sldId="2147468650"/>
            <ac:spMk id="89" creationId="{1D21D3A9-47CD-DF93-7B38-3CC0554118FC}"/>
          </ac:spMkLst>
        </pc:spChg>
        <pc:spChg chg="add mod">
          <ac:chgData name="Okamura, Ryo" userId="18831572-7aab-4b12-89e3-a5e58af7a83e" providerId="ADAL" clId="{00786286-401E-4FD1-BD85-040950DC1534}" dt="2024-02-07T23:15:32.919" v="248"/>
          <ac:spMkLst>
            <pc:docMk/>
            <pc:sldMk cId="2383594870" sldId="2147468650"/>
            <ac:spMk id="90" creationId="{5950BC81-1F5D-A658-2AF8-7FA725B7286B}"/>
          </ac:spMkLst>
        </pc:spChg>
        <pc:spChg chg="add mod">
          <ac:chgData name="Okamura, Ryo" userId="18831572-7aab-4b12-89e3-a5e58af7a83e" providerId="ADAL" clId="{00786286-401E-4FD1-BD85-040950DC1534}" dt="2024-02-07T23:15:32.919" v="248"/>
          <ac:spMkLst>
            <pc:docMk/>
            <pc:sldMk cId="2383594870" sldId="2147468650"/>
            <ac:spMk id="91" creationId="{AEA10D1D-564B-444E-14D7-03CC16B5D29D}"/>
          </ac:spMkLst>
        </pc:spChg>
        <pc:grpChg chg="del">
          <ac:chgData name="Okamura, Ryo" userId="18831572-7aab-4b12-89e3-a5e58af7a83e" providerId="ADAL" clId="{00786286-401E-4FD1-BD85-040950DC1534}" dt="2024-02-07T23:14:59.228" v="242" actId="478"/>
          <ac:grpSpMkLst>
            <pc:docMk/>
            <pc:sldMk cId="2383594870" sldId="2147468650"/>
            <ac:grpSpMk id="16" creationId="{B20988B5-97BF-36CB-6CFF-3747CCECFB3A}"/>
          </ac:grpSpMkLst>
        </pc:grpChg>
        <pc:grpChg chg="del">
          <ac:chgData name="Okamura, Ryo" userId="18831572-7aab-4b12-89e3-a5e58af7a83e" providerId="ADAL" clId="{00786286-401E-4FD1-BD85-040950DC1534}" dt="2024-02-07T23:14:59.228" v="242" actId="478"/>
          <ac:grpSpMkLst>
            <pc:docMk/>
            <pc:sldMk cId="2383594870" sldId="2147468650"/>
            <ac:grpSpMk id="23" creationId="{7E4A8118-0F10-CF77-59D0-717D219E17B1}"/>
          </ac:grpSpMkLst>
        </pc:grpChg>
        <pc:grpChg chg="del">
          <ac:chgData name="Okamura, Ryo" userId="18831572-7aab-4b12-89e3-a5e58af7a83e" providerId="ADAL" clId="{00786286-401E-4FD1-BD85-040950DC1534}" dt="2024-02-07T23:14:59.228" v="242" actId="478"/>
          <ac:grpSpMkLst>
            <pc:docMk/>
            <pc:sldMk cId="2383594870" sldId="2147468650"/>
            <ac:grpSpMk id="27" creationId="{08BFCF94-4ADF-DCF7-C6FD-CEECD61BCBD1}"/>
          </ac:grpSpMkLst>
        </pc:grpChg>
        <pc:grpChg chg="del">
          <ac:chgData name="Okamura, Ryo" userId="18831572-7aab-4b12-89e3-a5e58af7a83e" providerId="ADAL" clId="{00786286-401E-4FD1-BD85-040950DC1534}" dt="2024-02-07T23:14:59.228" v="242" actId="478"/>
          <ac:grpSpMkLst>
            <pc:docMk/>
            <pc:sldMk cId="2383594870" sldId="2147468650"/>
            <ac:grpSpMk id="30" creationId="{54F082DF-2157-C911-34D4-655BDFD47367}"/>
          </ac:grpSpMkLst>
        </pc:grpChg>
        <pc:grpChg chg="add mod">
          <ac:chgData name="Okamura, Ryo" userId="18831572-7aab-4b12-89e3-a5e58af7a83e" providerId="ADAL" clId="{00786286-401E-4FD1-BD85-040950DC1534}" dt="2024-02-07T23:15:32.919" v="248"/>
          <ac:grpSpMkLst>
            <pc:docMk/>
            <pc:sldMk cId="2383594870" sldId="2147468650"/>
            <ac:grpSpMk id="41" creationId="{940A6EE9-E726-E6EE-5877-87E795083425}"/>
          </ac:grpSpMkLst>
        </pc:grpChg>
        <pc:grpChg chg="del">
          <ac:chgData name="Okamura, Ryo" userId="18831572-7aab-4b12-89e3-a5e58af7a83e" providerId="ADAL" clId="{00786286-401E-4FD1-BD85-040950DC1534}" dt="2024-02-07T23:14:59.228" v="242" actId="478"/>
          <ac:grpSpMkLst>
            <pc:docMk/>
            <pc:sldMk cId="2383594870" sldId="2147468650"/>
            <ac:grpSpMk id="44" creationId="{C57A0AF8-5ECE-4486-C227-6F5F2146049C}"/>
          </ac:grpSpMkLst>
        </pc:grpChg>
        <pc:picChg chg="del">
          <ac:chgData name="Okamura, Ryo" userId="18831572-7aab-4b12-89e3-a5e58af7a83e" providerId="ADAL" clId="{00786286-401E-4FD1-BD85-040950DC1534}" dt="2024-02-07T23:14:59.228" v="242" actId="478"/>
          <ac:picMkLst>
            <pc:docMk/>
            <pc:sldMk cId="2383594870" sldId="2147468650"/>
            <ac:picMk id="10" creationId="{3EFB83C1-EB83-F5A1-324C-BB9BF597DAA1}"/>
          </ac:picMkLst>
        </pc:picChg>
        <pc:picChg chg="del">
          <ac:chgData name="Okamura, Ryo" userId="18831572-7aab-4b12-89e3-a5e58af7a83e" providerId="ADAL" clId="{00786286-401E-4FD1-BD85-040950DC1534}" dt="2024-02-07T23:14:59.228" v="242" actId="478"/>
          <ac:picMkLst>
            <pc:docMk/>
            <pc:sldMk cId="2383594870" sldId="2147468650"/>
            <ac:picMk id="11" creationId="{B115EC28-F4E5-2395-4443-0738F78B2D0A}"/>
          </ac:picMkLst>
        </pc:picChg>
        <pc:picChg chg="del">
          <ac:chgData name="Okamura, Ryo" userId="18831572-7aab-4b12-89e3-a5e58af7a83e" providerId="ADAL" clId="{00786286-401E-4FD1-BD85-040950DC1534}" dt="2024-02-07T23:14:59.228" v="242" actId="478"/>
          <ac:picMkLst>
            <pc:docMk/>
            <pc:sldMk cId="2383594870" sldId="2147468650"/>
            <ac:picMk id="12" creationId="{5E7FFA51-8A6F-4C24-3253-2E9583F87F09}"/>
          </ac:picMkLst>
        </pc:picChg>
        <pc:picChg chg="del">
          <ac:chgData name="Okamura, Ryo" userId="18831572-7aab-4b12-89e3-a5e58af7a83e" providerId="ADAL" clId="{00786286-401E-4FD1-BD85-040950DC1534}" dt="2024-02-07T23:14:59.228" v="242" actId="478"/>
          <ac:picMkLst>
            <pc:docMk/>
            <pc:sldMk cId="2383594870" sldId="2147468650"/>
            <ac:picMk id="13" creationId="{6B057E63-8DD2-E489-DFBB-D01DAD5BCE90}"/>
          </ac:picMkLst>
        </pc:picChg>
        <pc:picChg chg="del">
          <ac:chgData name="Okamura, Ryo" userId="18831572-7aab-4b12-89e3-a5e58af7a83e" providerId="ADAL" clId="{00786286-401E-4FD1-BD85-040950DC1534}" dt="2024-02-07T23:14:59.228" v="242" actId="478"/>
          <ac:picMkLst>
            <pc:docMk/>
            <pc:sldMk cId="2383594870" sldId="2147468650"/>
            <ac:picMk id="33" creationId="{49207CD7-585A-8749-5E68-7D6A9D4383FB}"/>
          </ac:picMkLst>
        </pc:picChg>
        <pc:cxnChg chg="add mod">
          <ac:chgData name="Okamura, Ryo" userId="18831572-7aab-4b12-89e3-a5e58af7a83e" providerId="ADAL" clId="{00786286-401E-4FD1-BD85-040950DC1534}" dt="2024-02-07T23:15:32.919" v="248"/>
          <ac:cxnSpMkLst>
            <pc:docMk/>
            <pc:sldMk cId="2383594870" sldId="2147468650"/>
            <ac:cxnSpMk id="4" creationId="{457F76FA-074C-8239-4970-300159A00D22}"/>
          </ac:cxnSpMkLst>
        </pc:cxnChg>
        <pc:cxnChg chg="del">
          <ac:chgData name="Okamura, Ryo" userId="18831572-7aab-4b12-89e3-a5e58af7a83e" providerId="ADAL" clId="{00786286-401E-4FD1-BD85-040950DC1534}" dt="2024-02-07T23:14:59.228" v="242" actId="478"/>
          <ac:cxnSpMkLst>
            <pc:docMk/>
            <pc:sldMk cId="2383594870" sldId="2147468650"/>
            <ac:cxnSpMk id="20" creationId="{A1CB71B6-4360-1E47-595C-254CB9ED9FB2}"/>
          </ac:cxnSpMkLst>
        </pc:cxnChg>
        <pc:cxnChg chg="del">
          <ac:chgData name="Okamura, Ryo" userId="18831572-7aab-4b12-89e3-a5e58af7a83e" providerId="ADAL" clId="{00786286-401E-4FD1-BD85-040950DC1534}" dt="2024-02-07T23:14:59.228" v="242" actId="478"/>
          <ac:cxnSpMkLst>
            <pc:docMk/>
            <pc:sldMk cId="2383594870" sldId="2147468650"/>
            <ac:cxnSpMk id="21" creationId="{38253AE3-E52F-4D16-0F46-AA1F29AD857D}"/>
          </ac:cxnSpMkLst>
        </pc:cxnChg>
        <pc:cxnChg chg="del">
          <ac:chgData name="Okamura, Ryo" userId="18831572-7aab-4b12-89e3-a5e58af7a83e" providerId="ADAL" clId="{00786286-401E-4FD1-BD85-040950DC1534}" dt="2024-02-07T23:14:59.228" v="242" actId="478"/>
          <ac:cxnSpMkLst>
            <pc:docMk/>
            <pc:sldMk cId="2383594870" sldId="2147468650"/>
            <ac:cxnSpMk id="22" creationId="{6018F039-8B20-3DB3-B8B1-0F39DCFD5A20}"/>
          </ac:cxnSpMkLst>
        </pc:cxnChg>
        <pc:cxnChg chg="del">
          <ac:chgData name="Okamura, Ryo" userId="18831572-7aab-4b12-89e3-a5e58af7a83e" providerId="ADAL" clId="{00786286-401E-4FD1-BD85-040950DC1534}" dt="2024-02-07T23:14:59.228" v="242" actId="478"/>
          <ac:cxnSpMkLst>
            <pc:docMk/>
            <pc:sldMk cId="2383594870" sldId="2147468650"/>
            <ac:cxnSpMk id="42" creationId="{C6446626-9280-26A4-1977-2FBFF498F571}"/>
          </ac:cxnSpMkLst>
        </pc:cxnChg>
        <pc:cxnChg chg="add mod">
          <ac:chgData name="Okamura, Ryo" userId="18831572-7aab-4b12-89e3-a5e58af7a83e" providerId="ADAL" clId="{00786286-401E-4FD1-BD85-040950DC1534}" dt="2024-02-07T23:15:32.919" v="248"/>
          <ac:cxnSpMkLst>
            <pc:docMk/>
            <pc:sldMk cId="2383594870" sldId="2147468650"/>
            <ac:cxnSpMk id="54" creationId="{1871D680-DAA3-B0A5-A8FB-7B44E7283065}"/>
          </ac:cxnSpMkLst>
        </pc:cxnChg>
        <pc:cxnChg chg="add mod">
          <ac:chgData name="Okamura, Ryo" userId="18831572-7aab-4b12-89e3-a5e58af7a83e" providerId="ADAL" clId="{00786286-401E-4FD1-BD85-040950DC1534}" dt="2024-02-07T23:15:32.919" v="248"/>
          <ac:cxnSpMkLst>
            <pc:docMk/>
            <pc:sldMk cId="2383594870" sldId="2147468650"/>
            <ac:cxnSpMk id="55" creationId="{F0B8060D-9F9C-2086-CC26-63CC5A491D7E}"/>
          </ac:cxnSpMkLst>
        </pc:cxnChg>
        <pc:cxnChg chg="add mod">
          <ac:chgData name="Okamura, Ryo" userId="18831572-7aab-4b12-89e3-a5e58af7a83e" providerId="ADAL" clId="{00786286-401E-4FD1-BD85-040950DC1534}" dt="2024-02-07T23:15:32.919" v="248"/>
          <ac:cxnSpMkLst>
            <pc:docMk/>
            <pc:sldMk cId="2383594870" sldId="2147468650"/>
            <ac:cxnSpMk id="56" creationId="{2C1D15C8-C9DB-1280-FEDD-FE2F067A260E}"/>
          </ac:cxnSpMkLst>
        </pc:cxnChg>
        <pc:cxnChg chg="add mod">
          <ac:chgData name="Okamura, Ryo" userId="18831572-7aab-4b12-89e3-a5e58af7a83e" providerId="ADAL" clId="{00786286-401E-4FD1-BD85-040950DC1534}" dt="2024-02-07T23:15:32.919" v="248"/>
          <ac:cxnSpMkLst>
            <pc:docMk/>
            <pc:sldMk cId="2383594870" sldId="2147468650"/>
            <ac:cxnSpMk id="57" creationId="{78AF6B92-7225-C76C-23E6-F43E03AD79AD}"/>
          </ac:cxnSpMkLst>
        </pc:cxnChg>
        <pc:cxnChg chg="add mod">
          <ac:chgData name="Okamura, Ryo" userId="18831572-7aab-4b12-89e3-a5e58af7a83e" providerId="ADAL" clId="{00786286-401E-4FD1-BD85-040950DC1534}" dt="2024-02-07T23:15:32.919" v="248"/>
          <ac:cxnSpMkLst>
            <pc:docMk/>
            <pc:sldMk cId="2383594870" sldId="2147468650"/>
            <ac:cxnSpMk id="58" creationId="{27B13438-9F10-BFD8-5C32-A441474C5F08}"/>
          </ac:cxnSpMkLst>
        </pc:cxnChg>
        <pc:cxnChg chg="add mod">
          <ac:chgData name="Okamura, Ryo" userId="18831572-7aab-4b12-89e3-a5e58af7a83e" providerId="ADAL" clId="{00786286-401E-4FD1-BD85-040950DC1534}" dt="2024-02-07T23:15:32.919" v="248"/>
          <ac:cxnSpMkLst>
            <pc:docMk/>
            <pc:sldMk cId="2383594870" sldId="2147468650"/>
            <ac:cxnSpMk id="59" creationId="{9309C270-EAB4-3EE8-8A0C-1E6CC0BDE69D}"/>
          </ac:cxnSpMkLst>
        </pc:cxnChg>
        <pc:cxnChg chg="add mod">
          <ac:chgData name="Okamura, Ryo" userId="18831572-7aab-4b12-89e3-a5e58af7a83e" providerId="ADAL" clId="{00786286-401E-4FD1-BD85-040950DC1534}" dt="2024-02-07T23:15:32.919" v="248"/>
          <ac:cxnSpMkLst>
            <pc:docMk/>
            <pc:sldMk cId="2383594870" sldId="2147468650"/>
            <ac:cxnSpMk id="67" creationId="{562E0F9F-DF0A-7F00-D38B-B0C39981ACBD}"/>
          </ac:cxnSpMkLst>
        </pc:cxnChg>
        <pc:cxnChg chg="add mod">
          <ac:chgData name="Okamura, Ryo" userId="18831572-7aab-4b12-89e3-a5e58af7a83e" providerId="ADAL" clId="{00786286-401E-4FD1-BD85-040950DC1534}" dt="2024-02-07T23:15:32.919" v="248"/>
          <ac:cxnSpMkLst>
            <pc:docMk/>
            <pc:sldMk cId="2383594870" sldId="2147468650"/>
            <ac:cxnSpMk id="68" creationId="{AE7FD3D8-D05F-FFF4-82B0-9C29FF0D87E7}"/>
          </ac:cxnSpMkLst>
        </pc:cxnChg>
        <pc:cxnChg chg="add mod">
          <ac:chgData name="Okamura, Ryo" userId="18831572-7aab-4b12-89e3-a5e58af7a83e" providerId="ADAL" clId="{00786286-401E-4FD1-BD85-040950DC1534}" dt="2024-02-07T23:15:32.919" v="248"/>
          <ac:cxnSpMkLst>
            <pc:docMk/>
            <pc:sldMk cId="2383594870" sldId="2147468650"/>
            <ac:cxnSpMk id="69" creationId="{8E367FE4-273A-D623-6903-737799A355D0}"/>
          </ac:cxnSpMkLst>
        </pc:cxnChg>
        <pc:cxnChg chg="add mod">
          <ac:chgData name="Okamura, Ryo" userId="18831572-7aab-4b12-89e3-a5e58af7a83e" providerId="ADAL" clId="{00786286-401E-4FD1-BD85-040950DC1534}" dt="2024-02-07T23:15:32.919" v="248"/>
          <ac:cxnSpMkLst>
            <pc:docMk/>
            <pc:sldMk cId="2383594870" sldId="2147468650"/>
            <ac:cxnSpMk id="70" creationId="{6F2A11A1-E5BB-3BFA-DA78-3D0958A5F25B}"/>
          </ac:cxnSpMkLst>
        </pc:cxnChg>
        <pc:cxnChg chg="add mod">
          <ac:chgData name="Okamura, Ryo" userId="18831572-7aab-4b12-89e3-a5e58af7a83e" providerId="ADAL" clId="{00786286-401E-4FD1-BD85-040950DC1534}" dt="2024-02-07T23:15:32.919" v="248"/>
          <ac:cxnSpMkLst>
            <pc:docMk/>
            <pc:sldMk cId="2383594870" sldId="2147468650"/>
            <ac:cxnSpMk id="71" creationId="{C9280838-D283-F1C0-8C96-0C96D4167D79}"/>
          </ac:cxnSpMkLst>
        </pc:cxnChg>
        <pc:cxnChg chg="add mod">
          <ac:chgData name="Okamura, Ryo" userId="18831572-7aab-4b12-89e3-a5e58af7a83e" providerId="ADAL" clId="{00786286-401E-4FD1-BD85-040950DC1534}" dt="2024-02-07T23:15:32.919" v="248"/>
          <ac:cxnSpMkLst>
            <pc:docMk/>
            <pc:sldMk cId="2383594870" sldId="2147468650"/>
            <ac:cxnSpMk id="79" creationId="{FE75B089-6EDA-E9FD-F8CB-AD7E4A48B918}"/>
          </ac:cxnSpMkLst>
        </pc:cxnChg>
        <pc:cxnChg chg="add mod">
          <ac:chgData name="Okamura, Ryo" userId="18831572-7aab-4b12-89e3-a5e58af7a83e" providerId="ADAL" clId="{00786286-401E-4FD1-BD85-040950DC1534}" dt="2024-02-07T23:15:32.919" v="248"/>
          <ac:cxnSpMkLst>
            <pc:docMk/>
            <pc:sldMk cId="2383594870" sldId="2147468650"/>
            <ac:cxnSpMk id="80" creationId="{3BA547E9-386D-3ABE-CE3A-B058AD5685A0}"/>
          </ac:cxnSpMkLst>
        </pc:cxnChg>
        <pc:cxnChg chg="add mod">
          <ac:chgData name="Okamura, Ryo" userId="18831572-7aab-4b12-89e3-a5e58af7a83e" providerId="ADAL" clId="{00786286-401E-4FD1-BD85-040950DC1534}" dt="2024-02-07T23:15:32.919" v="248"/>
          <ac:cxnSpMkLst>
            <pc:docMk/>
            <pc:sldMk cId="2383594870" sldId="2147468650"/>
            <ac:cxnSpMk id="81" creationId="{6B930FA2-F163-5A4E-AAA8-C68E9A4B4650}"/>
          </ac:cxnSpMkLst>
        </pc:cxnChg>
        <pc:cxnChg chg="add mod">
          <ac:chgData name="Okamura, Ryo" userId="18831572-7aab-4b12-89e3-a5e58af7a83e" providerId="ADAL" clId="{00786286-401E-4FD1-BD85-040950DC1534}" dt="2024-02-07T23:15:32.919" v="248"/>
          <ac:cxnSpMkLst>
            <pc:docMk/>
            <pc:sldMk cId="2383594870" sldId="2147468650"/>
            <ac:cxnSpMk id="82" creationId="{5406E003-7D86-9E72-E519-C649A42651AA}"/>
          </ac:cxnSpMkLst>
        </pc:cxnChg>
        <pc:cxnChg chg="add mod">
          <ac:chgData name="Okamura, Ryo" userId="18831572-7aab-4b12-89e3-a5e58af7a83e" providerId="ADAL" clId="{00786286-401E-4FD1-BD85-040950DC1534}" dt="2024-02-07T23:15:32.919" v="248"/>
          <ac:cxnSpMkLst>
            <pc:docMk/>
            <pc:sldMk cId="2383594870" sldId="2147468650"/>
            <ac:cxnSpMk id="83" creationId="{6DA41473-69E3-28C0-7300-F5AFCC0C9663}"/>
          </ac:cxnSpMkLst>
        </pc:cxnChg>
        <pc:cxnChg chg="add mod">
          <ac:chgData name="Okamura, Ryo" userId="18831572-7aab-4b12-89e3-a5e58af7a83e" providerId="ADAL" clId="{00786286-401E-4FD1-BD85-040950DC1534}" dt="2024-02-07T23:15:32.919" v="248"/>
          <ac:cxnSpMkLst>
            <pc:docMk/>
            <pc:sldMk cId="2383594870" sldId="2147468650"/>
            <ac:cxnSpMk id="86" creationId="{57794D3C-CB63-53A3-2ECF-938BFF1F3820}"/>
          </ac:cxnSpMkLst>
        </pc:cxnChg>
      </pc:sldChg>
      <pc:sldChg chg="addSp modSp add mod">
        <pc:chgData name="Okamura, Ryo" userId="18831572-7aab-4b12-89e3-a5e58af7a83e" providerId="ADAL" clId="{00786286-401E-4FD1-BD85-040950DC1534}" dt="2024-02-08T01:08:27.349" v="790" actId="313"/>
        <pc:sldMkLst>
          <pc:docMk/>
          <pc:sldMk cId="1939370276" sldId="2147468651"/>
        </pc:sldMkLst>
        <pc:spChg chg="mod">
          <ac:chgData name="Okamura, Ryo" userId="18831572-7aab-4b12-89e3-a5e58af7a83e" providerId="ADAL" clId="{00786286-401E-4FD1-BD85-040950DC1534}" dt="2024-02-07T23:24:26.765" v="249"/>
          <ac:spMkLst>
            <pc:docMk/>
            <pc:sldMk cId="1939370276" sldId="2147468651"/>
            <ac:spMk id="4" creationId="{E042DBF0-4881-2326-432C-832481F245E6}"/>
          </ac:spMkLst>
        </pc:spChg>
        <pc:spChg chg="mod">
          <ac:chgData name="Okamura, Ryo" userId="18831572-7aab-4b12-89e3-a5e58af7a83e" providerId="ADAL" clId="{00786286-401E-4FD1-BD85-040950DC1534}" dt="2024-02-07T23:24:43.924" v="253"/>
          <ac:spMkLst>
            <pc:docMk/>
            <pc:sldMk cId="1939370276" sldId="2147468651"/>
            <ac:spMk id="7" creationId="{61BEE415-5D19-0E26-AAC7-D470E02EAEE4}"/>
          </ac:spMkLst>
        </pc:spChg>
        <pc:spChg chg="mod">
          <ac:chgData name="Okamura, Ryo" userId="18831572-7aab-4b12-89e3-a5e58af7a83e" providerId="ADAL" clId="{00786286-401E-4FD1-BD85-040950DC1534}" dt="2024-02-07T23:24:36.522" v="252" actId="20577"/>
          <ac:spMkLst>
            <pc:docMk/>
            <pc:sldMk cId="1939370276" sldId="2147468651"/>
            <ac:spMk id="8" creationId="{753ADA55-D29B-FA45-9A8B-4AE5E0B23236}"/>
          </ac:spMkLst>
        </pc:spChg>
        <pc:spChg chg="mod">
          <ac:chgData name="Okamura, Ryo" userId="18831572-7aab-4b12-89e3-a5e58af7a83e" providerId="ADAL" clId="{00786286-401E-4FD1-BD85-040950DC1534}" dt="2024-02-08T01:08:27.349" v="790" actId="313"/>
          <ac:spMkLst>
            <pc:docMk/>
            <pc:sldMk cId="1939370276" sldId="2147468651"/>
            <ac:spMk id="9" creationId="{8D5079BB-06F8-7E24-4567-3610EEC2F116}"/>
          </ac:spMkLst>
        </pc:spChg>
        <pc:spChg chg="mod">
          <ac:chgData name="Okamura, Ryo" userId="18831572-7aab-4b12-89e3-a5e58af7a83e" providerId="ADAL" clId="{00786286-401E-4FD1-BD85-040950DC1534}" dt="2024-02-07T23:24:26.765" v="249"/>
          <ac:spMkLst>
            <pc:docMk/>
            <pc:sldMk cId="1939370276" sldId="2147468651"/>
            <ac:spMk id="10" creationId="{3B2C6288-3DD1-1C21-AA21-A93283307A9E}"/>
          </ac:spMkLst>
        </pc:spChg>
        <pc:spChg chg="mod">
          <ac:chgData name="Okamura, Ryo" userId="18831572-7aab-4b12-89e3-a5e58af7a83e" providerId="ADAL" clId="{00786286-401E-4FD1-BD85-040950DC1534}" dt="2024-02-07T23:24:26.765" v="249"/>
          <ac:spMkLst>
            <pc:docMk/>
            <pc:sldMk cId="1939370276" sldId="2147468651"/>
            <ac:spMk id="11" creationId="{2589E754-A535-EC42-3B64-85FF41F868BE}"/>
          </ac:spMkLst>
        </pc:spChg>
        <pc:spChg chg="mod">
          <ac:chgData name="Okamura, Ryo" userId="18831572-7aab-4b12-89e3-a5e58af7a83e" providerId="ADAL" clId="{00786286-401E-4FD1-BD85-040950DC1534}" dt="2024-02-07T23:24:26.765" v="249"/>
          <ac:spMkLst>
            <pc:docMk/>
            <pc:sldMk cId="1939370276" sldId="2147468651"/>
            <ac:spMk id="12" creationId="{7E5131B6-ABA1-B93C-0EF7-B89F7FFBCFC0}"/>
          </ac:spMkLst>
        </pc:spChg>
        <pc:spChg chg="mod">
          <ac:chgData name="Okamura, Ryo" userId="18831572-7aab-4b12-89e3-a5e58af7a83e" providerId="ADAL" clId="{00786286-401E-4FD1-BD85-040950DC1534}" dt="2024-02-07T23:24:26.765" v="249"/>
          <ac:spMkLst>
            <pc:docMk/>
            <pc:sldMk cId="1939370276" sldId="2147468651"/>
            <ac:spMk id="13" creationId="{86A162BA-1AE4-7952-0549-8ED3BB27AA57}"/>
          </ac:spMkLst>
        </pc:spChg>
        <pc:spChg chg="mod">
          <ac:chgData name="Okamura, Ryo" userId="18831572-7aab-4b12-89e3-a5e58af7a83e" providerId="ADAL" clId="{00786286-401E-4FD1-BD85-040950DC1534}" dt="2024-02-07T23:24:26.765" v="249"/>
          <ac:spMkLst>
            <pc:docMk/>
            <pc:sldMk cId="1939370276" sldId="2147468651"/>
            <ac:spMk id="14" creationId="{C534A845-C730-A23B-5196-58340C97C845}"/>
          </ac:spMkLst>
        </pc:spChg>
        <pc:spChg chg="mod">
          <ac:chgData name="Okamura, Ryo" userId="18831572-7aab-4b12-89e3-a5e58af7a83e" providerId="ADAL" clId="{00786286-401E-4FD1-BD85-040950DC1534}" dt="2024-02-07T23:24:26.765" v="249"/>
          <ac:spMkLst>
            <pc:docMk/>
            <pc:sldMk cId="1939370276" sldId="2147468651"/>
            <ac:spMk id="15" creationId="{BABD3CD5-56CD-17AF-11F9-232F14D64F55}"/>
          </ac:spMkLst>
        </pc:spChg>
        <pc:spChg chg="mod">
          <ac:chgData name="Okamura, Ryo" userId="18831572-7aab-4b12-89e3-a5e58af7a83e" providerId="ADAL" clId="{00786286-401E-4FD1-BD85-040950DC1534}" dt="2024-02-07T23:24:26.765" v="249"/>
          <ac:spMkLst>
            <pc:docMk/>
            <pc:sldMk cId="1939370276" sldId="2147468651"/>
            <ac:spMk id="16" creationId="{34655C3F-DC80-67D2-5BC1-3951DE2E3106}"/>
          </ac:spMkLst>
        </pc:spChg>
        <pc:spChg chg="mod">
          <ac:chgData name="Okamura, Ryo" userId="18831572-7aab-4b12-89e3-a5e58af7a83e" providerId="ADAL" clId="{00786286-401E-4FD1-BD85-040950DC1534}" dt="2024-02-07T23:24:26.765" v="249"/>
          <ac:spMkLst>
            <pc:docMk/>
            <pc:sldMk cId="1939370276" sldId="2147468651"/>
            <ac:spMk id="17" creationId="{05302F84-A2C0-4000-CB2E-24D3EE7720E0}"/>
          </ac:spMkLst>
        </pc:spChg>
        <pc:spChg chg="mod">
          <ac:chgData name="Okamura, Ryo" userId="18831572-7aab-4b12-89e3-a5e58af7a83e" providerId="ADAL" clId="{00786286-401E-4FD1-BD85-040950DC1534}" dt="2024-02-07T23:24:26.765" v="249"/>
          <ac:spMkLst>
            <pc:docMk/>
            <pc:sldMk cId="1939370276" sldId="2147468651"/>
            <ac:spMk id="18" creationId="{963DC40C-F514-5204-0688-7006FDB5FAB9}"/>
          </ac:spMkLst>
        </pc:spChg>
        <pc:spChg chg="mod">
          <ac:chgData name="Okamura, Ryo" userId="18831572-7aab-4b12-89e3-a5e58af7a83e" providerId="ADAL" clId="{00786286-401E-4FD1-BD85-040950DC1534}" dt="2024-02-07T23:24:26.765" v="249"/>
          <ac:spMkLst>
            <pc:docMk/>
            <pc:sldMk cId="1939370276" sldId="2147468651"/>
            <ac:spMk id="19" creationId="{403727E2-CB92-ED83-0AEA-0FA8758BDED5}"/>
          </ac:spMkLst>
        </pc:spChg>
        <pc:spChg chg="mod">
          <ac:chgData name="Okamura, Ryo" userId="18831572-7aab-4b12-89e3-a5e58af7a83e" providerId="ADAL" clId="{00786286-401E-4FD1-BD85-040950DC1534}" dt="2024-02-07T23:24:26.765" v="249"/>
          <ac:spMkLst>
            <pc:docMk/>
            <pc:sldMk cId="1939370276" sldId="2147468651"/>
            <ac:spMk id="20" creationId="{B7C15AC9-7CED-C79D-783E-9DDFC878DD0A}"/>
          </ac:spMkLst>
        </pc:spChg>
        <pc:spChg chg="mod">
          <ac:chgData name="Okamura, Ryo" userId="18831572-7aab-4b12-89e3-a5e58af7a83e" providerId="ADAL" clId="{00786286-401E-4FD1-BD85-040950DC1534}" dt="2024-02-07T23:24:26.765" v="249"/>
          <ac:spMkLst>
            <pc:docMk/>
            <pc:sldMk cId="1939370276" sldId="2147468651"/>
            <ac:spMk id="21" creationId="{0CC7A76F-19DD-DF4A-2B0F-2F2A939AD4C5}"/>
          </ac:spMkLst>
        </pc:spChg>
        <pc:spChg chg="mod">
          <ac:chgData name="Okamura, Ryo" userId="18831572-7aab-4b12-89e3-a5e58af7a83e" providerId="ADAL" clId="{00786286-401E-4FD1-BD85-040950DC1534}" dt="2024-02-07T23:24:26.765" v="249"/>
          <ac:spMkLst>
            <pc:docMk/>
            <pc:sldMk cId="1939370276" sldId="2147468651"/>
            <ac:spMk id="22" creationId="{6F13774A-8305-0DF5-F770-CAC3E2E1ED2D}"/>
          </ac:spMkLst>
        </pc:spChg>
        <pc:spChg chg="mod">
          <ac:chgData name="Okamura, Ryo" userId="18831572-7aab-4b12-89e3-a5e58af7a83e" providerId="ADAL" clId="{00786286-401E-4FD1-BD85-040950DC1534}" dt="2024-02-07T23:24:26.765" v="249"/>
          <ac:spMkLst>
            <pc:docMk/>
            <pc:sldMk cId="1939370276" sldId="2147468651"/>
            <ac:spMk id="23" creationId="{F85B2A70-36DD-4336-B207-C52073140DFD}"/>
          </ac:spMkLst>
        </pc:spChg>
        <pc:spChg chg="mod">
          <ac:chgData name="Okamura, Ryo" userId="18831572-7aab-4b12-89e3-a5e58af7a83e" providerId="ADAL" clId="{00786286-401E-4FD1-BD85-040950DC1534}" dt="2024-02-07T23:24:26.765" v="249"/>
          <ac:spMkLst>
            <pc:docMk/>
            <pc:sldMk cId="1939370276" sldId="2147468651"/>
            <ac:spMk id="24" creationId="{4D9F21D1-FC17-D8F8-7F72-870D4A2E3864}"/>
          </ac:spMkLst>
        </pc:spChg>
        <pc:spChg chg="mod">
          <ac:chgData name="Okamura, Ryo" userId="18831572-7aab-4b12-89e3-a5e58af7a83e" providerId="ADAL" clId="{00786286-401E-4FD1-BD85-040950DC1534}" dt="2024-02-07T23:24:26.765" v="249"/>
          <ac:spMkLst>
            <pc:docMk/>
            <pc:sldMk cId="1939370276" sldId="2147468651"/>
            <ac:spMk id="25" creationId="{0DC7FC13-6723-034C-E33E-10CEDC4FAF81}"/>
          </ac:spMkLst>
        </pc:spChg>
        <pc:spChg chg="mod">
          <ac:chgData name="Okamura, Ryo" userId="18831572-7aab-4b12-89e3-a5e58af7a83e" providerId="ADAL" clId="{00786286-401E-4FD1-BD85-040950DC1534}" dt="2024-02-07T23:24:26.765" v="249"/>
          <ac:spMkLst>
            <pc:docMk/>
            <pc:sldMk cId="1939370276" sldId="2147468651"/>
            <ac:spMk id="26" creationId="{C0CB4D9C-ED37-FC35-D119-51074D25B7F4}"/>
          </ac:spMkLst>
        </pc:spChg>
        <pc:spChg chg="mod">
          <ac:chgData name="Okamura, Ryo" userId="18831572-7aab-4b12-89e3-a5e58af7a83e" providerId="ADAL" clId="{00786286-401E-4FD1-BD85-040950DC1534}" dt="2024-02-07T23:24:26.765" v="249"/>
          <ac:spMkLst>
            <pc:docMk/>
            <pc:sldMk cId="1939370276" sldId="2147468651"/>
            <ac:spMk id="27" creationId="{7377710F-007A-1E52-2E6D-A7F8CA62D92E}"/>
          </ac:spMkLst>
        </pc:spChg>
        <pc:spChg chg="mod">
          <ac:chgData name="Okamura, Ryo" userId="18831572-7aab-4b12-89e3-a5e58af7a83e" providerId="ADAL" clId="{00786286-401E-4FD1-BD85-040950DC1534}" dt="2024-02-07T23:24:26.765" v="249"/>
          <ac:spMkLst>
            <pc:docMk/>
            <pc:sldMk cId="1939370276" sldId="2147468651"/>
            <ac:spMk id="28" creationId="{51D9A1A9-6FE8-5F22-638F-EA93CAA6710F}"/>
          </ac:spMkLst>
        </pc:spChg>
        <pc:spChg chg="mod">
          <ac:chgData name="Okamura, Ryo" userId="18831572-7aab-4b12-89e3-a5e58af7a83e" providerId="ADAL" clId="{00786286-401E-4FD1-BD85-040950DC1534}" dt="2024-02-07T23:24:26.765" v="249"/>
          <ac:spMkLst>
            <pc:docMk/>
            <pc:sldMk cId="1939370276" sldId="2147468651"/>
            <ac:spMk id="29" creationId="{B7F38584-8118-063F-BAE3-2C42AA59AA10}"/>
          </ac:spMkLst>
        </pc:spChg>
        <pc:spChg chg="mod">
          <ac:chgData name="Okamura, Ryo" userId="18831572-7aab-4b12-89e3-a5e58af7a83e" providerId="ADAL" clId="{00786286-401E-4FD1-BD85-040950DC1534}" dt="2024-02-07T23:24:26.765" v="249"/>
          <ac:spMkLst>
            <pc:docMk/>
            <pc:sldMk cId="1939370276" sldId="2147468651"/>
            <ac:spMk id="30" creationId="{7B6B4EE4-BDB0-72D4-B5E1-1D1C0A7F1FA2}"/>
          </ac:spMkLst>
        </pc:spChg>
        <pc:spChg chg="mod">
          <ac:chgData name="Okamura, Ryo" userId="18831572-7aab-4b12-89e3-a5e58af7a83e" providerId="ADAL" clId="{00786286-401E-4FD1-BD85-040950DC1534}" dt="2024-02-07T23:24:26.765" v="249"/>
          <ac:spMkLst>
            <pc:docMk/>
            <pc:sldMk cId="1939370276" sldId="2147468651"/>
            <ac:spMk id="31" creationId="{1969CFDE-1986-6209-AFB2-C3B83D29E517}"/>
          </ac:spMkLst>
        </pc:spChg>
        <pc:spChg chg="mod">
          <ac:chgData name="Okamura, Ryo" userId="18831572-7aab-4b12-89e3-a5e58af7a83e" providerId="ADAL" clId="{00786286-401E-4FD1-BD85-040950DC1534}" dt="2024-02-07T23:24:26.765" v="249"/>
          <ac:spMkLst>
            <pc:docMk/>
            <pc:sldMk cId="1939370276" sldId="2147468651"/>
            <ac:spMk id="32" creationId="{8EDAC5B7-3999-C009-892A-95D09758FB9A}"/>
          </ac:spMkLst>
        </pc:spChg>
        <pc:spChg chg="mod">
          <ac:chgData name="Okamura, Ryo" userId="18831572-7aab-4b12-89e3-a5e58af7a83e" providerId="ADAL" clId="{00786286-401E-4FD1-BD85-040950DC1534}" dt="2024-02-07T23:24:26.765" v="249"/>
          <ac:spMkLst>
            <pc:docMk/>
            <pc:sldMk cId="1939370276" sldId="2147468651"/>
            <ac:spMk id="33" creationId="{076CBCCB-43CF-B9E0-1A36-5183F66B1A30}"/>
          </ac:spMkLst>
        </pc:spChg>
        <pc:spChg chg="mod">
          <ac:chgData name="Okamura, Ryo" userId="18831572-7aab-4b12-89e3-a5e58af7a83e" providerId="ADAL" clId="{00786286-401E-4FD1-BD85-040950DC1534}" dt="2024-02-07T23:24:26.765" v="249"/>
          <ac:spMkLst>
            <pc:docMk/>
            <pc:sldMk cId="1939370276" sldId="2147468651"/>
            <ac:spMk id="34" creationId="{78B85AAE-42EB-A29F-4C99-B865DD15C694}"/>
          </ac:spMkLst>
        </pc:spChg>
        <pc:spChg chg="mod">
          <ac:chgData name="Okamura, Ryo" userId="18831572-7aab-4b12-89e3-a5e58af7a83e" providerId="ADAL" clId="{00786286-401E-4FD1-BD85-040950DC1534}" dt="2024-02-07T23:24:26.765" v="249"/>
          <ac:spMkLst>
            <pc:docMk/>
            <pc:sldMk cId="1939370276" sldId="2147468651"/>
            <ac:spMk id="35" creationId="{6A7A1DF9-1193-8499-804F-5791F36BC768}"/>
          </ac:spMkLst>
        </pc:spChg>
        <pc:spChg chg="mod">
          <ac:chgData name="Okamura, Ryo" userId="18831572-7aab-4b12-89e3-a5e58af7a83e" providerId="ADAL" clId="{00786286-401E-4FD1-BD85-040950DC1534}" dt="2024-02-07T23:24:26.765" v="249"/>
          <ac:spMkLst>
            <pc:docMk/>
            <pc:sldMk cId="1939370276" sldId="2147468651"/>
            <ac:spMk id="36" creationId="{9713E3C6-EF34-A0EB-D735-5FBC2B34DAF4}"/>
          </ac:spMkLst>
        </pc:spChg>
        <pc:spChg chg="mod">
          <ac:chgData name="Okamura, Ryo" userId="18831572-7aab-4b12-89e3-a5e58af7a83e" providerId="ADAL" clId="{00786286-401E-4FD1-BD85-040950DC1534}" dt="2024-02-07T23:24:26.765" v="249"/>
          <ac:spMkLst>
            <pc:docMk/>
            <pc:sldMk cId="1939370276" sldId="2147468651"/>
            <ac:spMk id="37" creationId="{A49B127D-1BCF-A503-D72B-C65EDCDD97E7}"/>
          </ac:spMkLst>
        </pc:spChg>
        <pc:spChg chg="mod">
          <ac:chgData name="Okamura, Ryo" userId="18831572-7aab-4b12-89e3-a5e58af7a83e" providerId="ADAL" clId="{00786286-401E-4FD1-BD85-040950DC1534}" dt="2024-02-07T23:24:26.765" v="249"/>
          <ac:spMkLst>
            <pc:docMk/>
            <pc:sldMk cId="1939370276" sldId="2147468651"/>
            <ac:spMk id="38" creationId="{42AE9EDD-5BD4-79F8-BEF3-44FCD1784271}"/>
          </ac:spMkLst>
        </pc:spChg>
        <pc:spChg chg="mod">
          <ac:chgData name="Okamura, Ryo" userId="18831572-7aab-4b12-89e3-a5e58af7a83e" providerId="ADAL" clId="{00786286-401E-4FD1-BD85-040950DC1534}" dt="2024-02-07T23:24:26.765" v="249"/>
          <ac:spMkLst>
            <pc:docMk/>
            <pc:sldMk cId="1939370276" sldId="2147468651"/>
            <ac:spMk id="39" creationId="{5FB122DF-67DA-E1E8-C4AB-4E6E89923FFB}"/>
          </ac:spMkLst>
        </pc:spChg>
        <pc:spChg chg="mod">
          <ac:chgData name="Okamura, Ryo" userId="18831572-7aab-4b12-89e3-a5e58af7a83e" providerId="ADAL" clId="{00786286-401E-4FD1-BD85-040950DC1534}" dt="2024-02-07T23:24:26.765" v="249"/>
          <ac:spMkLst>
            <pc:docMk/>
            <pc:sldMk cId="1939370276" sldId="2147468651"/>
            <ac:spMk id="40" creationId="{ED453C3C-AABB-5B1C-CE63-C2FDF61043CA}"/>
          </ac:spMkLst>
        </pc:spChg>
        <pc:spChg chg="mod">
          <ac:chgData name="Okamura, Ryo" userId="18831572-7aab-4b12-89e3-a5e58af7a83e" providerId="ADAL" clId="{00786286-401E-4FD1-BD85-040950DC1534}" dt="2024-02-07T23:24:26.765" v="249"/>
          <ac:spMkLst>
            <pc:docMk/>
            <pc:sldMk cId="1939370276" sldId="2147468651"/>
            <ac:spMk id="41" creationId="{C89BC557-EEE7-673A-E843-BDE87FF7FA1E}"/>
          </ac:spMkLst>
        </pc:spChg>
        <pc:spChg chg="mod">
          <ac:chgData name="Okamura, Ryo" userId="18831572-7aab-4b12-89e3-a5e58af7a83e" providerId="ADAL" clId="{00786286-401E-4FD1-BD85-040950DC1534}" dt="2024-02-07T23:24:26.765" v="249"/>
          <ac:spMkLst>
            <pc:docMk/>
            <pc:sldMk cId="1939370276" sldId="2147468651"/>
            <ac:spMk id="42" creationId="{41696CFE-F82A-7936-F217-156882234333}"/>
          </ac:spMkLst>
        </pc:spChg>
        <pc:spChg chg="mod">
          <ac:chgData name="Okamura, Ryo" userId="18831572-7aab-4b12-89e3-a5e58af7a83e" providerId="ADAL" clId="{00786286-401E-4FD1-BD85-040950DC1534}" dt="2024-02-07T23:24:26.765" v="249"/>
          <ac:spMkLst>
            <pc:docMk/>
            <pc:sldMk cId="1939370276" sldId="2147468651"/>
            <ac:spMk id="43" creationId="{4D4ABF46-75F8-B413-F7DD-24A2A75CAA08}"/>
          </ac:spMkLst>
        </pc:spChg>
        <pc:spChg chg="mod">
          <ac:chgData name="Okamura, Ryo" userId="18831572-7aab-4b12-89e3-a5e58af7a83e" providerId="ADAL" clId="{00786286-401E-4FD1-BD85-040950DC1534}" dt="2024-02-07T23:24:26.765" v="249"/>
          <ac:spMkLst>
            <pc:docMk/>
            <pc:sldMk cId="1939370276" sldId="2147468651"/>
            <ac:spMk id="44" creationId="{C1000045-635B-F1F9-5077-B26322E622B5}"/>
          </ac:spMkLst>
        </pc:spChg>
        <pc:spChg chg="mod">
          <ac:chgData name="Okamura, Ryo" userId="18831572-7aab-4b12-89e3-a5e58af7a83e" providerId="ADAL" clId="{00786286-401E-4FD1-BD85-040950DC1534}" dt="2024-02-07T23:24:26.765" v="249"/>
          <ac:spMkLst>
            <pc:docMk/>
            <pc:sldMk cId="1939370276" sldId="2147468651"/>
            <ac:spMk id="45" creationId="{25F83FC2-692A-5EBC-869E-4EAD20E12B7F}"/>
          </ac:spMkLst>
        </pc:spChg>
        <pc:spChg chg="mod">
          <ac:chgData name="Okamura, Ryo" userId="18831572-7aab-4b12-89e3-a5e58af7a83e" providerId="ADAL" clId="{00786286-401E-4FD1-BD85-040950DC1534}" dt="2024-02-07T23:24:26.765" v="249"/>
          <ac:spMkLst>
            <pc:docMk/>
            <pc:sldMk cId="1939370276" sldId="2147468651"/>
            <ac:spMk id="46" creationId="{FC4AEA61-9F03-2B69-6EB4-80A93743C551}"/>
          </ac:spMkLst>
        </pc:spChg>
        <pc:spChg chg="mod">
          <ac:chgData name="Okamura, Ryo" userId="18831572-7aab-4b12-89e3-a5e58af7a83e" providerId="ADAL" clId="{00786286-401E-4FD1-BD85-040950DC1534}" dt="2024-02-07T23:24:26.765" v="249"/>
          <ac:spMkLst>
            <pc:docMk/>
            <pc:sldMk cId="1939370276" sldId="2147468651"/>
            <ac:spMk id="47" creationId="{F06E3AF2-162B-2F99-88DF-B682910792B9}"/>
          </ac:spMkLst>
        </pc:spChg>
        <pc:spChg chg="mod">
          <ac:chgData name="Okamura, Ryo" userId="18831572-7aab-4b12-89e3-a5e58af7a83e" providerId="ADAL" clId="{00786286-401E-4FD1-BD85-040950DC1534}" dt="2024-02-07T23:24:26.765" v="249"/>
          <ac:spMkLst>
            <pc:docMk/>
            <pc:sldMk cId="1939370276" sldId="2147468651"/>
            <ac:spMk id="48" creationId="{53FA4017-E44D-94C5-6FC4-F7C5ABCCC7AF}"/>
          </ac:spMkLst>
        </pc:spChg>
        <pc:spChg chg="mod">
          <ac:chgData name="Okamura, Ryo" userId="18831572-7aab-4b12-89e3-a5e58af7a83e" providerId="ADAL" clId="{00786286-401E-4FD1-BD85-040950DC1534}" dt="2024-02-07T23:24:26.765" v="249"/>
          <ac:spMkLst>
            <pc:docMk/>
            <pc:sldMk cId="1939370276" sldId="2147468651"/>
            <ac:spMk id="49" creationId="{2AECABC7-651C-A730-6158-FEF6CA171D73}"/>
          </ac:spMkLst>
        </pc:spChg>
        <pc:spChg chg="mod">
          <ac:chgData name="Okamura, Ryo" userId="18831572-7aab-4b12-89e3-a5e58af7a83e" providerId="ADAL" clId="{00786286-401E-4FD1-BD85-040950DC1534}" dt="2024-02-07T23:24:26.765" v="249"/>
          <ac:spMkLst>
            <pc:docMk/>
            <pc:sldMk cId="1939370276" sldId="2147468651"/>
            <ac:spMk id="50" creationId="{5834B081-248E-F467-0E7F-A905FC966024}"/>
          </ac:spMkLst>
        </pc:spChg>
        <pc:spChg chg="mod">
          <ac:chgData name="Okamura, Ryo" userId="18831572-7aab-4b12-89e3-a5e58af7a83e" providerId="ADAL" clId="{00786286-401E-4FD1-BD85-040950DC1534}" dt="2024-02-07T23:24:26.765" v="249"/>
          <ac:spMkLst>
            <pc:docMk/>
            <pc:sldMk cId="1939370276" sldId="2147468651"/>
            <ac:spMk id="51" creationId="{61CF02EE-B76B-F4CC-3A1D-FD647E335376}"/>
          </ac:spMkLst>
        </pc:spChg>
        <pc:spChg chg="mod">
          <ac:chgData name="Okamura, Ryo" userId="18831572-7aab-4b12-89e3-a5e58af7a83e" providerId="ADAL" clId="{00786286-401E-4FD1-BD85-040950DC1534}" dt="2024-02-07T23:24:26.765" v="249"/>
          <ac:spMkLst>
            <pc:docMk/>
            <pc:sldMk cId="1939370276" sldId="2147468651"/>
            <ac:spMk id="52" creationId="{B056F330-92AD-B5E4-3064-FE9DB862572C}"/>
          </ac:spMkLst>
        </pc:spChg>
        <pc:spChg chg="mod">
          <ac:chgData name="Okamura, Ryo" userId="18831572-7aab-4b12-89e3-a5e58af7a83e" providerId="ADAL" clId="{00786286-401E-4FD1-BD85-040950DC1534}" dt="2024-02-07T23:24:26.765" v="249"/>
          <ac:spMkLst>
            <pc:docMk/>
            <pc:sldMk cId="1939370276" sldId="2147468651"/>
            <ac:spMk id="53" creationId="{34D8FF89-855C-139A-164D-B7E2C791A8BF}"/>
          </ac:spMkLst>
        </pc:spChg>
        <pc:spChg chg="mod">
          <ac:chgData name="Okamura, Ryo" userId="18831572-7aab-4b12-89e3-a5e58af7a83e" providerId="ADAL" clId="{00786286-401E-4FD1-BD85-040950DC1534}" dt="2024-02-07T23:24:26.765" v="249"/>
          <ac:spMkLst>
            <pc:docMk/>
            <pc:sldMk cId="1939370276" sldId="2147468651"/>
            <ac:spMk id="54" creationId="{58F739E2-65D6-35C6-6DA4-538ED624EE80}"/>
          </ac:spMkLst>
        </pc:spChg>
        <pc:spChg chg="mod">
          <ac:chgData name="Okamura, Ryo" userId="18831572-7aab-4b12-89e3-a5e58af7a83e" providerId="ADAL" clId="{00786286-401E-4FD1-BD85-040950DC1534}" dt="2024-02-07T23:24:26.765" v="249"/>
          <ac:spMkLst>
            <pc:docMk/>
            <pc:sldMk cId="1939370276" sldId="2147468651"/>
            <ac:spMk id="55" creationId="{C85D9586-7115-8897-8202-13856C2ED2A8}"/>
          </ac:spMkLst>
        </pc:spChg>
        <pc:spChg chg="add mod">
          <ac:chgData name="Okamura, Ryo" userId="18831572-7aab-4b12-89e3-a5e58af7a83e" providerId="ADAL" clId="{00786286-401E-4FD1-BD85-040950DC1534}" dt="2024-02-07T23:24:26.765" v="249"/>
          <ac:spMkLst>
            <pc:docMk/>
            <pc:sldMk cId="1939370276" sldId="2147468651"/>
            <ac:spMk id="56" creationId="{46E989D0-C8A1-11A4-ACC9-9E8527B6A40D}"/>
          </ac:spMkLst>
        </pc:spChg>
        <pc:grpChg chg="add mod">
          <ac:chgData name="Okamura, Ryo" userId="18831572-7aab-4b12-89e3-a5e58af7a83e" providerId="ADAL" clId="{00786286-401E-4FD1-BD85-040950DC1534}" dt="2024-02-07T23:24:26.765" v="249"/>
          <ac:grpSpMkLst>
            <pc:docMk/>
            <pc:sldMk cId="1939370276" sldId="2147468651"/>
            <ac:grpSpMk id="2" creationId="{3591C612-7EA1-A864-071E-E4C87C5F2C39}"/>
          </ac:grpSpMkLst>
        </pc:grpChg>
        <pc:picChg chg="mod">
          <ac:chgData name="Okamura, Ryo" userId="18831572-7aab-4b12-89e3-a5e58af7a83e" providerId="ADAL" clId="{00786286-401E-4FD1-BD85-040950DC1534}" dt="2024-02-07T23:24:26.765" v="249"/>
          <ac:picMkLst>
            <pc:docMk/>
            <pc:sldMk cId="1939370276" sldId="2147468651"/>
            <ac:picMk id="3" creationId="{53B83778-40B9-E4D3-02F8-C32312543FF5}"/>
          </ac:picMkLst>
        </pc:picChg>
      </pc:sldChg>
      <pc:sldChg chg="addSp modSp add mod">
        <pc:chgData name="Okamura, Ryo" userId="18831572-7aab-4b12-89e3-a5e58af7a83e" providerId="ADAL" clId="{00786286-401E-4FD1-BD85-040950DC1534}" dt="2024-02-08T01:08:28.077" v="791" actId="313"/>
        <pc:sldMkLst>
          <pc:docMk/>
          <pc:sldMk cId="3657440233" sldId="2147468652"/>
        </pc:sldMkLst>
        <pc:spChg chg="mod">
          <ac:chgData name="Okamura, Ryo" userId="18831572-7aab-4b12-89e3-a5e58af7a83e" providerId="ADAL" clId="{00786286-401E-4FD1-BD85-040950DC1534}" dt="2024-02-07T23:25:18.739" v="258"/>
          <ac:spMkLst>
            <pc:docMk/>
            <pc:sldMk cId="3657440233" sldId="2147468652"/>
            <ac:spMk id="3" creationId="{CFC1837D-115F-FF0C-A64E-49CF916C63BC}"/>
          </ac:spMkLst>
        </pc:spChg>
        <pc:spChg chg="mod">
          <ac:chgData name="Okamura, Ryo" userId="18831572-7aab-4b12-89e3-a5e58af7a83e" providerId="ADAL" clId="{00786286-401E-4FD1-BD85-040950DC1534}" dt="2024-02-07T23:25:18.739" v="258"/>
          <ac:spMkLst>
            <pc:docMk/>
            <pc:sldMk cId="3657440233" sldId="2147468652"/>
            <ac:spMk id="4" creationId="{D937B502-41BE-68C0-80B4-B94E678AA249}"/>
          </ac:spMkLst>
        </pc:spChg>
        <pc:spChg chg="mod">
          <ac:chgData name="Okamura, Ryo" userId="18831572-7aab-4b12-89e3-a5e58af7a83e" providerId="ADAL" clId="{00786286-401E-4FD1-BD85-040950DC1534}" dt="2024-02-07T23:25:00.217" v="254"/>
          <ac:spMkLst>
            <pc:docMk/>
            <pc:sldMk cId="3657440233" sldId="2147468652"/>
            <ac:spMk id="7" creationId="{61BEE415-5D19-0E26-AAC7-D470E02EAEE4}"/>
          </ac:spMkLst>
        </pc:spChg>
        <pc:spChg chg="mod">
          <ac:chgData name="Okamura, Ryo" userId="18831572-7aab-4b12-89e3-a5e58af7a83e" providerId="ADAL" clId="{00786286-401E-4FD1-BD85-040950DC1534}" dt="2024-02-07T23:25:09.966" v="257" actId="20577"/>
          <ac:spMkLst>
            <pc:docMk/>
            <pc:sldMk cId="3657440233" sldId="2147468652"/>
            <ac:spMk id="8" creationId="{753ADA55-D29B-FA45-9A8B-4AE5E0B23236}"/>
          </ac:spMkLst>
        </pc:spChg>
        <pc:spChg chg="mod">
          <ac:chgData name="Okamura, Ryo" userId="18831572-7aab-4b12-89e3-a5e58af7a83e" providerId="ADAL" clId="{00786286-401E-4FD1-BD85-040950DC1534}" dt="2024-02-08T01:08:28.077" v="791" actId="313"/>
          <ac:spMkLst>
            <pc:docMk/>
            <pc:sldMk cId="3657440233" sldId="2147468652"/>
            <ac:spMk id="9" creationId="{8D5079BB-06F8-7E24-4567-3610EEC2F116}"/>
          </ac:spMkLst>
        </pc:spChg>
        <pc:spChg chg="mod">
          <ac:chgData name="Okamura, Ryo" userId="18831572-7aab-4b12-89e3-a5e58af7a83e" providerId="ADAL" clId="{00786286-401E-4FD1-BD85-040950DC1534}" dt="2024-02-07T23:25:18.739" v="258"/>
          <ac:spMkLst>
            <pc:docMk/>
            <pc:sldMk cId="3657440233" sldId="2147468652"/>
            <ac:spMk id="10" creationId="{D04874C5-B7C7-9DA3-3D58-D309DB01C2B3}"/>
          </ac:spMkLst>
        </pc:spChg>
        <pc:spChg chg="mod">
          <ac:chgData name="Okamura, Ryo" userId="18831572-7aab-4b12-89e3-a5e58af7a83e" providerId="ADAL" clId="{00786286-401E-4FD1-BD85-040950DC1534}" dt="2024-02-07T23:25:18.739" v="258"/>
          <ac:spMkLst>
            <pc:docMk/>
            <pc:sldMk cId="3657440233" sldId="2147468652"/>
            <ac:spMk id="11" creationId="{724B0904-650C-7CCF-8C12-40BDBFE66B98}"/>
          </ac:spMkLst>
        </pc:spChg>
        <pc:spChg chg="mod">
          <ac:chgData name="Okamura, Ryo" userId="18831572-7aab-4b12-89e3-a5e58af7a83e" providerId="ADAL" clId="{00786286-401E-4FD1-BD85-040950DC1534}" dt="2024-02-07T23:25:18.739" v="258"/>
          <ac:spMkLst>
            <pc:docMk/>
            <pc:sldMk cId="3657440233" sldId="2147468652"/>
            <ac:spMk id="12" creationId="{239B18B1-4ABB-388C-6434-09FCE5142510}"/>
          </ac:spMkLst>
        </pc:spChg>
        <pc:spChg chg="mod">
          <ac:chgData name="Okamura, Ryo" userId="18831572-7aab-4b12-89e3-a5e58af7a83e" providerId="ADAL" clId="{00786286-401E-4FD1-BD85-040950DC1534}" dt="2024-02-07T23:25:18.739" v="258"/>
          <ac:spMkLst>
            <pc:docMk/>
            <pc:sldMk cId="3657440233" sldId="2147468652"/>
            <ac:spMk id="13" creationId="{5DF276C2-57A8-D330-6FFF-2816505F7CB3}"/>
          </ac:spMkLst>
        </pc:spChg>
        <pc:spChg chg="mod">
          <ac:chgData name="Okamura, Ryo" userId="18831572-7aab-4b12-89e3-a5e58af7a83e" providerId="ADAL" clId="{00786286-401E-4FD1-BD85-040950DC1534}" dt="2024-02-07T23:25:18.739" v="258"/>
          <ac:spMkLst>
            <pc:docMk/>
            <pc:sldMk cId="3657440233" sldId="2147468652"/>
            <ac:spMk id="14" creationId="{D1DF26F3-8D7B-F6F6-4477-8F4CE5CE3772}"/>
          </ac:spMkLst>
        </pc:spChg>
        <pc:spChg chg="mod">
          <ac:chgData name="Okamura, Ryo" userId="18831572-7aab-4b12-89e3-a5e58af7a83e" providerId="ADAL" clId="{00786286-401E-4FD1-BD85-040950DC1534}" dt="2024-02-07T23:25:18.739" v="258"/>
          <ac:spMkLst>
            <pc:docMk/>
            <pc:sldMk cId="3657440233" sldId="2147468652"/>
            <ac:spMk id="15" creationId="{28537C9A-F03B-03F6-C3C8-200319AC7F8B}"/>
          </ac:spMkLst>
        </pc:spChg>
        <pc:spChg chg="mod">
          <ac:chgData name="Okamura, Ryo" userId="18831572-7aab-4b12-89e3-a5e58af7a83e" providerId="ADAL" clId="{00786286-401E-4FD1-BD85-040950DC1534}" dt="2024-02-07T23:25:18.739" v="258"/>
          <ac:spMkLst>
            <pc:docMk/>
            <pc:sldMk cId="3657440233" sldId="2147468652"/>
            <ac:spMk id="16" creationId="{6FD95EB6-47BD-4A08-FD57-04F1412AEEDD}"/>
          </ac:spMkLst>
        </pc:spChg>
        <pc:spChg chg="mod">
          <ac:chgData name="Okamura, Ryo" userId="18831572-7aab-4b12-89e3-a5e58af7a83e" providerId="ADAL" clId="{00786286-401E-4FD1-BD85-040950DC1534}" dt="2024-02-07T23:25:18.739" v="258"/>
          <ac:spMkLst>
            <pc:docMk/>
            <pc:sldMk cId="3657440233" sldId="2147468652"/>
            <ac:spMk id="17" creationId="{16DD2FAE-D016-5EF2-8ED0-07D95F9DD444}"/>
          </ac:spMkLst>
        </pc:spChg>
        <pc:spChg chg="mod">
          <ac:chgData name="Okamura, Ryo" userId="18831572-7aab-4b12-89e3-a5e58af7a83e" providerId="ADAL" clId="{00786286-401E-4FD1-BD85-040950DC1534}" dt="2024-02-07T23:25:18.739" v="258"/>
          <ac:spMkLst>
            <pc:docMk/>
            <pc:sldMk cId="3657440233" sldId="2147468652"/>
            <ac:spMk id="18" creationId="{DFC2DA0D-B228-B664-3D94-60CA3DCB6871}"/>
          </ac:spMkLst>
        </pc:spChg>
        <pc:spChg chg="mod">
          <ac:chgData name="Okamura, Ryo" userId="18831572-7aab-4b12-89e3-a5e58af7a83e" providerId="ADAL" clId="{00786286-401E-4FD1-BD85-040950DC1534}" dt="2024-02-07T23:25:18.739" v="258"/>
          <ac:spMkLst>
            <pc:docMk/>
            <pc:sldMk cId="3657440233" sldId="2147468652"/>
            <ac:spMk id="19" creationId="{334BED5E-059C-2FAF-CCD8-3017E24B6715}"/>
          </ac:spMkLst>
        </pc:spChg>
        <pc:spChg chg="mod">
          <ac:chgData name="Okamura, Ryo" userId="18831572-7aab-4b12-89e3-a5e58af7a83e" providerId="ADAL" clId="{00786286-401E-4FD1-BD85-040950DC1534}" dt="2024-02-07T23:25:18.739" v="258"/>
          <ac:spMkLst>
            <pc:docMk/>
            <pc:sldMk cId="3657440233" sldId="2147468652"/>
            <ac:spMk id="20" creationId="{71747D46-8BCC-8376-0BE6-206F9EB998DB}"/>
          </ac:spMkLst>
        </pc:spChg>
        <pc:spChg chg="mod">
          <ac:chgData name="Okamura, Ryo" userId="18831572-7aab-4b12-89e3-a5e58af7a83e" providerId="ADAL" clId="{00786286-401E-4FD1-BD85-040950DC1534}" dt="2024-02-07T23:25:18.739" v="258"/>
          <ac:spMkLst>
            <pc:docMk/>
            <pc:sldMk cId="3657440233" sldId="2147468652"/>
            <ac:spMk id="21" creationId="{C396C6F3-B81D-D5F0-BEBE-1CB62103710D}"/>
          </ac:spMkLst>
        </pc:spChg>
        <pc:spChg chg="mod">
          <ac:chgData name="Okamura, Ryo" userId="18831572-7aab-4b12-89e3-a5e58af7a83e" providerId="ADAL" clId="{00786286-401E-4FD1-BD85-040950DC1534}" dt="2024-02-07T23:25:18.739" v="258"/>
          <ac:spMkLst>
            <pc:docMk/>
            <pc:sldMk cId="3657440233" sldId="2147468652"/>
            <ac:spMk id="22" creationId="{EE40D504-865E-4504-8208-F1F700E049D2}"/>
          </ac:spMkLst>
        </pc:spChg>
        <pc:spChg chg="mod">
          <ac:chgData name="Okamura, Ryo" userId="18831572-7aab-4b12-89e3-a5e58af7a83e" providerId="ADAL" clId="{00786286-401E-4FD1-BD85-040950DC1534}" dt="2024-02-07T23:25:18.739" v="258"/>
          <ac:spMkLst>
            <pc:docMk/>
            <pc:sldMk cId="3657440233" sldId="2147468652"/>
            <ac:spMk id="23" creationId="{A47B7D82-291F-FC41-20FD-EC0DAEA071F7}"/>
          </ac:spMkLst>
        </pc:spChg>
        <pc:spChg chg="mod">
          <ac:chgData name="Okamura, Ryo" userId="18831572-7aab-4b12-89e3-a5e58af7a83e" providerId="ADAL" clId="{00786286-401E-4FD1-BD85-040950DC1534}" dt="2024-02-07T23:25:18.739" v="258"/>
          <ac:spMkLst>
            <pc:docMk/>
            <pc:sldMk cId="3657440233" sldId="2147468652"/>
            <ac:spMk id="24" creationId="{B25E3B55-3186-E7DC-E414-DA85B8FD2D86}"/>
          </ac:spMkLst>
        </pc:spChg>
        <pc:spChg chg="mod">
          <ac:chgData name="Okamura, Ryo" userId="18831572-7aab-4b12-89e3-a5e58af7a83e" providerId="ADAL" clId="{00786286-401E-4FD1-BD85-040950DC1534}" dt="2024-02-07T23:25:18.739" v="258"/>
          <ac:spMkLst>
            <pc:docMk/>
            <pc:sldMk cId="3657440233" sldId="2147468652"/>
            <ac:spMk id="25" creationId="{48FD0787-4F6E-B38E-F737-22D87DF8E16D}"/>
          </ac:spMkLst>
        </pc:spChg>
        <pc:spChg chg="mod">
          <ac:chgData name="Okamura, Ryo" userId="18831572-7aab-4b12-89e3-a5e58af7a83e" providerId="ADAL" clId="{00786286-401E-4FD1-BD85-040950DC1534}" dt="2024-02-07T23:25:18.739" v="258"/>
          <ac:spMkLst>
            <pc:docMk/>
            <pc:sldMk cId="3657440233" sldId="2147468652"/>
            <ac:spMk id="26" creationId="{40DF6306-2E06-23AB-B4C1-EF4951BB5B14}"/>
          </ac:spMkLst>
        </pc:spChg>
        <pc:spChg chg="mod">
          <ac:chgData name="Okamura, Ryo" userId="18831572-7aab-4b12-89e3-a5e58af7a83e" providerId="ADAL" clId="{00786286-401E-4FD1-BD85-040950DC1534}" dt="2024-02-07T23:25:18.739" v="258"/>
          <ac:spMkLst>
            <pc:docMk/>
            <pc:sldMk cId="3657440233" sldId="2147468652"/>
            <ac:spMk id="27" creationId="{02C5C68C-36B6-4830-F5C8-50509355C004}"/>
          </ac:spMkLst>
        </pc:spChg>
        <pc:spChg chg="mod">
          <ac:chgData name="Okamura, Ryo" userId="18831572-7aab-4b12-89e3-a5e58af7a83e" providerId="ADAL" clId="{00786286-401E-4FD1-BD85-040950DC1534}" dt="2024-02-07T23:25:18.739" v="258"/>
          <ac:spMkLst>
            <pc:docMk/>
            <pc:sldMk cId="3657440233" sldId="2147468652"/>
            <ac:spMk id="28" creationId="{85C7049D-A014-C947-A605-B00F0A42C100}"/>
          </ac:spMkLst>
        </pc:spChg>
        <pc:spChg chg="mod">
          <ac:chgData name="Okamura, Ryo" userId="18831572-7aab-4b12-89e3-a5e58af7a83e" providerId="ADAL" clId="{00786286-401E-4FD1-BD85-040950DC1534}" dt="2024-02-07T23:25:18.739" v="258"/>
          <ac:spMkLst>
            <pc:docMk/>
            <pc:sldMk cId="3657440233" sldId="2147468652"/>
            <ac:spMk id="29" creationId="{9179CB38-ABD5-7585-D5B7-16BE85FAEC90}"/>
          </ac:spMkLst>
        </pc:spChg>
        <pc:spChg chg="mod">
          <ac:chgData name="Okamura, Ryo" userId="18831572-7aab-4b12-89e3-a5e58af7a83e" providerId="ADAL" clId="{00786286-401E-4FD1-BD85-040950DC1534}" dt="2024-02-07T23:25:18.739" v="258"/>
          <ac:spMkLst>
            <pc:docMk/>
            <pc:sldMk cId="3657440233" sldId="2147468652"/>
            <ac:spMk id="30" creationId="{E174E7E9-8715-80C8-A925-4660F89A539A}"/>
          </ac:spMkLst>
        </pc:spChg>
        <pc:spChg chg="mod">
          <ac:chgData name="Okamura, Ryo" userId="18831572-7aab-4b12-89e3-a5e58af7a83e" providerId="ADAL" clId="{00786286-401E-4FD1-BD85-040950DC1534}" dt="2024-02-07T23:25:18.739" v="258"/>
          <ac:spMkLst>
            <pc:docMk/>
            <pc:sldMk cId="3657440233" sldId="2147468652"/>
            <ac:spMk id="31" creationId="{4023F264-00E5-33EC-774F-80B8A908F481}"/>
          </ac:spMkLst>
        </pc:spChg>
        <pc:spChg chg="mod">
          <ac:chgData name="Okamura, Ryo" userId="18831572-7aab-4b12-89e3-a5e58af7a83e" providerId="ADAL" clId="{00786286-401E-4FD1-BD85-040950DC1534}" dt="2024-02-07T23:25:18.739" v="258"/>
          <ac:spMkLst>
            <pc:docMk/>
            <pc:sldMk cId="3657440233" sldId="2147468652"/>
            <ac:spMk id="32" creationId="{E2BF9BE9-8556-16D0-1DA5-C159EDF56BA2}"/>
          </ac:spMkLst>
        </pc:spChg>
        <pc:spChg chg="mod">
          <ac:chgData name="Okamura, Ryo" userId="18831572-7aab-4b12-89e3-a5e58af7a83e" providerId="ADAL" clId="{00786286-401E-4FD1-BD85-040950DC1534}" dt="2024-02-07T23:25:18.739" v="258"/>
          <ac:spMkLst>
            <pc:docMk/>
            <pc:sldMk cId="3657440233" sldId="2147468652"/>
            <ac:spMk id="33" creationId="{0DB52EB7-C5E4-19F4-B2FA-3BA800A4CD13}"/>
          </ac:spMkLst>
        </pc:spChg>
        <pc:spChg chg="mod">
          <ac:chgData name="Okamura, Ryo" userId="18831572-7aab-4b12-89e3-a5e58af7a83e" providerId="ADAL" clId="{00786286-401E-4FD1-BD85-040950DC1534}" dt="2024-02-07T23:25:18.739" v="258"/>
          <ac:spMkLst>
            <pc:docMk/>
            <pc:sldMk cId="3657440233" sldId="2147468652"/>
            <ac:spMk id="34" creationId="{2307CAB2-9F07-44DB-6B50-4AC5AB457FC7}"/>
          </ac:spMkLst>
        </pc:spChg>
        <pc:spChg chg="mod">
          <ac:chgData name="Okamura, Ryo" userId="18831572-7aab-4b12-89e3-a5e58af7a83e" providerId="ADAL" clId="{00786286-401E-4FD1-BD85-040950DC1534}" dt="2024-02-07T23:25:18.739" v="258"/>
          <ac:spMkLst>
            <pc:docMk/>
            <pc:sldMk cId="3657440233" sldId="2147468652"/>
            <ac:spMk id="35" creationId="{5DB05F28-D6A7-AFFA-6C94-41639B79A780}"/>
          </ac:spMkLst>
        </pc:spChg>
        <pc:spChg chg="mod">
          <ac:chgData name="Okamura, Ryo" userId="18831572-7aab-4b12-89e3-a5e58af7a83e" providerId="ADAL" clId="{00786286-401E-4FD1-BD85-040950DC1534}" dt="2024-02-07T23:25:18.739" v="258"/>
          <ac:spMkLst>
            <pc:docMk/>
            <pc:sldMk cId="3657440233" sldId="2147468652"/>
            <ac:spMk id="36" creationId="{9164719A-4858-8566-6F4A-F7AB988E66BE}"/>
          </ac:spMkLst>
        </pc:spChg>
        <pc:spChg chg="add mod">
          <ac:chgData name="Okamura, Ryo" userId="18831572-7aab-4b12-89e3-a5e58af7a83e" providerId="ADAL" clId="{00786286-401E-4FD1-BD85-040950DC1534}" dt="2024-02-07T23:25:18.739" v="258"/>
          <ac:spMkLst>
            <pc:docMk/>
            <pc:sldMk cId="3657440233" sldId="2147468652"/>
            <ac:spMk id="37" creationId="{AEBA82E7-CB95-1DBF-AB12-4A89885A2498}"/>
          </ac:spMkLst>
        </pc:spChg>
        <pc:grpChg chg="add mod">
          <ac:chgData name="Okamura, Ryo" userId="18831572-7aab-4b12-89e3-a5e58af7a83e" providerId="ADAL" clId="{00786286-401E-4FD1-BD85-040950DC1534}" dt="2024-02-07T23:25:18.739" v="258"/>
          <ac:grpSpMkLst>
            <pc:docMk/>
            <pc:sldMk cId="3657440233" sldId="2147468652"/>
            <ac:grpSpMk id="2" creationId="{0DF4B40C-DD4D-60C4-B0B5-9071FAE4F772}"/>
          </ac:grpSpMkLst>
        </pc:grpChg>
      </pc:sldChg>
      <pc:sldChg chg="addSp modSp add mod">
        <pc:chgData name="Okamura, Ryo" userId="18831572-7aab-4b12-89e3-a5e58af7a83e" providerId="ADAL" clId="{00786286-401E-4FD1-BD85-040950DC1534}" dt="2024-02-09T06:50:35.701" v="1100" actId="20577"/>
        <pc:sldMkLst>
          <pc:docMk/>
          <pc:sldMk cId="3802774104" sldId="2147468653"/>
        </pc:sldMkLst>
        <pc:spChg chg="add mod">
          <ac:chgData name="Okamura, Ryo" userId="18831572-7aab-4b12-89e3-a5e58af7a83e" providerId="ADAL" clId="{00786286-401E-4FD1-BD85-040950DC1534}" dt="2024-02-07T23:25:35.940" v="259"/>
          <ac:spMkLst>
            <pc:docMk/>
            <pc:sldMk cId="3802774104" sldId="2147468653"/>
            <ac:spMk id="2" creationId="{D5C3BD77-2608-056A-CBC3-5A8779E07F3F}"/>
          </ac:spMkLst>
        </pc:spChg>
        <pc:spChg chg="add mod">
          <ac:chgData name="Okamura, Ryo" userId="18831572-7aab-4b12-89e3-a5e58af7a83e" providerId="ADAL" clId="{00786286-401E-4FD1-BD85-040950DC1534}" dt="2024-02-07T23:25:35.940" v="259"/>
          <ac:spMkLst>
            <pc:docMk/>
            <pc:sldMk cId="3802774104" sldId="2147468653"/>
            <ac:spMk id="4" creationId="{C46877D5-93FB-ABF7-6ABB-BAD3617190A8}"/>
          </ac:spMkLst>
        </pc:spChg>
        <pc:spChg chg="mod">
          <ac:chgData name="Okamura, Ryo" userId="18831572-7aab-4b12-89e3-a5e58af7a83e" providerId="ADAL" clId="{00786286-401E-4FD1-BD85-040950DC1534}" dt="2024-02-07T23:25:43.615" v="260"/>
          <ac:spMkLst>
            <pc:docMk/>
            <pc:sldMk cId="3802774104" sldId="2147468653"/>
            <ac:spMk id="7" creationId="{61BEE415-5D19-0E26-AAC7-D470E02EAEE4}"/>
          </ac:spMkLst>
        </pc:spChg>
        <pc:spChg chg="mod">
          <ac:chgData name="Okamura, Ryo" userId="18831572-7aab-4b12-89e3-a5e58af7a83e" providerId="ADAL" clId="{00786286-401E-4FD1-BD85-040950DC1534}" dt="2024-02-09T06:50:35.701" v="1100" actId="20577"/>
          <ac:spMkLst>
            <pc:docMk/>
            <pc:sldMk cId="3802774104" sldId="2147468653"/>
            <ac:spMk id="8" creationId="{753ADA55-D29B-FA45-9A8B-4AE5E0B23236}"/>
          </ac:spMkLst>
        </pc:spChg>
        <pc:spChg chg="mod">
          <ac:chgData name="Okamura, Ryo" userId="18831572-7aab-4b12-89e3-a5e58af7a83e" providerId="ADAL" clId="{00786286-401E-4FD1-BD85-040950DC1534}" dt="2024-02-08T01:08:28.774" v="792" actId="313"/>
          <ac:spMkLst>
            <pc:docMk/>
            <pc:sldMk cId="3802774104" sldId="2147468653"/>
            <ac:spMk id="9" creationId="{8D5079BB-06F8-7E24-4567-3610EEC2F116}"/>
          </ac:spMkLst>
        </pc:spChg>
        <pc:spChg chg="add mod">
          <ac:chgData name="Okamura, Ryo" userId="18831572-7aab-4b12-89e3-a5e58af7a83e" providerId="ADAL" clId="{00786286-401E-4FD1-BD85-040950DC1534}" dt="2024-02-07T23:25:35.940" v="259"/>
          <ac:spMkLst>
            <pc:docMk/>
            <pc:sldMk cId="3802774104" sldId="2147468653"/>
            <ac:spMk id="11" creationId="{233B84BF-ECF1-29D7-02CD-060ED54A2AE7}"/>
          </ac:spMkLst>
        </pc:spChg>
        <pc:spChg chg="add mod">
          <ac:chgData name="Okamura, Ryo" userId="18831572-7aab-4b12-89e3-a5e58af7a83e" providerId="ADAL" clId="{00786286-401E-4FD1-BD85-040950DC1534}" dt="2024-02-07T23:25:35.940" v="259"/>
          <ac:spMkLst>
            <pc:docMk/>
            <pc:sldMk cId="3802774104" sldId="2147468653"/>
            <ac:spMk id="12" creationId="{57F23B8D-467A-0522-7894-DCB909444582}"/>
          </ac:spMkLst>
        </pc:spChg>
        <pc:spChg chg="add mod">
          <ac:chgData name="Okamura, Ryo" userId="18831572-7aab-4b12-89e3-a5e58af7a83e" providerId="ADAL" clId="{00786286-401E-4FD1-BD85-040950DC1534}" dt="2024-02-07T23:25:35.940" v="259"/>
          <ac:spMkLst>
            <pc:docMk/>
            <pc:sldMk cId="3802774104" sldId="2147468653"/>
            <ac:spMk id="13" creationId="{5236C946-F0B6-BFB2-6697-CDBFF278A145}"/>
          </ac:spMkLst>
        </pc:spChg>
        <pc:spChg chg="add mod">
          <ac:chgData name="Okamura, Ryo" userId="18831572-7aab-4b12-89e3-a5e58af7a83e" providerId="ADAL" clId="{00786286-401E-4FD1-BD85-040950DC1534}" dt="2024-02-07T23:25:35.940" v="259"/>
          <ac:spMkLst>
            <pc:docMk/>
            <pc:sldMk cId="3802774104" sldId="2147468653"/>
            <ac:spMk id="14" creationId="{796E1B38-FA0F-03FE-A20B-976D87B2DA8F}"/>
          </ac:spMkLst>
        </pc:spChg>
        <pc:spChg chg="mod">
          <ac:chgData name="Okamura, Ryo" userId="18831572-7aab-4b12-89e3-a5e58af7a83e" providerId="ADAL" clId="{00786286-401E-4FD1-BD85-040950DC1534}" dt="2024-02-07T23:25:35.940" v="259"/>
          <ac:spMkLst>
            <pc:docMk/>
            <pc:sldMk cId="3802774104" sldId="2147468653"/>
            <ac:spMk id="16" creationId="{E148629F-CD0C-9931-833A-E8A537810F6F}"/>
          </ac:spMkLst>
        </pc:spChg>
        <pc:spChg chg="add mod">
          <ac:chgData name="Okamura, Ryo" userId="18831572-7aab-4b12-89e3-a5e58af7a83e" providerId="ADAL" clId="{00786286-401E-4FD1-BD85-040950DC1534}" dt="2024-02-07T23:25:35.940" v="259"/>
          <ac:spMkLst>
            <pc:docMk/>
            <pc:sldMk cId="3802774104" sldId="2147468653"/>
            <ac:spMk id="19" creationId="{18A55A78-348D-28F4-1914-A8DE1887DA7B}"/>
          </ac:spMkLst>
        </pc:spChg>
        <pc:grpChg chg="add mod">
          <ac:chgData name="Okamura, Ryo" userId="18831572-7aab-4b12-89e3-a5e58af7a83e" providerId="ADAL" clId="{00786286-401E-4FD1-BD85-040950DC1534}" dt="2024-02-07T23:25:35.940" v="259"/>
          <ac:grpSpMkLst>
            <pc:docMk/>
            <pc:sldMk cId="3802774104" sldId="2147468653"/>
            <ac:grpSpMk id="15" creationId="{873FACFB-09E2-2CEE-C73D-455314F34100}"/>
          </ac:grpSpMkLst>
        </pc:grpChg>
        <pc:picChg chg="add mod">
          <ac:chgData name="Okamura, Ryo" userId="18831572-7aab-4b12-89e3-a5e58af7a83e" providerId="ADAL" clId="{00786286-401E-4FD1-BD85-040950DC1534}" dt="2024-02-07T23:25:35.940" v="259"/>
          <ac:picMkLst>
            <pc:docMk/>
            <pc:sldMk cId="3802774104" sldId="2147468653"/>
            <ac:picMk id="3" creationId="{8EFECC02-942E-B5E2-B120-AACA99AF7EE3}"/>
          </ac:picMkLst>
        </pc:picChg>
        <pc:picChg chg="add mod">
          <ac:chgData name="Okamura, Ryo" userId="18831572-7aab-4b12-89e3-a5e58af7a83e" providerId="ADAL" clId="{00786286-401E-4FD1-BD85-040950DC1534}" dt="2024-02-07T23:25:35.940" v="259"/>
          <ac:picMkLst>
            <pc:docMk/>
            <pc:sldMk cId="3802774104" sldId="2147468653"/>
            <ac:picMk id="18" creationId="{A4A9535D-F24C-9A60-4974-4E539AC3C16A}"/>
          </ac:picMkLst>
        </pc:picChg>
        <pc:cxnChg chg="add mod">
          <ac:chgData name="Okamura, Ryo" userId="18831572-7aab-4b12-89e3-a5e58af7a83e" providerId="ADAL" clId="{00786286-401E-4FD1-BD85-040950DC1534}" dt="2024-02-07T23:25:35.940" v="259"/>
          <ac:cxnSpMkLst>
            <pc:docMk/>
            <pc:sldMk cId="3802774104" sldId="2147468653"/>
            <ac:cxnSpMk id="10" creationId="{B4BFBFAC-B590-D8F6-0EBE-0B010659CB89}"/>
          </ac:cxnSpMkLst>
        </pc:cxnChg>
        <pc:cxnChg chg="mod">
          <ac:chgData name="Okamura, Ryo" userId="18831572-7aab-4b12-89e3-a5e58af7a83e" providerId="ADAL" clId="{00786286-401E-4FD1-BD85-040950DC1534}" dt="2024-02-07T23:25:35.940" v="259"/>
          <ac:cxnSpMkLst>
            <pc:docMk/>
            <pc:sldMk cId="3802774104" sldId="2147468653"/>
            <ac:cxnSpMk id="17" creationId="{C0A3F239-102F-1BA3-A5D4-62297CD27A49}"/>
          </ac:cxnSpMkLst>
        </pc:cxnChg>
      </pc:sldChg>
      <pc:sldChg chg="modSp add mod">
        <pc:chgData name="Okamura, Ryo" userId="18831572-7aab-4b12-89e3-a5e58af7a83e" providerId="ADAL" clId="{00786286-401E-4FD1-BD85-040950DC1534}" dt="2024-02-09T06:53:27.604" v="1121"/>
        <pc:sldMkLst>
          <pc:docMk/>
          <pc:sldMk cId="2996908844" sldId="2147468654"/>
        </pc:sldMkLst>
        <pc:spChg chg="mod">
          <ac:chgData name="Okamura, Ryo" userId="18831572-7aab-4b12-89e3-a5e58af7a83e" providerId="ADAL" clId="{00786286-401E-4FD1-BD85-040950DC1534}" dt="2024-02-07T23:26:33.457" v="271" actId="1035"/>
          <ac:spMkLst>
            <pc:docMk/>
            <pc:sldMk cId="2996908844" sldId="2147468654"/>
            <ac:spMk id="7" creationId="{0BFD277C-A8BA-50F7-E548-8A80B3FAA80A}"/>
          </ac:spMkLst>
        </pc:spChg>
        <pc:spChg chg="mod">
          <ac:chgData name="Okamura, Ryo" userId="18831572-7aab-4b12-89e3-a5e58af7a83e" providerId="ADAL" clId="{00786286-401E-4FD1-BD85-040950DC1534}" dt="2024-02-09T06:53:27.604" v="1121"/>
          <ac:spMkLst>
            <pc:docMk/>
            <pc:sldMk cId="2996908844" sldId="2147468654"/>
            <ac:spMk id="9" creationId="{398BB613-BB56-B211-3C55-7FF51BC3AC60}"/>
          </ac:spMkLst>
        </pc:spChg>
      </pc:sldChg>
      <pc:sldChg chg="modSp add mod">
        <pc:chgData name="Okamura, Ryo" userId="18831572-7aab-4b12-89e3-a5e58af7a83e" providerId="ADAL" clId="{00786286-401E-4FD1-BD85-040950DC1534}" dt="2024-02-09T06:53:43.541" v="1123"/>
        <pc:sldMkLst>
          <pc:docMk/>
          <pc:sldMk cId="1434949714" sldId="2147468655"/>
        </pc:sldMkLst>
        <pc:spChg chg="mod">
          <ac:chgData name="Okamura, Ryo" userId="18831572-7aab-4b12-89e3-a5e58af7a83e" providerId="ADAL" clId="{00786286-401E-4FD1-BD85-040950DC1534}" dt="2024-02-07T23:28:22.376" v="288" actId="1036"/>
          <ac:spMkLst>
            <pc:docMk/>
            <pc:sldMk cId="1434949714" sldId="2147468655"/>
            <ac:spMk id="7" creationId="{0BFD277C-A8BA-50F7-E548-8A80B3FAA80A}"/>
          </ac:spMkLst>
        </pc:spChg>
        <pc:spChg chg="mod">
          <ac:chgData name="Okamura, Ryo" userId="18831572-7aab-4b12-89e3-a5e58af7a83e" providerId="ADAL" clId="{00786286-401E-4FD1-BD85-040950DC1534}" dt="2024-02-09T06:53:43.541" v="1123"/>
          <ac:spMkLst>
            <pc:docMk/>
            <pc:sldMk cId="1434949714" sldId="2147468655"/>
            <ac:spMk id="9" creationId="{398BB613-BB56-B211-3C55-7FF51BC3AC60}"/>
          </ac:spMkLst>
        </pc:spChg>
      </pc:sldChg>
      <pc:sldChg chg="modSp add mod">
        <pc:chgData name="Okamura, Ryo" userId="18831572-7aab-4b12-89e3-a5e58af7a83e" providerId="ADAL" clId="{00786286-401E-4FD1-BD85-040950DC1534}" dt="2024-02-09T06:53:34.012" v="1122"/>
        <pc:sldMkLst>
          <pc:docMk/>
          <pc:sldMk cId="683826975" sldId="2147468656"/>
        </pc:sldMkLst>
        <pc:spChg chg="mod">
          <ac:chgData name="Okamura, Ryo" userId="18831572-7aab-4b12-89e3-a5e58af7a83e" providerId="ADAL" clId="{00786286-401E-4FD1-BD85-040950DC1534}" dt="2024-02-07T23:27:44.563" v="281" actId="1076"/>
          <ac:spMkLst>
            <pc:docMk/>
            <pc:sldMk cId="683826975" sldId="2147468656"/>
            <ac:spMk id="7" creationId="{0BFD277C-A8BA-50F7-E548-8A80B3FAA80A}"/>
          </ac:spMkLst>
        </pc:spChg>
        <pc:spChg chg="mod">
          <ac:chgData name="Okamura, Ryo" userId="18831572-7aab-4b12-89e3-a5e58af7a83e" providerId="ADAL" clId="{00786286-401E-4FD1-BD85-040950DC1534}" dt="2024-02-09T06:53:34.012" v="1122"/>
          <ac:spMkLst>
            <pc:docMk/>
            <pc:sldMk cId="683826975" sldId="2147468656"/>
            <ac:spMk id="9" creationId="{398BB613-BB56-B211-3C55-7FF51BC3AC60}"/>
          </ac:spMkLst>
        </pc:spChg>
      </pc:sldChg>
      <pc:sldChg chg="modSp add mod">
        <pc:chgData name="Okamura, Ryo" userId="18831572-7aab-4b12-89e3-a5e58af7a83e" providerId="ADAL" clId="{00786286-401E-4FD1-BD85-040950DC1534}" dt="2024-02-09T06:42:14.021" v="1027" actId="1076"/>
        <pc:sldMkLst>
          <pc:docMk/>
          <pc:sldMk cId="1048032879" sldId="2147468657"/>
        </pc:sldMkLst>
        <pc:spChg chg="mod">
          <ac:chgData name="Okamura, Ryo" userId="18831572-7aab-4b12-89e3-a5e58af7a83e" providerId="ADAL" clId="{00786286-401E-4FD1-BD85-040950DC1534}" dt="2024-02-09T06:36:24.863" v="968" actId="20577"/>
          <ac:spMkLst>
            <pc:docMk/>
            <pc:sldMk cId="1048032879" sldId="2147468657"/>
            <ac:spMk id="12" creationId="{7E2C29F5-EB48-3AE5-C602-1D96DF9AF269}"/>
          </ac:spMkLst>
        </pc:spChg>
        <pc:spChg chg="mod">
          <ac:chgData name="Okamura, Ryo" userId="18831572-7aab-4b12-89e3-a5e58af7a83e" providerId="ADAL" clId="{00786286-401E-4FD1-BD85-040950DC1534}" dt="2024-02-09T06:42:14.021" v="1027" actId="1076"/>
          <ac:spMkLst>
            <pc:docMk/>
            <pc:sldMk cId="1048032879" sldId="2147468657"/>
            <ac:spMk id="13" creationId="{69BF46B3-BD2C-626F-99BA-C7A327CA0796}"/>
          </ac:spMkLst>
        </pc:spChg>
      </pc:sldChg>
      <pc:sldChg chg="addSp delSp modSp add mod ord">
        <pc:chgData name="Okamura, Ryo" userId="18831572-7aab-4b12-89e3-a5e58af7a83e" providerId="ADAL" clId="{00786286-401E-4FD1-BD85-040950DC1534}" dt="2024-02-08T00:39:42.086" v="782" actId="20577"/>
        <pc:sldMkLst>
          <pc:docMk/>
          <pc:sldMk cId="654065149" sldId="2147468658"/>
        </pc:sldMkLst>
        <pc:spChg chg="del">
          <ac:chgData name="Okamura, Ryo" userId="18831572-7aab-4b12-89e3-a5e58af7a83e" providerId="ADAL" clId="{00786286-401E-4FD1-BD85-040950DC1534}" dt="2024-02-07T23:45:19.166" v="566" actId="478"/>
          <ac:spMkLst>
            <pc:docMk/>
            <pc:sldMk cId="654065149" sldId="2147468658"/>
            <ac:spMk id="2" creationId="{28980B1B-9E8F-0CB3-3DF8-C9F848F66DAD}"/>
          </ac:spMkLst>
        </pc:spChg>
        <pc:spChg chg="del">
          <ac:chgData name="Okamura, Ryo" userId="18831572-7aab-4b12-89e3-a5e58af7a83e" providerId="ADAL" clId="{00786286-401E-4FD1-BD85-040950DC1534}" dt="2024-02-07T23:45:19.166" v="566" actId="478"/>
          <ac:spMkLst>
            <pc:docMk/>
            <pc:sldMk cId="654065149" sldId="2147468658"/>
            <ac:spMk id="8" creationId="{03E32179-D6D5-E275-5B6B-DA8BA9F54866}"/>
          </ac:spMkLst>
        </pc:spChg>
        <pc:spChg chg="del">
          <ac:chgData name="Okamura, Ryo" userId="18831572-7aab-4b12-89e3-a5e58af7a83e" providerId="ADAL" clId="{00786286-401E-4FD1-BD85-040950DC1534}" dt="2024-02-07T23:45:19.166" v="566" actId="478"/>
          <ac:spMkLst>
            <pc:docMk/>
            <pc:sldMk cId="654065149" sldId="2147468658"/>
            <ac:spMk id="9" creationId="{B996407A-188C-45FE-5B1D-7227CE5D32D3}"/>
          </ac:spMkLst>
        </pc:spChg>
        <pc:spChg chg="del">
          <ac:chgData name="Okamura, Ryo" userId="18831572-7aab-4b12-89e3-a5e58af7a83e" providerId="ADAL" clId="{00786286-401E-4FD1-BD85-040950DC1534}" dt="2024-02-07T23:45:19.166" v="566" actId="478"/>
          <ac:spMkLst>
            <pc:docMk/>
            <pc:sldMk cId="654065149" sldId="2147468658"/>
            <ac:spMk id="10" creationId="{4647BB1E-F3C7-DF13-9E15-D9C5FE0435B4}"/>
          </ac:spMkLst>
        </pc:spChg>
        <pc:spChg chg="mod">
          <ac:chgData name="Okamura, Ryo" userId="18831572-7aab-4b12-89e3-a5e58af7a83e" providerId="ADAL" clId="{00786286-401E-4FD1-BD85-040950DC1534}" dt="2024-02-07T23:46:16.485" v="637" actId="6549"/>
          <ac:spMkLst>
            <pc:docMk/>
            <pc:sldMk cId="654065149" sldId="2147468658"/>
            <ac:spMk id="11" creationId="{7A7FE423-6651-4918-33F3-AC76D615E946}"/>
          </ac:spMkLst>
        </pc:spChg>
        <pc:spChg chg="del mod">
          <ac:chgData name="Okamura, Ryo" userId="18831572-7aab-4b12-89e3-a5e58af7a83e" providerId="ADAL" clId="{00786286-401E-4FD1-BD85-040950DC1534}" dt="2024-02-07T23:46:19.912" v="638" actId="478"/>
          <ac:spMkLst>
            <pc:docMk/>
            <pc:sldMk cId="654065149" sldId="2147468658"/>
            <ac:spMk id="12" creationId="{7E2C29F5-EB48-3AE5-C602-1D96DF9AF269}"/>
          </ac:spMkLst>
        </pc:spChg>
        <pc:spChg chg="mod">
          <ac:chgData name="Okamura, Ryo" userId="18831572-7aab-4b12-89e3-a5e58af7a83e" providerId="ADAL" clId="{00786286-401E-4FD1-BD85-040950DC1534}" dt="2024-02-08T00:39:42.086" v="782" actId="20577"/>
          <ac:spMkLst>
            <pc:docMk/>
            <pc:sldMk cId="654065149" sldId="2147468658"/>
            <ac:spMk id="13" creationId="{69BF46B3-BD2C-626F-99BA-C7A327CA0796}"/>
          </ac:spMkLst>
        </pc:spChg>
        <pc:spChg chg="del">
          <ac:chgData name="Okamura, Ryo" userId="18831572-7aab-4b12-89e3-a5e58af7a83e" providerId="ADAL" clId="{00786286-401E-4FD1-BD85-040950DC1534}" dt="2024-02-07T23:45:19.166" v="566" actId="478"/>
          <ac:spMkLst>
            <pc:docMk/>
            <pc:sldMk cId="654065149" sldId="2147468658"/>
            <ac:spMk id="15" creationId="{EE994CE2-3045-97F8-B3C6-903EDD3ED7E6}"/>
          </ac:spMkLst>
        </pc:spChg>
        <pc:spChg chg="del">
          <ac:chgData name="Okamura, Ryo" userId="18831572-7aab-4b12-89e3-a5e58af7a83e" providerId="ADAL" clId="{00786286-401E-4FD1-BD85-040950DC1534}" dt="2024-02-07T23:45:19.166" v="566" actId="478"/>
          <ac:spMkLst>
            <pc:docMk/>
            <pc:sldMk cId="654065149" sldId="2147468658"/>
            <ac:spMk id="16" creationId="{99C6E0AF-F6A3-0F1F-1417-6A2B77FBD971}"/>
          </ac:spMkLst>
        </pc:spChg>
        <pc:spChg chg="del">
          <ac:chgData name="Okamura, Ryo" userId="18831572-7aab-4b12-89e3-a5e58af7a83e" providerId="ADAL" clId="{00786286-401E-4FD1-BD85-040950DC1534}" dt="2024-02-07T23:45:19.166" v="566" actId="478"/>
          <ac:spMkLst>
            <pc:docMk/>
            <pc:sldMk cId="654065149" sldId="2147468658"/>
            <ac:spMk id="17" creationId="{4756CFC6-82FC-6289-E865-B8788C8D7546}"/>
          </ac:spMkLst>
        </pc:spChg>
        <pc:spChg chg="del">
          <ac:chgData name="Okamura, Ryo" userId="18831572-7aab-4b12-89e3-a5e58af7a83e" providerId="ADAL" clId="{00786286-401E-4FD1-BD85-040950DC1534}" dt="2024-02-07T23:45:19.166" v="566" actId="478"/>
          <ac:spMkLst>
            <pc:docMk/>
            <pc:sldMk cId="654065149" sldId="2147468658"/>
            <ac:spMk id="18" creationId="{2E89C616-08CC-8C67-A618-42DE0DE3C036}"/>
          </ac:spMkLst>
        </pc:spChg>
        <pc:spChg chg="del">
          <ac:chgData name="Okamura, Ryo" userId="18831572-7aab-4b12-89e3-a5e58af7a83e" providerId="ADAL" clId="{00786286-401E-4FD1-BD85-040950DC1534}" dt="2024-02-07T23:45:19.166" v="566" actId="478"/>
          <ac:spMkLst>
            <pc:docMk/>
            <pc:sldMk cId="654065149" sldId="2147468658"/>
            <ac:spMk id="19" creationId="{855A6689-D75E-018A-CF66-786B88300D2F}"/>
          </ac:spMkLst>
        </pc:spChg>
        <pc:spChg chg="del">
          <ac:chgData name="Okamura, Ryo" userId="18831572-7aab-4b12-89e3-a5e58af7a83e" providerId="ADAL" clId="{00786286-401E-4FD1-BD85-040950DC1534}" dt="2024-02-07T23:45:19.166" v="566" actId="478"/>
          <ac:spMkLst>
            <pc:docMk/>
            <pc:sldMk cId="654065149" sldId="2147468658"/>
            <ac:spMk id="20" creationId="{6FC7C405-61AB-D8E0-93BC-9402ABF6DBAB}"/>
          </ac:spMkLst>
        </pc:spChg>
        <pc:spChg chg="del">
          <ac:chgData name="Okamura, Ryo" userId="18831572-7aab-4b12-89e3-a5e58af7a83e" providerId="ADAL" clId="{00786286-401E-4FD1-BD85-040950DC1534}" dt="2024-02-07T23:45:19.166" v="566" actId="478"/>
          <ac:spMkLst>
            <pc:docMk/>
            <pc:sldMk cId="654065149" sldId="2147468658"/>
            <ac:spMk id="21" creationId="{6CC5DD1B-B853-F5C0-FF42-A4C974B51D45}"/>
          </ac:spMkLst>
        </pc:spChg>
        <pc:spChg chg="del">
          <ac:chgData name="Okamura, Ryo" userId="18831572-7aab-4b12-89e3-a5e58af7a83e" providerId="ADAL" clId="{00786286-401E-4FD1-BD85-040950DC1534}" dt="2024-02-07T23:45:19.166" v="566" actId="478"/>
          <ac:spMkLst>
            <pc:docMk/>
            <pc:sldMk cId="654065149" sldId="2147468658"/>
            <ac:spMk id="98" creationId="{2D642898-1278-6BB3-334F-5422BCFA3706}"/>
          </ac:spMkLst>
        </pc:spChg>
        <pc:spChg chg="del">
          <ac:chgData name="Okamura, Ryo" userId="18831572-7aab-4b12-89e3-a5e58af7a83e" providerId="ADAL" clId="{00786286-401E-4FD1-BD85-040950DC1534}" dt="2024-02-07T23:45:19.166" v="566" actId="478"/>
          <ac:spMkLst>
            <pc:docMk/>
            <pc:sldMk cId="654065149" sldId="2147468658"/>
            <ac:spMk id="101" creationId="{59C82BFB-F0E3-0723-E2AC-5032E2BD0BB5}"/>
          </ac:spMkLst>
        </pc:spChg>
        <pc:spChg chg="del">
          <ac:chgData name="Okamura, Ryo" userId="18831572-7aab-4b12-89e3-a5e58af7a83e" providerId="ADAL" clId="{00786286-401E-4FD1-BD85-040950DC1534}" dt="2024-02-07T23:45:19.166" v="566" actId="478"/>
          <ac:spMkLst>
            <pc:docMk/>
            <pc:sldMk cId="654065149" sldId="2147468658"/>
            <ac:spMk id="102" creationId="{DF15EAAF-5EF8-D07E-8C11-C856890F73EA}"/>
          </ac:spMkLst>
        </pc:spChg>
        <pc:spChg chg="del">
          <ac:chgData name="Okamura, Ryo" userId="18831572-7aab-4b12-89e3-a5e58af7a83e" providerId="ADAL" clId="{00786286-401E-4FD1-BD85-040950DC1534}" dt="2024-02-07T23:45:19.166" v="566" actId="478"/>
          <ac:spMkLst>
            <pc:docMk/>
            <pc:sldMk cId="654065149" sldId="2147468658"/>
            <ac:spMk id="103" creationId="{4009074D-91D1-5C0F-28D3-74C58BDC5BEC}"/>
          </ac:spMkLst>
        </pc:spChg>
        <pc:spChg chg="add mod">
          <ac:chgData name="Okamura, Ryo" userId="18831572-7aab-4b12-89e3-a5e58af7a83e" providerId="ADAL" clId="{00786286-401E-4FD1-BD85-040950DC1534}" dt="2024-02-07T23:46:37.008" v="663" actId="1035"/>
          <ac:spMkLst>
            <pc:docMk/>
            <pc:sldMk cId="654065149" sldId="2147468658"/>
            <ac:spMk id="135" creationId="{768D3875-4E3A-1597-559E-781FBA6B0AB8}"/>
          </ac:spMkLst>
        </pc:spChg>
        <pc:spChg chg="add del mod">
          <ac:chgData name="Okamura, Ryo" userId="18831572-7aab-4b12-89e3-a5e58af7a83e" providerId="ADAL" clId="{00786286-401E-4FD1-BD85-040950DC1534}" dt="2024-02-07T23:46:21.955" v="639" actId="478"/>
          <ac:spMkLst>
            <pc:docMk/>
            <pc:sldMk cId="654065149" sldId="2147468658"/>
            <ac:spMk id="137" creationId="{FF0F8103-AE25-FD6F-0142-DEB8363B75A7}"/>
          </ac:spMkLst>
        </pc:spChg>
        <pc:grpChg chg="del">
          <ac:chgData name="Okamura, Ryo" userId="18831572-7aab-4b12-89e3-a5e58af7a83e" providerId="ADAL" clId="{00786286-401E-4FD1-BD85-040950DC1534}" dt="2024-02-07T23:45:19.166" v="566" actId="478"/>
          <ac:grpSpMkLst>
            <pc:docMk/>
            <pc:sldMk cId="654065149" sldId="2147468658"/>
            <ac:grpSpMk id="22" creationId="{92DCCC59-8FF5-5ADE-FAEF-A08DE90B2030}"/>
          </ac:grpSpMkLst>
        </pc:grpChg>
        <pc:grpChg chg="del">
          <ac:chgData name="Okamura, Ryo" userId="18831572-7aab-4b12-89e3-a5e58af7a83e" providerId="ADAL" clId="{00786286-401E-4FD1-BD85-040950DC1534}" dt="2024-02-07T23:45:19.166" v="566" actId="478"/>
          <ac:grpSpMkLst>
            <pc:docMk/>
            <pc:sldMk cId="654065149" sldId="2147468658"/>
            <ac:grpSpMk id="40" creationId="{F3765E75-6C01-5DE7-DF58-B3CAA1584C15}"/>
          </ac:grpSpMkLst>
        </pc:grpChg>
        <pc:grpChg chg="del">
          <ac:chgData name="Okamura, Ryo" userId="18831572-7aab-4b12-89e3-a5e58af7a83e" providerId="ADAL" clId="{00786286-401E-4FD1-BD85-040950DC1534}" dt="2024-02-07T23:45:19.166" v="566" actId="478"/>
          <ac:grpSpMkLst>
            <pc:docMk/>
            <pc:sldMk cId="654065149" sldId="2147468658"/>
            <ac:grpSpMk id="53" creationId="{7C8ED706-9E22-5341-01E7-1B4683927BB4}"/>
          </ac:grpSpMkLst>
        </pc:grpChg>
        <pc:grpChg chg="del">
          <ac:chgData name="Okamura, Ryo" userId="18831572-7aab-4b12-89e3-a5e58af7a83e" providerId="ADAL" clId="{00786286-401E-4FD1-BD85-040950DC1534}" dt="2024-02-07T23:45:19.166" v="566" actId="478"/>
          <ac:grpSpMkLst>
            <pc:docMk/>
            <pc:sldMk cId="654065149" sldId="2147468658"/>
            <ac:grpSpMk id="75" creationId="{F64483E1-2E3D-51D3-9B51-18C561A0439F}"/>
          </ac:grpSpMkLst>
        </pc:grpChg>
        <pc:grpChg chg="del">
          <ac:chgData name="Okamura, Ryo" userId="18831572-7aab-4b12-89e3-a5e58af7a83e" providerId="ADAL" clId="{00786286-401E-4FD1-BD85-040950DC1534}" dt="2024-02-07T23:45:19.166" v="566" actId="478"/>
          <ac:grpSpMkLst>
            <pc:docMk/>
            <pc:sldMk cId="654065149" sldId="2147468658"/>
            <ac:grpSpMk id="88" creationId="{731C9CFB-F72B-FBB4-EFE0-FC8D0AFA62A8}"/>
          </ac:grpSpMkLst>
        </pc:grpChg>
        <pc:picChg chg="add mod">
          <ac:chgData name="Okamura, Ryo" userId="18831572-7aab-4b12-89e3-a5e58af7a83e" providerId="ADAL" clId="{00786286-401E-4FD1-BD85-040950DC1534}" dt="2024-02-07T23:46:37.008" v="663" actId="1035"/>
          <ac:picMkLst>
            <pc:docMk/>
            <pc:sldMk cId="654065149" sldId="2147468658"/>
            <ac:picMk id="14" creationId="{5E186391-5989-C5DE-3D32-C616DEF0D2E6}"/>
          </ac:picMkLst>
        </pc:picChg>
        <pc:picChg chg="add mod">
          <ac:chgData name="Okamura, Ryo" userId="18831572-7aab-4b12-89e3-a5e58af7a83e" providerId="ADAL" clId="{00786286-401E-4FD1-BD85-040950DC1534}" dt="2024-02-07T23:46:37.008" v="663" actId="1035"/>
          <ac:picMkLst>
            <pc:docMk/>
            <pc:sldMk cId="654065149" sldId="2147468658"/>
            <ac:picMk id="104" creationId="{BDF06018-4F26-D5CE-AFE4-37A32B3D1F29}"/>
          </ac:picMkLst>
        </pc:picChg>
        <pc:picChg chg="add mod">
          <ac:chgData name="Okamura, Ryo" userId="18831572-7aab-4b12-89e3-a5e58af7a83e" providerId="ADAL" clId="{00786286-401E-4FD1-BD85-040950DC1534}" dt="2024-02-07T23:46:37.008" v="663" actId="1035"/>
          <ac:picMkLst>
            <pc:docMk/>
            <pc:sldMk cId="654065149" sldId="2147468658"/>
            <ac:picMk id="105" creationId="{39C4ADDF-D204-4229-02B7-C522A82D3517}"/>
          </ac:picMkLst>
        </pc:picChg>
        <pc:picChg chg="add mod">
          <ac:chgData name="Okamura, Ryo" userId="18831572-7aab-4b12-89e3-a5e58af7a83e" providerId="ADAL" clId="{00786286-401E-4FD1-BD85-040950DC1534}" dt="2024-02-07T23:46:37.008" v="663" actId="1035"/>
          <ac:picMkLst>
            <pc:docMk/>
            <pc:sldMk cId="654065149" sldId="2147468658"/>
            <ac:picMk id="106" creationId="{6FA779F0-E7A8-3175-5A25-394C3F4EF52E}"/>
          </ac:picMkLst>
        </pc:picChg>
        <pc:picChg chg="add mod">
          <ac:chgData name="Okamura, Ryo" userId="18831572-7aab-4b12-89e3-a5e58af7a83e" providerId="ADAL" clId="{00786286-401E-4FD1-BD85-040950DC1534}" dt="2024-02-07T23:46:37.008" v="663" actId="1035"/>
          <ac:picMkLst>
            <pc:docMk/>
            <pc:sldMk cId="654065149" sldId="2147468658"/>
            <ac:picMk id="107" creationId="{64B421CC-99F8-6674-6861-D88FCA527127}"/>
          </ac:picMkLst>
        </pc:picChg>
        <pc:picChg chg="add mod">
          <ac:chgData name="Okamura, Ryo" userId="18831572-7aab-4b12-89e3-a5e58af7a83e" providerId="ADAL" clId="{00786286-401E-4FD1-BD85-040950DC1534}" dt="2024-02-07T23:46:37.008" v="663" actId="1035"/>
          <ac:picMkLst>
            <pc:docMk/>
            <pc:sldMk cId="654065149" sldId="2147468658"/>
            <ac:picMk id="108" creationId="{FFD129DA-FB61-7150-4321-D7A49C938101}"/>
          </ac:picMkLst>
        </pc:picChg>
        <pc:picChg chg="add mod">
          <ac:chgData name="Okamura, Ryo" userId="18831572-7aab-4b12-89e3-a5e58af7a83e" providerId="ADAL" clId="{00786286-401E-4FD1-BD85-040950DC1534}" dt="2024-02-07T23:46:37.008" v="663" actId="1035"/>
          <ac:picMkLst>
            <pc:docMk/>
            <pc:sldMk cId="654065149" sldId="2147468658"/>
            <ac:picMk id="109" creationId="{FE4DCDFF-0EA5-A5BF-C006-F5F3135BCF3E}"/>
          </ac:picMkLst>
        </pc:picChg>
        <pc:picChg chg="add mod">
          <ac:chgData name="Okamura, Ryo" userId="18831572-7aab-4b12-89e3-a5e58af7a83e" providerId="ADAL" clId="{00786286-401E-4FD1-BD85-040950DC1534}" dt="2024-02-07T23:46:37.008" v="663" actId="1035"/>
          <ac:picMkLst>
            <pc:docMk/>
            <pc:sldMk cId="654065149" sldId="2147468658"/>
            <ac:picMk id="110" creationId="{DEFDC8A1-478A-D40E-3A6B-E498C363B533}"/>
          </ac:picMkLst>
        </pc:picChg>
        <pc:picChg chg="add mod">
          <ac:chgData name="Okamura, Ryo" userId="18831572-7aab-4b12-89e3-a5e58af7a83e" providerId="ADAL" clId="{00786286-401E-4FD1-BD85-040950DC1534}" dt="2024-02-07T23:46:37.008" v="663" actId="1035"/>
          <ac:picMkLst>
            <pc:docMk/>
            <pc:sldMk cId="654065149" sldId="2147468658"/>
            <ac:picMk id="111" creationId="{34D57C2B-7403-4590-32E1-6A41D5ACB302}"/>
          </ac:picMkLst>
        </pc:picChg>
        <pc:picChg chg="add mod">
          <ac:chgData name="Okamura, Ryo" userId="18831572-7aab-4b12-89e3-a5e58af7a83e" providerId="ADAL" clId="{00786286-401E-4FD1-BD85-040950DC1534}" dt="2024-02-07T23:46:37.008" v="663" actId="1035"/>
          <ac:picMkLst>
            <pc:docMk/>
            <pc:sldMk cId="654065149" sldId="2147468658"/>
            <ac:picMk id="112" creationId="{689C643A-3602-2407-8C24-39671B7F0B13}"/>
          </ac:picMkLst>
        </pc:picChg>
        <pc:picChg chg="add mod">
          <ac:chgData name="Okamura, Ryo" userId="18831572-7aab-4b12-89e3-a5e58af7a83e" providerId="ADAL" clId="{00786286-401E-4FD1-BD85-040950DC1534}" dt="2024-02-07T23:46:37.008" v="663" actId="1035"/>
          <ac:picMkLst>
            <pc:docMk/>
            <pc:sldMk cId="654065149" sldId="2147468658"/>
            <ac:picMk id="113" creationId="{095EBF5F-281A-635B-92D6-1D2EBAAF8D52}"/>
          </ac:picMkLst>
        </pc:picChg>
        <pc:picChg chg="add mod">
          <ac:chgData name="Okamura, Ryo" userId="18831572-7aab-4b12-89e3-a5e58af7a83e" providerId="ADAL" clId="{00786286-401E-4FD1-BD85-040950DC1534}" dt="2024-02-07T23:46:37.008" v="663" actId="1035"/>
          <ac:picMkLst>
            <pc:docMk/>
            <pc:sldMk cId="654065149" sldId="2147468658"/>
            <ac:picMk id="114" creationId="{32E06D9F-33E2-E8F8-98F6-4F1345F6B025}"/>
          </ac:picMkLst>
        </pc:picChg>
        <pc:picChg chg="add mod">
          <ac:chgData name="Okamura, Ryo" userId="18831572-7aab-4b12-89e3-a5e58af7a83e" providerId="ADAL" clId="{00786286-401E-4FD1-BD85-040950DC1534}" dt="2024-02-07T23:46:37.008" v="663" actId="1035"/>
          <ac:picMkLst>
            <pc:docMk/>
            <pc:sldMk cId="654065149" sldId="2147468658"/>
            <ac:picMk id="115" creationId="{5DF776DF-5368-065D-2DF2-FABD35C6C20A}"/>
          </ac:picMkLst>
        </pc:picChg>
        <pc:picChg chg="add mod">
          <ac:chgData name="Okamura, Ryo" userId="18831572-7aab-4b12-89e3-a5e58af7a83e" providerId="ADAL" clId="{00786286-401E-4FD1-BD85-040950DC1534}" dt="2024-02-07T23:46:37.008" v="663" actId="1035"/>
          <ac:picMkLst>
            <pc:docMk/>
            <pc:sldMk cId="654065149" sldId="2147468658"/>
            <ac:picMk id="116" creationId="{268B1D02-AFE8-6EB1-7598-ED77A12D932E}"/>
          </ac:picMkLst>
        </pc:picChg>
        <pc:picChg chg="add mod">
          <ac:chgData name="Okamura, Ryo" userId="18831572-7aab-4b12-89e3-a5e58af7a83e" providerId="ADAL" clId="{00786286-401E-4FD1-BD85-040950DC1534}" dt="2024-02-07T23:46:37.008" v="663" actId="1035"/>
          <ac:picMkLst>
            <pc:docMk/>
            <pc:sldMk cId="654065149" sldId="2147468658"/>
            <ac:picMk id="117" creationId="{43E21116-0313-FABE-3820-1A03350EB35C}"/>
          </ac:picMkLst>
        </pc:picChg>
        <pc:picChg chg="add mod">
          <ac:chgData name="Okamura, Ryo" userId="18831572-7aab-4b12-89e3-a5e58af7a83e" providerId="ADAL" clId="{00786286-401E-4FD1-BD85-040950DC1534}" dt="2024-02-07T23:46:37.008" v="663" actId="1035"/>
          <ac:picMkLst>
            <pc:docMk/>
            <pc:sldMk cId="654065149" sldId="2147468658"/>
            <ac:picMk id="118" creationId="{28BFEB12-5ACA-594B-B0CE-95C835EB85AD}"/>
          </ac:picMkLst>
        </pc:picChg>
        <pc:picChg chg="add mod">
          <ac:chgData name="Okamura, Ryo" userId="18831572-7aab-4b12-89e3-a5e58af7a83e" providerId="ADAL" clId="{00786286-401E-4FD1-BD85-040950DC1534}" dt="2024-02-07T23:46:37.008" v="663" actId="1035"/>
          <ac:picMkLst>
            <pc:docMk/>
            <pc:sldMk cId="654065149" sldId="2147468658"/>
            <ac:picMk id="119" creationId="{33B189EC-F0E6-94CC-95D4-E89A141EA2A2}"/>
          </ac:picMkLst>
        </pc:picChg>
        <pc:picChg chg="add mod">
          <ac:chgData name="Okamura, Ryo" userId="18831572-7aab-4b12-89e3-a5e58af7a83e" providerId="ADAL" clId="{00786286-401E-4FD1-BD85-040950DC1534}" dt="2024-02-07T23:46:37.008" v="663" actId="1035"/>
          <ac:picMkLst>
            <pc:docMk/>
            <pc:sldMk cId="654065149" sldId="2147468658"/>
            <ac:picMk id="120" creationId="{B12E4811-72EF-6521-E25F-DEA6C25E5BE1}"/>
          </ac:picMkLst>
        </pc:picChg>
        <pc:picChg chg="add mod">
          <ac:chgData name="Okamura, Ryo" userId="18831572-7aab-4b12-89e3-a5e58af7a83e" providerId="ADAL" clId="{00786286-401E-4FD1-BD85-040950DC1534}" dt="2024-02-07T23:46:37.008" v="663" actId="1035"/>
          <ac:picMkLst>
            <pc:docMk/>
            <pc:sldMk cId="654065149" sldId="2147468658"/>
            <ac:picMk id="121" creationId="{936F6B38-24D9-C5ED-BDBB-8F9E4774C9D9}"/>
          </ac:picMkLst>
        </pc:picChg>
        <pc:picChg chg="add mod">
          <ac:chgData name="Okamura, Ryo" userId="18831572-7aab-4b12-89e3-a5e58af7a83e" providerId="ADAL" clId="{00786286-401E-4FD1-BD85-040950DC1534}" dt="2024-02-07T23:46:37.008" v="663" actId="1035"/>
          <ac:picMkLst>
            <pc:docMk/>
            <pc:sldMk cId="654065149" sldId="2147468658"/>
            <ac:picMk id="122" creationId="{1731B83A-B25A-32C8-D1FD-1EFC5A09629D}"/>
          </ac:picMkLst>
        </pc:picChg>
        <pc:picChg chg="add mod">
          <ac:chgData name="Okamura, Ryo" userId="18831572-7aab-4b12-89e3-a5e58af7a83e" providerId="ADAL" clId="{00786286-401E-4FD1-BD85-040950DC1534}" dt="2024-02-07T23:46:37.008" v="663" actId="1035"/>
          <ac:picMkLst>
            <pc:docMk/>
            <pc:sldMk cId="654065149" sldId="2147468658"/>
            <ac:picMk id="123" creationId="{E5832CD3-C7C5-5442-F7B3-5C25330F581B}"/>
          </ac:picMkLst>
        </pc:picChg>
        <pc:picChg chg="add mod">
          <ac:chgData name="Okamura, Ryo" userId="18831572-7aab-4b12-89e3-a5e58af7a83e" providerId="ADAL" clId="{00786286-401E-4FD1-BD85-040950DC1534}" dt="2024-02-07T23:46:37.008" v="663" actId="1035"/>
          <ac:picMkLst>
            <pc:docMk/>
            <pc:sldMk cId="654065149" sldId="2147468658"/>
            <ac:picMk id="124" creationId="{083C5FA3-F00E-0316-F4A1-F2C55757862A}"/>
          </ac:picMkLst>
        </pc:picChg>
        <pc:picChg chg="add mod">
          <ac:chgData name="Okamura, Ryo" userId="18831572-7aab-4b12-89e3-a5e58af7a83e" providerId="ADAL" clId="{00786286-401E-4FD1-BD85-040950DC1534}" dt="2024-02-07T23:46:37.008" v="663" actId="1035"/>
          <ac:picMkLst>
            <pc:docMk/>
            <pc:sldMk cId="654065149" sldId="2147468658"/>
            <ac:picMk id="125" creationId="{D8146C3F-A7EA-255B-7F23-7AB56AE0ECE1}"/>
          </ac:picMkLst>
        </pc:picChg>
        <pc:picChg chg="add mod">
          <ac:chgData name="Okamura, Ryo" userId="18831572-7aab-4b12-89e3-a5e58af7a83e" providerId="ADAL" clId="{00786286-401E-4FD1-BD85-040950DC1534}" dt="2024-02-07T23:46:37.008" v="663" actId="1035"/>
          <ac:picMkLst>
            <pc:docMk/>
            <pc:sldMk cId="654065149" sldId="2147468658"/>
            <ac:picMk id="126" creationId="{2B780D0A-8BE2-9EC1-2F0F-755A61176DFE}"/>
          </ac:picMkLst>
        </pc:picChg>
        <pc:picChg chg="add mod">
          <ac:chgData name="Okamura, Ryo" userId="18831572-7aab-4b12-89e3-a5e58af7a83e" providerId="ADAL" clId="{00786286-401E-4FD1-BD85-040950DC1534}" dt="2024-02-07T23:46:37.008" v="663" actId="1035"/>
          <ac:picMkLst>
            <pc:docMk/>
            <pc:sldMk cId="654065149" sldId="2147468658"/>
            <ac:picMk id="127" creationId="{2C1437C9-B1BA-D30D-F3EE-B48468C5840E}"/>
          </ac:picMkLst>
        </pc:picChg>
        <pc:picChg chg="add mod">
          <ac:chgData name="Okamura, Ryo" userId="18831572-7aab-4b12-89e3-a5e58af7a83e" providerId="ADAL" clId="{00786286-401E-4FD1-BD85-040950DC1534}" dt="2024-02-07T23:46:37.008" v="663" actId="1035"/>
          <ac:picMkLst>
            <pc:docMk/>
            <pc:sldMk cId="654065149" sldId="2147468658"/>
            <ac:picMk id="128" creationId="{A63BEF6D-3A01-323D-CADB-1FB6759D505C}"/>
          </ac:picMkLst>
        </pc:picChg>
        <pc:picChg chg="add mod">
          <ac:chgData name="Okamura, Ryo" userId="18831572-7aab-4b12-89e3-a5e58af7a83e" providerId="ADAL" clId="{00786286-401E-4FD1-BD85-040950DC1534}" dt="2024-02-07T23:46:37.008" v="663" actId="1035"/>
          <ac:picMkLst>
            <pc:docMk/>
            <pc:sldMk cId="654065149" sldId="2147468658"/>
            <ac:picMk id="129" creationId="{90733D8F-3EA8-F014-17A8-52FE5505C8B7}"/>
          </ac:picMkLst>
        </pc:picChg>
        <pc:picChg chg="add mod">
          <ac:chgData name="Okamura, Ryo" userId="18831572-7aab-4b12-89e3-a5e58af7a83e" providerId="ADAL" clId="{00786286-401E-4FD1-BD85-040950DC1534}" dt="2024-02-07T23:46:37.008" v="663" actId="1035"/>
          <ac:picMkLst>
            <pc:docMk/>
            <pc:sldMk cId="654065149" sldId="2147468658"/>
            <ac:picMk id="130" creationId="{0F2AB1D1-897E-878C-96C0-6EFAB2580BFD}"/>
          </ac:picMkLst>
        </pc:picChg>
        <pc:picChg chg="add mod">
          <ac:chgData name="Okamura, Ryo" userId="18831572-7aab-4b12-89e3-a5e58af7a83e" providerId="ADAL" clId="{00786286-401E-4FD1-BD85-040950DC1534}" dt="2024-02-07T23:46:37.008" v="663" actId="1035"/>
          <ac:picMkLst>
            <pc:docMk/>
            <pc:sldMk cId="654065149" sldId="2147468658"/>
            <ac:picMk id="131" creationId="{19D76E7D-EE79-8A3F-C0A4-A94A10EFDE07}"/>
          </ac:picMkLst>
        </pc:picChg>
        <pc:picChg chg="add mod">
          <ac:chgData name="Okamura, Ryo" userId="18831572-7aab-4b12-89e3-a5e58af7a83e" providerId="ADAL" clId="{00786286-401E-4FD1-BD85-040950DC1534}" dt="2024-02-07T23:46:37.008" v="663" actId="1035"/>
          <ac:picMkLst>
            <pc:docMk/>
            <pc:sldMk cId="654065149" sldId="2147468658"/>
            <ac:picMk id="132" creationId="{D62A75E7-51BF-DDB6-778D-E0ACC168B5CA}"/>
          </ac:picMkLst>
        </pc:picChg>
        <pc:picChg chg="add mod">
          <ac:chgData name="Okamura, Ryo" userId="18831572-7aab-4b12-89e3-a5e58af7a83e" providerId="ADAL" clId="{00786286-401E-4FD1-BD85-040950DC1534}" dt="2024-02-07T23:46:37.008" v="663" actId="1035"/>
          <ac:picMkLst>
            <pc:docMk/>
            <pc:sldMk cId="654065149" sldId="2147468658"/>
            <ac:picMk id="133" creationId="{C60BDD35-4FB3-1530-1734-BAE394BD4196}"/>
          </ac:picMkLst>
        </pc:picChg>
        <pc:picChg chg="add mod">
          <ac:chgData name="Okamura, Ryo" userId="18831572-7aab-4b12-89e3-a5e58af7a83e" providerId="ADAL" clId="{00786286-401E-4FD1-BD85-040950DC1534}" dt="2024-02-07T23:46:37.008" v="663" actId="1035"/>
          <ac:picMkLst>
            <pc:docMk/>
            <pc:sldMk cId="654065149" sldId="2147468658"/>
            <ac:picMk id="134" creationId="{60018FAD-112C-EBCF-D237-5EB2E395F5B6}"/>
          </ac:picMkLst>
        </pc:picChg>
        <pc:cxnChg chg="del">
          <ac:chgData name="Okamura, Ryo" userId="18831572-7aab-4b12-89e3-a5e58af7a83e" providerId="ADAL" clId="{00786286-401E-4FD1-BD85-040950DC1534}" dt="2024-02-07T23:45:19.166" v="566" actId="478"/>
          <ac:cxnSpMkLst>
            <pc:docMk/>
            <pc:sldMk cId="654065149" sldId="2147468658"/>
            <ac:cxnSpMk id="3" creationId="{2D33F55E-21D3-D397-6520-32859440EDB3}"/>
          </ac:cxnSpMkLst>
        </pc:cxnChg>
        <pc:cxnChg chg="del">
          <ac:chgData name="Okamura, Ryo" userId="18831572-7aab-4b12-89e3-a5e58af7a83e" providerId="ADAL" clId="{00786286-401E-4FD1-BD85-040950DC1534}" dt="2024-02-07T23:45:19.166" v="566" actId="478"/>
          <ac:cxnSpMkLst>
            <pc:docMk/>
            <pc:sldMk cId="654065149" sldId="2147468658"/>
            <ac:cxnSpMk id="4" creationId="{A04A54C4-E9A6-C388-07BB-2A7A9D885666}"/>
          </ac:cxnSpMkLst>
        </pc:cxnChg>
        <pc:cxnChg chg="del">
          <ac:chgData name="Okamura, Ryo" userId="18831572-7aab-4b12-89e3-a5e58af7a83e" providerId="ADAL" clId="{00786286-401E-4FD1-BD85-040950DC1534}" dt="2024-02-07T23:45:19.166" v="566" actId="478"/>
          <ac:cxnSpMkLst>
            <pc:docMk/>
            <pc:sldMk cId="654065149" sldId="2147468658"/>
            <ac:cxnSpMk id="7" creationId="{EF87294F-5BF7-ECE6-A542-5A76ECED84B0}"/>
          </ac:cxnSpMkLst>
        </pc:cxnChg>
        <pc:cxnChg chg="del">
          <ac:chgData name="Okamura, Ryo" userId="18831572-7aab-4b12-89e3-a5e58af7a83e" providerId="ADAL" clId="{00786286-401E-4FD1-BD85-040950DC1534}" dt="2024-02-07T23:45:19.166" v="566" actId="478"/>
          <ac:cxnSpMkLst>
            <pc:docMk/>
            <pc:sldMk cId="654065149" sldId="2147468658"/>
            <ac:cxnSpMk id="99" creationId="{B29C70D0-E7BA-5EBA-74E7-4CCD0E361564}"/>
          </ac:cxnSpMkLst>
        </pc:cxnChg>
        <pc:cxnChg chg="del">
          <ac:chgData name="Okamura, Ryo" userId="18831572-7aab-4b12-89e3-a5e58af7a83e" providerId="ADAL" clId="{00786286-401E-4FD1-BD85-040950DC1534}" dt="2024-02-07T23:45:19.166" v="566" actId="478"/>
          <ac:cxnSpMkLst>
            <pc:docMk/>
            <pc:sldMk cId="654065149" sldId="2147468658"/>
            <ac:cxnSpMk id="100" creationId="{06F2D8AB-37A9-CE45-B56D-3DED6D4C3025}"/>
          </ac:cxnSpMkLst>
        </pc:cxnChg>
      </pc:sldChg>
      <pc:sldChg chg="addSp delSp modSp add mod">
        <pc:chgData name="Okamura, Ryo" userId="18831572-7aab-4b12-89e3-a5e58af7a83e" providerId="ADAL" clId="{00786286-401E-4FD1-BD85-040950DC1534}" dt="2024-02-09T06:35:33.015" v="953" actId="6549"/>
        <pc:sldMkLst>
          <pc:docMk/>
          <pc:sldMk cId="4160675354" sldId="2147468659"/>
        </pc:sldMkLst>
        <pc:spChg chg="del">
          <ac:chgData name="Okamura, Ryo" userId="18831572-7aab-4b12-89e3-a5e58af7a83e" providerId="ADAL" clId="{00786286-401E-4FD1-BD85-040950DC1534}" dt="2024-02-07T23:47:00.953" v="665" actId="478"/>
          <ac:spMkLst>
            <pc:docMk/>
            <pc:sldMk cId="4160675354" sldId="2147468659"/>
            <ac:spMk id="2" creationId="{28980B1B-9E8F-0CB3-3DF8-C9F848F66DAD}"/>
          </ac:spMkLst>
        </pc:spChg>
        <pc:spChg chg="del">
          <ac:chgData name="Okamura, Ryo" userId="18831572-7aab-4b12-89e3-a5e58af7a83e" providerId="ADAL" clId="{00786286-401E-4FD1-BD85-040950DC1534}" dt="2024-02-07T23:47:00.953" v="665" actId="478"/>
          <ac:spMkLst>
            <pc:docMk/>
            <pc:sldMk cId="4160675354" sldId="2147468659"/>
            <ac:spMk id="8" creationId="{03E32179-D6D5-E275-5B6B-DA8BA9F54866}"/>
          </ac:spMkLst>
        </pc:spChg>
        <pc:spChg chg="del">
          <ac:chgData name="Okamura, Ryo" userId="18831572-7aab-4b12-89e3-a5e58af7a83e" providerId="ADAL" clId="{00786286-401E-4FD1-BD85-040950DC1534}" dt="2024-02-07T23:47:00.953" v="665" actId="478"/>
          <ac:spMkLst>
            <pc:docMk/>
            <pc:sldMk cId="4160675354" sldId="2147468659"/>
            <ac:spMk id="9" creationId="{B996407A-188C-45FE-5B1D-7227CE5D32D3}"/>
          </ac:spMkLst>
        </pc:spChg>
        <pc:spChg chg="del">
          <ac:chgData name="Okamura, Ryo" userId="18831572-7aab-4b12-89e3-a5e58af7a83e" providerId="ADAL" clId="{00786286-401E-4FD1-BD85-040950DC1534}" dt="2024-02-07T23:47:00.953" v="665" actId="478"/>
          <ac:spMkLst>
            <pc:docMk/>
            <pc:sldMk cId="4160675354" sldId="2147468659"/>
            <ac:spMk id="10" creationId="{4647BB1E-F3C7-DF13-9E15-D9C5FE0435B4}"/>
          </ac:spMkLst>
        </pc:spChg>
        <pc:spChg chg="mod">
          <ac:chgData name="Okamura, Ryo" userId="18831572-7aab-4b12-89e3-a5e58af7a83e" providerId="ADAL" clId="{00786286-401E-4FD1-BD85-040950DC1534}" dt="2024-02-07T23:47:32.092" v="671"/>
          <ac:spMkLst>
            <pc:docMk/>
            <pc:sldMk cId="4160675354" sldId="2147468659"/>
            <ac:spMk id="11" creationId="{7A7FE423-6651-4918-33F3-AC76D615E946}"/>
          </ac:spMkLst>
        </pc:spChg>
        <pc:spChg chg="mod">
          <ac:chgData name="Okamura, Ryo" userId="18831572-7aab-4b12-89e3-a5e58af7a83e" providerId="ADAL" clId="{00786286-401E-4FD1-BD85-040950DC1534}" dt="2024-02-09T06:35:33.015" v="953" actId="6549"/>
          <ac:spMkLst>
            <pc:docMk/>
            <pc:sldMk cId="4160675354" sldId="2147468659"/>
            <ac:spMk id="12" creationId="{7E2C29F5-EB48-3AE5-C602-1D96DF9AF269}"/>
          </ac:spMkLst>
        </pc:spChg>
        <pc:spChg chg="del">
          <ac:chgData name="Okamura, Ryo" userId="18831572-7aab-4b12-89e3-a5e58af7a83e" providerId="ADAL" clId="{00786286-401E-4FD1-BD85-040950DC1534}" dt="2024-02-07T23:47:00.953" v="665" actId="478"/>
          <ac:spMkLst>
            <pc:docMk/>
            <pc:sldMk cId="4160675354" sldId="2147468659"/>
            <ac:spMk id="15" creationId="{EE994CE2-3045-97F8-B3C6-903EDD3ED7E6}"/>
          </ac:spMkLst>
        </pc:spChg>
        <pc:spChg chg="del">
          <ac:chgData name="Okamura, Ryo" userId="18831572-7aab-4b12-89e3-a5e58af7a83e" providerId="ADAL" clId="{00786286-401E-4FD1-BD85-040950DC1534}" dt="2024-02-07T23:47:00.953" v="665" actId="478"/>
          <ac:spMkLst>
            <pc:docMk/>
            <pc:sldMk cId="4160675354" sldId="2147468659"/>
            <ac:spMk id="16" creationId="{99C6E0AF-F6A3-0F1F-1417-6A2B77FBD971}"/>
          </ac:spMkLst>
        </pc:spChg>
        <pc:spChg chg="del">
          <ac:chgData name="Okamura, Ryo" userId="18831572-7aab-4b12-89e3-a5e58af7a83e" providerId="ADAL" clId="{00786286-401E-4FD1-BD85-040950DC1534}" dt="2024-02-07T23:47:00.953" v="665" actId="478"/>
          <ac:spMkLst>
            <pc:docMk/>
            <pc:sldMk cId="4160675354" sldId="2147468659"/>
            <ac:spMk id="17" creationId="{4756CFC6-82FC-6289-E865-B8788C8D7546}"/>
          </ac:spMkLst>
        </pc:spChg>
        <pc:spChg chg="del">
          <ac:chgData name="Okamura, Ryo" userId="18831572-7aab-4b12-89e3-a5e58af7a83e" providerId="ADAL" clId="{00786286-401E-4FD1-BD85-040950DC1534}" dt="2024-02-07T23:47:00.953" v="665" actId="478"/>
          <ac:spMkLst>
            <pc:docMk/>
            <pc:sldMk cId="4160675354" sldId="2147468659"/>
            <ac:spMk id="18" creationId="{2E89C616-08CC-8C67-A618-42DE0DE3C036}"/>
          </ac:spMkLst>
        </pc:spChg>
        <pc:spChg chg="del">
          <ac:chgData name="Okamura, Ryo" userId="18831572-7aab-4b12-89e3-a5e58af7a83e" providerId="ADAL" clId="{00786286-401E-4FD1-BD85-040950DC1534}" dt="2024-02-07T23:47:00.953" v="665" actId="478"/>
          <ac:spMkLst>
            <pc:docMk/>
            <pc:sldMk cId="4160675354" sldId="2147468659"/>
            <ac:spMk id="19" creationId="{855A6689-D75E-018A-CF66-786B88300D2F}"/>
          </ac:spMkLst>
        </pc:spChg>
        <pc:spChg chg="del">
          <ac:chgData name="Okamura, Ryo" userId="18831572-7aab-4b12-89e3-a5e58af7a83e" providerId="ADAL" clId="{00786286-401E-4FD1-BD85-040950DC1534}" dt="2024-02-07T23:47:00.953" v="665" actId="478"/>
          <ac:spMkLst>
            <pc:docMk/>
            <pc:sldMk cId="4160675354" sldId="2147468659"/>
            <ac:spMk id="20" creationId="{6FC7C405-61AB-D8E0-93BC-9402ABF6DBAB}"/>
          </ac:spMkLst>
        </pc:spChg>
        <pc:spChg chg="del">
          <ac:chgData name="Okamura, Ryo" userId="18831572-7aab-4b12-89e3-a5e58af7a83e" providerId="ADAL" clId="{00786286-401E-4FD1-BD85-040950DC1534}" dt="2024-02-07T23:47:00.953" v="665" actId="478"/>
          <ac:spMkLst>
            <pc:docMk/>
            <pc:sldMk cId="4160675354" sldId="2147468659"/>
            <ac:spMk id="21" creationId="{6CC5DD1B-B853-F5C0-FF42-A4C974B51D45}"/>
          </ac:spMkLst>
        </pc:spChg>
        <pc:spChg chg="del">
          <ac:chgData name="Okamura, Ryo" userId="18831572-7aab-4b12-89e3-a5e58af7a83e" providerId="ADAL" clId="{00786286-401E-4FD1-BD85-040950DC1534}" dt="2024-02-07T23:47:00.953" v="665" actId="478"/>
          <ac:spMkLst>
            <pc:docMk/>
            <pc:sldMk cId="4160675354" sldId="2147468659"/>
            <ac:spMk id="98" creationId="{2D642898-1278-6BB3-334F-5422BCFA3706}"/>
          </ac:spMkLst>
        </pc:spChg>
        <pc:spChg chg="del">
          <ac:chgData name="Okamura, Ryo" userId="18831572-7aab-4b12-89e3-a5e58af7a83e" providerId="ADAL" clId="{00786286-401E-4FD1-BD85-040950DC1534}" dt="2024-02-07T23:47:00.953" v="665" actId="478"/>
          <ac:spMkLst>
            <pc:docMk/>
            <pc:sldMk cId="4160675354" sldId="2147468659"/>
            <ac:spMk id="101" creationId="{59C82BFB-F0E3-0723-E2AC-5032E2BD0BB5}"/>
          </ac:spMkLst>
        </pc:spChg>
        <pc:spChg chg="del">
          <ac:chgData name="Okamura, Ryo" userId="18831572-7aab-4b12-89e3-a5e58af7a83e" providerId="ADAL" clId="{00786286-401E-4FD1-BD85-040950DC1534}" dt="2024-02-07T23:47:00.953" v="665" actId="478"/>
          <ac:spMkLst>
            <pc:docMk/>
            <pc:sldMk cId="4160675354" sldId="2147468659"/>
            <ac:spMk id="102" creationId="{DF15EAAF-5EF8-D07E-8C11-C856890F73EA}"/>
          </ac:spMkLst>
        </pc:spChg>
        <pc:spChg chg="del">
          <ac:chgData name="Okamura, Ryo" userId="18831572-7aab-4b12-89e3-a5e58af7a83e" providerId="ADAL" clId="{00786286-401E-4FD1-BD85-040950DC1534}" dt="2024-02-07T23:47:00.953" v="665" actId="478"/>
          <ac:spMkLst>
            <pc:docMk/>
            <pc:sldMk cId="4160675354" sldId="2147468659"/>
            <ac:spMk id="103" creationId="{4009074D-91D1-5C0F-28D3-74C58BDC5BEC}"/>
          </ac:spMkLst>
        </pc:spChg>
        <pc:spChg chg="mod topLvl">
          <ac:chgData name="Okamura, Ryo" userId="18831572-7aab-4b12-89e3-a5e58af7a83e" providerId="ADAL" clId="{00786286-401E-4FD1-BD85-040950DC1534}" dt="2024-02-07T23:48:05.148" v="672" actId="165"/>
          <ac:spMkLst>
            <pc:docMk/>
            <pc:sldMk cId="4160675354" sldId="2147468659"/>
            <ac:spMk id="104" creationId="{1E0D0219-7EEA-A6DA-A818-C9815DC6C4D7}"/>
          </ac:spMkLst>
        </pc:spChg>
        <pc:spChg chg="mod topLvl">
          <ac:chgData name="Okamura, Ryo" userId="18831572-7aab-4b12-89e3-a5e58af7a83e" providerId="ADAL" clId="{00786286-401E-4FD1-BD85-040950DC1534}" dt="2024-02-07T23:48:05.148" v="672" actId="165"/>
          <ac:spMkLst>
            <pc:docMk/>
            <pc:sldMk cId="4160675354" sldId="2147468659"/>
            <ac:spMk id="105" creationId="{6F45D110-CF22-8986-8D9C-DC9552A3086A}"/>
          </ac:spMkLst>
        </pc:spChg>
        <pc:spChg chg="mod topLvl">
          <ac:chgData name="Okamura, Ryo" userId="18831572-7aab-4b12-89e3-a5e58af7a83e" providerId="ADAL" clId="{00786286-401E-4FD1-BD85-040950DC1534}" dt="2024-02-07T23:48:05.148" v="672" actId="165"/>
          <ac:spMkLst>
            <pc:docMk/>
            <pc:sldMk cId="4160675354" sldId="2147468659"/>
            <ac:spMk id="106" creationId="{65DDA598-6C44-2F14-0986-6760B5491D0D}"/>
          </ac:spMkLst>
        </pc:spChg>
        <pc:spChg chg="mod topLvl">
          <ac:chgData name="Okamura, Ryo" userId="18831572-7aab-4b12-89e3-a5e58af7a83e" providerId="ADAL" clId="{00786286-401E-4FD1-BD85-040950DC1534}" dt="2024-02-07T23:48:05.148" v="672" actId="165"/>
          <ac:spMkLst>
            <pc:docMk/>
            <pc:sldMk cId="4160675354" sldId="2147468659"/>
            <ac:spMk id="107" creationId="{20280DFA-E7FE-479E-1840-336C85477EBF}"/>
          </ac:spMkLst>
        </pc:spChg>
        <pc:spChg chg="mod topLvl">
          <ac:chgData name="Okamura, Ryo" userId="18831572-7aab-4b12-89e3-a5e58af7a83e" providerId="ADAL" clId="{00786286-401E-4FD1-BD85-040950DC1534}" dt="2024-02-07T23:48:05.148" v="672" actId="165"/>
          <ac:spMkLst>
            <pc:docMk/>
            <pc:sldMk cId="4160675354" sldId="2147468659"/>
            <ac:spMk id="108" creationId="{72726A32-9332-D1DA-21C1-45D553ECD1E5}"/>
          </ac:spMkLst>
        </pc:spChg>
        <pc:spChg chg="mod topLvl">
          <ac:chgData name="Okamura, Ryo" userId="18831572-7aab-4b12-89e3-a5e58af7a83e" providerId="ADAL" clId="{00786286-401E-4FD1-BD85-040950DC1534}" dt="2024-02-07T23:48:05.148" v="672" actId="165"/>
          <ac:spMkLst>
            <pc:docMk/>
            <pc:sldMk cId="4160675354" sldId="2147468659"/>
            <ac:spMk id="109" creationId="{22C69869-1A2C-2FFC-E32E-5E5A538D260A}"/>
          </ac:spMkLst>
        </pc:spChg>
        <pc:spChg chg="mod topLvl">
          <ac:chgData name="Okamura, Ryo" userId="18831572-7aab-4b12-89e3-a5e58af7a83e" providerId="ADAL" clId="{00786286-401E-4FD1-BD85-040950DC1534}" dt="2024-02-07T23:48:05.148" v="672" actId="165"/>
          <ac:spMkLst>
            <pc:docMk/>
            <pc:sldMk cId="4160675354" sldId="2147468659"/>
            <ac:spMk id="110" creationId="{7F596869-4BC7-FA3B-642D-714AF4A19012}"/>
          </ac:spMkLst>
        </pc:spChg>
        <pc:spChg chg="mod topLvl">
          <ac:chgData name="Okamura, Ryo" userId="18831572-7aab-4b12-89e3-a5e58af7a83e" providerId="ADAL" clId="{00786286-401E-4FD1-BD85-040950DC1534}" dt="2024-02-07T23:48:05.148" v="672" actId="165"/>
          <ac:spMkLst>
            <pc:docMk/>
            <pc:sldMk cId="4160675354" sldId="2147468659"/>
            <ac:spMk id="111" creationId="{4500E1DF-1F4C-F070-1820-D0BE2B6F6EEA}"/>
          </ac:spMkLst>
        </pc:spChg>
        <pc:spChg chg="mod topLvl">
          <ac:chgData name="Okamura, Ryo" userId="18831572-7aab-4b12-89e3-a5e58af7a83e" providerId="ADAL" clId="{00786286-401E-4FD1-BD85-040950DC1534}" dt="2024-02-07T23:48:05.148" v="672" actId="165"/>
          <ac:spMkLst>
            <pc:docMk/>
            <pc:sldMk cId="4160675354" sldId="2147468659"/>
            <ac:spMk id="112" creationId="{07D0152F-92A9-9B81-8CE0-C8B8F2E418C4}"/>
          </ac:spMkLst>
        </pc:spChg>
        <pc:spChg chg="mod topLvl">
          <ac:chgData name="Okamura, Ryo" userId="18831572-7aab-4b12-89e3-a5e58af7a83e" providerId="ADAL" clId="{00786286-401E-4FD1-BD85-040950DC1534}" dt="2024-02-07T23:48:05.148" v="672" actId="165"/>
          <ac:spMkLst>
            <pc:docMk/>
            <pc:sldMk cId="4160675354" sldId="2147468659"/>
            <ac:spMk id="113" creationId="{42D133A6-F46F-39F5-E608-81318C08FBE2}"/>
          </ac:spMkLst>
        </pc:spChg>
        <pc:spChg chg="mod topLvl">
          <ac:chgData name="Okamura, Ryo" userId="18831572-7aab-4b12-89e3-a5e58af7a83e" providerId="ADAL" clId="{00786286-401E-4FD1-BD85-040950DC1534}" dt="2024-02-07T23:48:05.148" v="672" actId="165"/>
          <ac:spMkLst>
            <pc:docMk/>
            <pc:sldMk cId="4160675354" sldId="2147468659"/>
            <ac:spMk id="114" creationId="{0C41E9C0-C1F4-D623-E557-7A1606575D9B}"/>
          </ac:spMkLst>
        </pc:spChg>
        <pc:spChg chg="mod topLvl">
          <ac:chgData name="Okamura, Ryo" userId="18831572-7aab-4b12-89e3-a5e58af7a83e" providerId="ADAL" clId="{00786286-401E-4FD1-BD85-040950DC1534}" dt="2024-02-07T23:49:20.822" v="680" actId="465"/>
          <ac:spMkLst>
            <pc:docMk/>
            <pc:sldMk cId="4160675354" sldId="2147468659"/>
            <ac:spMk id="115" creationId="{B6D95EDB-2572-B921-E6CE-7BE1048958C2}"/>
          </ac:spMkLst>
        </pc:spChg>
        <pc:spChg chg="mod topLvl">
          <ac:chgData name="Okamura, Ryo" userId="18831572-7aab-4b12-89e3-a5e58af7a83e" providerId="ADAL" clId="{00786286-401E-4FD1-BD85-040950DC1534}" dt="2024-02-07T23:49:20.822" v="680" actId="465"/>
          <ac:spMkLst>
            <pc:docMk/>
            <pc:sldMk cId="4160675354" sldId="2147468659"/>
            <ac:spMk id="116" creationId="{970BB4BD-C702-CCCE-AAF3-47198225EC65}"/>
          </ac:spMkLst>
        </pc:spChg>
        <pc:spChg chg="mod topLvl">
          <ac:chgData name="Okamura, Ryo" userId="18831572-7aab-4b12-89e3-a5e58af7a83e" providerId="ADAL" clId="{00786286-401E-4FD1-BD85-040950DC1534}" dt="2024-02-07T23:49:20.822" v="680" actId="465"/>
          <ac:spMkLst>
            <pc:docMk/>
            <pc:sldMk cId="4160675354" sldId="2147468659"/>
            <ac:spMk id="117" creationId="{5A55A7F6-8C56-2F8D-A79A-51E561652EDB}"/>
          </ac:spMkLst>
        </pc:spChg>
        <pc:spChg chg="mod topLvl">
          <ac:chgData name="Okamura, Ryo" userId="18831572-7aab-4b12-89e3-a5e58af7a83e" providerId="ADAL" clId="{00786286-401E-4FD1-BD85-040950DC1534}" dt="2024-02-07T23:49:20.822" v="680" actId="465"/>
          <ac:spMkLst>
            <pc:docMk/>
            <pc:sldMk cId="4160675354" sldId="2147468659"/>
            <ac:spMk id="118" creationId="{E269322D-0F66-D15C-A6C6-34D358E76267}"/>
          </ac:spMkLst>
        </pc:spChg>
        <pc:spChg chg="mod topLvl">
          <ac:chgData name="Okamura, Ryo" userId="18831572-7aab-4b12-89e3-a5e58af7a83e" providerId="ADAL" clId="{00786286-401E-4FD1-BD85-040950DC1534}" dt="2024-02-07T23:49:05.771" v="679" actId="1076"/>
          <ac:spMkLst>
            <pc:docMk/>
            <pc:sldMk cId="4160675354" sldId="2147468659"/>
            <ac:spMk id="119" creationId="{5AB76461-6600-D85A-A2E9-34AC702CF7FF}"/>
          </ac:spMkLst>
        </pc:spChg>
        <pc:spChg chg="mod topLvl">
          <ac:chgData name="Okamura, Ryo" userId="18831572-7aab-4b12-89e3-a5e58af7a83e" providerId="ADAL" clId="{00786286-401E-4FD1-BD85-040950DC1534}" dt="2024-02-07T23:48:05.148" v="672" actId="165"/>
          <ac:spMkLst>
            <pc:docMk/>
            <pc:sldMk cId="4160675354" sldId="2147468659"/>
            <ac:spMk id="120" creationId="{C250763B-C637-BE53-4D59-C37F4C861C81}"/>
          </ac:spMkLst>
        </pc:spChg>
        <pc:spChg chg="mod topLvl">
          <ac:chgData name="Okamura, Ryo" userId="18831572-7aab-4b12-89e3-a5e58af7a83e" providerId="ADAL" clId="{00786286-401E-4FD1-BD85-040950DC1534}" dt="2024-02-07T23:48:05.148" v="672" actId="165"/>
          <ac:spMkLst>
            <pc:docMk/>
            <pc:sldMk cId="4160675354" sldId="2147468659"/>
            <ac:spMk id="121" creationId="{3F3D61A5-655A-B605-FCD9-08E5B6ED9792}"/>
          </ac:spMkLst>
        </pc:spChg>
        <pc:spChg chg="mod topLvl">
          <ac:chgData name="Okamura, Ryo" userId="18831572-7aab-4b12-89e3-a5e58af7a83e" providerId="ADAL" clId="{00786286-401E-4FD1-BD85-040950DC1534}" dt="2024-02-07T23:48:05.148" v="672" actId="165"/>
          <ac:spMkLst>
            <pc:docMk/>
            <pc:sldMk cId="4160675354" sldId="2147468659"/>
            <ac:spMk id="122" creationId="{A3C1AAE7-17FB-5EB6-49BC-5647EDAEFF48}"/>
          </ac:spMkLst>
        </pc:spChg>
        <pc:spChg chg="mod topLvl">
          <ac:chgData name="Okamura, Ryo" userId="18831572-7aab-4b12-89e3-a5e58af7a83e" providerId="ADAL" clId="{00786286-401E-4FD1-BD85-040950DC1534}" dt="2024-02-07T23:48:19.573" v="674" actId="1076"/>
          <ac:spMkLst>
            <pc:docMk/>
            <pc:sldMk cId="4160675354" sldId="2147468659"/>
            <ac:spMk id="123" creationId="{AF7D3DCB-62B1-BB32-2239-7D40B41AA47C}"/>
          </ac:spMkLst>
        </pc:spChg>
        <pc:spChg chg="mod topLvl">
          <ac:chgData name="Okamura, Ryo" userId="18831572-7aab-4b12-89e3-a5e58af7a83e" providerId="ADAL" clId="{00786286-401E-4FD1-BD85-040950DC1534}" dt="2024-02-07T23:48:26.272" v="675" actId="465"/>
          <ac:spMkLst>
            <pc:docMk/>
            <pc:sldMk cId="4160675354" sldId="2147468659"/>
            <ac:spMk id="124" creationId="{481F9B98-BDA5-FCDE-32FF-0D3F8B7B6979}"/>
          </ac:spMkLst>
        </pc:spChg>
        <pc:spChg chg="mod topLvl">
          <ac:chgData name="Okamura, Ryo" userId="18831572-7aab-4b12-89e3-a5e58af7a83e" providerId="ADAL" clId="{00786286-401E-4FD1-BD85-040950DC1534}" dt="2024-02-07T23:48:26.272" v="675" actId="465"/>
          <ac:spMkLst>
            <pc:docMk/>
            <pc:sldMk cId="4160675354" sldId="2147468659"/>
            <ac:spMk id="125" creationId="{3D4EAA39-E6F7-F25F-7671-7DB3099CD0C7}"/>
          </ac:spMkLst>
        </pc:spChg>
        <pc:spChg chg="mod topLvl">
          <ac:chgData name="Okamura, Ryo" userId="18831572-7aab-4b12-89e3-a5e58af7a83e" providerId="ADAL" clId="{00786286-401E-4FD1-BD85-040950DC1534}" dt="2024-02-07T23:48:26.272" v="675" actId="465"/>
          <ac:spMkLst>
            <pc:docMk/>
            <pc:sldMk cId="4160675354" sldId="2147468659"/>
            <ac:spMk id="126" creationId="{1D6FA0BB-FA7C-D26C-DBC7-0602712F5030}"/>
          </ac:spMkLst>
        </pc:spChg>
        <pc:spChg chg="mod topLvl">
          <ac:chgData name="Okamura, Ryo" userId="18831572-7aab-4b12-89e3-a5e58af7a83e" providerId="ADAL" clId="{00786286-401E-4FD1-BD85-040950DC1534}" dt="2024-02-07T23:48:26.272" v="675" actId="465"/>
          <ac:spMkLst>
            <pc:docMk/>
            <pc:sldMk cId="4160675354" sldId="2147468659"/>
            <ac:spMk id="127" creationId="{3EB589B0-8BE6-A8F4-7AA6-C4050EF8BE27}"/>
          </ac:spMkLst>
        </pc:spChg>
        <pc:spChg chg="mod topLvl">
          <ac:chgData name="Okamura, Ryo" userId="18831572-7aab-4b12-89e3-a5e58af7a83e" providerId="ADAL" clId="{00786286-401E-4FD1-BD85-040950DC1534}" dt="2024-02-07T23:48:13.204" v="673" actId="1076"/>
          <ac:spMkLst>
            <pc:docMk/>
            <pc:sldMk cId="4160675354" sldId="2147468659"/>
            <ac:spMk id="128" creationId="{A5D9BF7B-F5B7-6582-439F-F0685EECF7FD}"/>
          </ac:spMkLst>
        </pc:spChg>
        <pc:grpChg chg="add del mod">
          <ac:chgData name="Okamura, Ryo" userId="18831572-7aab-4b12-89e3-a5e58af7a83e" providerId="ADAL" clId="{00786286-401E-4FD1-BD85-040950DC1534}" dt="2024-02-07T23:48:05.148" v="672" actId="165"/>
          <ac:grpSpMkLst>
            <pc:docMk/>
            <pc:sldMk cId="4160675354" sldId="2147468659"/>
            <ac:grpSpMk id="14" creationId="{8B379CC5-1FD1-0ECE-7CD0-93A95CA17A02}"/>
          </ac:grpSpMkLst>
        </pc:grpChg>
        <pc:grpChg chg="del">
          <ac:chgData name="Okamura, Ryo" userId="18831572-7aab-4b12-89e3-a5e58af7a83e" providerId="ADAL" clId="{00786286-401E-4FD1-BD85-040950DC1534}" dt="2024-02-07T23:47:00.953" v="665" actId="478"/>
          <ac:grpSpMkLst>
            <pc:docMk/>
            <pc:sldMk cId="4160675354" sldId="2147468659"/>
            <ac:grpSpMk id="22" creationId="{92DCCC59-8FF5-5ADE-FAEF-A08DE90B2030}"/>
          </ac:grpSpMkLst>
        </pc:grpChg>
        <pc:grpChg chg="del">
          <ac:chgData name="Okamura, Ryo" userId="18831572-7aab-4b12-89e3-a5e58af7a83e" providerId="ADAL" clId="{00786286-401E-4FD1-BD85-040950DC1534}" dt="2024-02-07T23:47:00.953" v="665" actId="478"/>
          <ac:grpSpMkLst>
            <pc:docMk/>
            <pc:sldMk cId="4160675354" sldId="2147468659"/>
            <ac:grpSpMk id="40" creationId="{F3765E75-6C01-5DE7-DF58-B3CAA1584C15}"/>
          </ac:grpSpMkLst>
        </pc:grpChg>
        <pc:grpChg chg="del">
          <ac:chgData name="Okamura, Ryo" userId="18831572-7aab-4b12-89e3-a5e58af7a83e" providerId="ADAL" clId="{00786286-401E-4FD1-BD85-040950DC1534}" dt="2024-02-07T23:47:00.953" v="665" actId="478"/>
          <ac:grpSpMkLst>
            <pc:docMk/>
            <pc:sldMk cId="4160675354" sldId="2147468659"/>
            <ac:grpSpMk id="53" creationId="{7C8ED706-9E22-5341-01E7-1B4683927BB4}"/>
          </ac:grpSpMkLst>
        </pc:grpChg>
        <pc:grpChg chg="del">
          <ac:chgData name="Okamura, Ryo" userId="18831572-7aab-4b12-89e3-a5e58af7a83e" providerId="ADAL" clId="{00786286-401E-4FD1-BD85-040950DC1534}" dt="2024-02-07T23:47:00.953" v="665" actId="478"/>
          <ac:grpSpMkLst>
            <pc:docMk/>
            <pc:sldMk cId="4160675354" sldId="2147468659"/>
            <ac:grpSpMk id="75" creationId="{F64483E1-2E3D-51D3-9B51-18C561A0439F}"/>
          </ac:grpSpMkLst>
        </pc:grpChg>
        <pc:grpChg chg="del">
          <ac:chgData name="Okamura, Ryo" userId="18831572-7aab-4b12-89e3-a5e58af7a83e" providerId="ADAL" clId="{00786286-401E-4FD1-BD85-040950DC1534}" dt="2024-02-07T23:47:00.953" v="665" actId="478"/>
          <ac:grpSpMkLst>
            <pc:docMk/>
            <pc:sldMk cId="4160675354" sldId="2147468659"/>
            <ac:grpSpMk id="88" creationId="{731C9CFB-F72B-FBB4-EFE0-FC8D0AFA62A8}"/>
          </ac:grpSpMkLst>
        </pc:grpChg>
        <pc:cxnChg chg="del">
          <ac:chgData name="Okamura, Ryo" userId="18831572-7aab-4b12-89e3-a5e58af7a83e" providerId="ADAL" clId="{00786286-401E-4FD1-BD85-040950DC1534}" dt="2024-02-07T23:47:00.953" v="665" actId="478"/>
          <ac:cxnSpMkLst>
            <pc:docMk/>
            <pc:sldMk cId="4160675354" sldId="2147468659"/>
            <ac:cxnSpMk id="3" creationId="{2D33F55E-21D3-D397-6520-32859440EDB3}"/>
          </ac:cxnSpMkLst>
        </pc:cxnChg>
        <pc:cxnChg chg="del">
          <ac:chgData name="Okamura, Ryo" userId="18831572-7aab-4b12-89e3-a5e58af7a83e" providerId="ADAL" clId="{00786286-401E-4FD1-BD85-040950DC1534}" dt="2024-02-07T23:47:00.953" v="665" actId="478"/>
          <ac:cxnSpMkLst>
            <pc:docMk/>
            <pc:sldMk cId="4160675354" sldId="2147468659"/>
            <ac:cxnSpMk id="4" creationId="{A04A54C4-E9A6-C388-07BB-2A7A9D885666}"/>
          </ac:cxnSpMkLst>
        </pc:cxnChg>
        <pc:cxnChg chg="del">
          <ac:chgData name="Okamura, Ryo" userId="18831572-7aab-4b12-89e3-a5e58af7a83e" providerId="ADAL" clId="{00786286-401E-4FD1-BD85-040950DC1534}" dt="2024-02-07T23:47:00.953" v="665" actId="478"/>
          <ac:cxnSpMkLst>
            <pc:docMk/>
            <pc:sldMk cId="4160675354" sldId="2147468659"/>
            <ac:cxnSpMk id="7" creationId="{EF87294F-5BF7-ECE6-A542-5A76ECED84B0}"/>
          </ac:cxnSpMkLst>
        </pc:cxnChg>
        <pc:cxnChg chg="del">
          <ac:chgData name="Okamura, Ryo" userId="18831572-7aab-4b12-89e3-a5e58af7a83e" providerId="ADAL" clId="{00786286-401E-4FD1-BD85-040950DC1534}" dt="2024-02-07T23:47:00.953" v="665" actId="478"/>
          <ac:cxnSpMkLst>
            <pc:docMk/>
            <pc:sldMk cId="4160675354" sldId="2147468659"/>
            <ac:cxnSpMk id="99" creationId="{B29C70D0-E7BA-5EBA-74E7-4CCD0E361564}"/>
          </ac:cxnSpMkLst>
        </pc:cxnChg>
        <pc:cxnChg chg="del">
          <ac:chgData name="Okamura, Ryo" userId="18831572-7aab-4b12-89e3-a5e58af7a83e" providerId="ADAL" clId="{00786286-401E-4FD1-BD85-040950DC1534}" dt="2024-02-07T23:47:00.953" v="665" actId="478"/>
          <ac:cxnSpMkLst>
            <pc:docMk/>
            <pc:sldMk cId="4160675354" sldId="2147468659"/>
            <ac:cxnSpMk id="100" creationId="{06F2D8AB-37A9-CE45-B56D-3DED6D4C3025}"/>
          </ac:cxnSpMkLst>
        </pc:cxnChg>
      </pc:sldChg>
      <pc:sldChg chg="delSp modSp add del mod">
        <pc:chgData name="Okamura, Ryo" userId="18831572-7aab-4b12-89e3-a5e58af7a83e" providerId="ADAL" clId="{00786286-401E-4FD1-BD85-040950DC1534}" dt="2024-02-08T00:38:24.913" v="762" actId="47"/>
        <pc:sldMkLst>
          <pc:docMk/>
          <pc:sldMk cId="284467860" sldId="2147468660"/>
        </pc:sldMkLst>
        <pc:spChg chg="mod">
          <ac:chgData name="Okamura, Ryo" userId="18831572-7aab-4b12-89e3-a5e58af7a83e" providerId="ADAL" clId="{00786286-401E-4FD1-BD85-040950DC1534}" dt="2024-02-08T00:37:27.007" v="731" actId="20577"/>
          <ac:spMkLst>
            <pc:docMk/>
            <pc:sldMk cId="284467860" sldId="2147468660"/>
            <ac:spMk id="2" creationId="{D330C548-A4DB-9B3B-D302-5DA6CA980022}"/>
          </ac:spMkLst>
        </pc:spChg>
        <pc:picChg chg="del">
          <ac:chgData name="Okamura, Ryo" userId="18831572-7aab-4b12-89e3-a5e58af7a83e" providerId="ADAL" clId="{00786286-401E-4FD1-BD85-040950DC1534}" dt="2024-02-08T00:37:36.848" v="732" actId="478"/>
          <ac:picMkLst>
            <pc:docMk/>
            <pc:sldMk cId="284467860" sldId="2147468660"/>
            <ac:picMk id="4" creationId="{78D16885-3968-A978-4505-43384A393A64}"/>
          </ac:picMkLst>
        </pc:picChg>
      </pc:sldChg>
      <pc:sldChg chg="addSp delSp modSp add mod">
        <pc:chgData name="Okamura, Ryo" userId="18831572-7aab-4b12-89e3-a5e58af7a83e" providerId="ADAL" clId="{00786286-401E-4FD1-BD85-040950DC1534}" dt="2024-02-08T00:37:13.671" v="722" actId="14100"/>
        <pc:sldMkLst>
          <pc:docMk/>
          <pc:sldMk cId="401433113" sldId="2147468661"/>
        </pc:sldMkLst>
        <pc:spChg chg="add del mod">
          <ac:chgData name="Okamura, Ryo" userId="18831572-7aab-4b12-89e3-a5e58af7a83e" providerId="ADAL" clId="{00786286-401E-4FD1-BD85-040950DC1534}" dt="2024-02-08T00:36:34.072" v="699" actId="478"/>
          <ac:spMkLst>
            <pc:docMk/>
            <pc:sldMk cId="401433113" sldId="2147468661"/>
            <ac:spMk id="3" creationId="{C60B78BB-EB77-F0D3-38A0-403A796A3F48}"/>
          </ac:spMkLst>
        </pc:spChg>
        <pc:spChg chg="mod">
          <ac:chgData name="Okamura, Ryo" userId="18831572-7aab-4b12-89e3-a5e58af7a83e" providerId="ADAL" clId="{00786286-401E-4FD1-BD85-040950DC1534}" dt="2024-02-08T00:37:02.410" v="714" actId="1076"/>
          <ac:spMkLst>
            <pc:docMk/>
            <pc:sldMk cId="401433113" sldId="2147468661"/>
            <ac:spMk id="7" creationId="{0BFD277C-A8BA-50F7-E548-8A80B3FAA80A}"/>
          </ac:spMkLst>
        </pc:spChg>
        <pc:spChg chg="del">
          <ac:chgData name="Okamura, Ryo" userId="18831572-7aab-4b12-89e3-a5e58af7a83e" providerId="ADAL" clId="{00786286-401E-4FD1-BD85-040950DC1534}" dt="2024-02-08T00:36:32.081" v="698" actId="478"/>
          <ac:spMkLst>
            <pc:docMk/>
            <pc:sldMk cId="401433113" sldId="2147468661"/>
            <ac:spMk id="8" creationId="{51FA7CC2-6A09-F9C3-3C02-F3DDDD595A28}"/>
          </ac:spMkLst>
        </pc:spChg>
        <pc:spChg chg="mod">
          <ac:chgData name="Okamura, Ryo" userId="18831572-7aab-4b12-89e3-a5e58af7a83e" providerId="ADAL" clId="{00786286-401E-4FD1-BD85-040950DC1534}" dt="2024-02-08T00:37:13.671" v="722" actId="14100"/>
          <ac:spMkLst>
            <pc:docMk/>
            <pc:sldMk cId="401433113" sldId="2147468661"/>
            <ac:spMk id="9" creationId="{398BB613-BB56-B211-3C55-7FF51BC3AC60}"/>
          </ac:spMkLst>
        </pc:spChg>
      </pc:sldChg>
    </pc:docChg>
  </pc:docChgLst>
  <pc:docChgLst>
    <pc:chgData name="Takeuchi, Koichiro" userId="b3848a05-443b-4434-8fa5-7398ca0c03c9" providerId="ADAL" clId="{A10AC5A3-C711-4270-8EF1-30E20D42DEFA}"/>
    <pc:docChg chg="undo custSel addSld delSld modSld modSection">
      <pc:chgData name="Takeuchi, Koichiro" userId="b3848a05-443b-4434-8fa5-7398ca0c03c9" providerId="ADAL" clId="{A10AC5A3-C711-4270-8EF1-30E20D42DEFA}" dt="2024-05-27T08:18:57.776" v="6766" actId="20577"/>
      <pc:docMkLst>
        <pc:docMk/>
      </pc:docMkLst>
      <pc:sldChg chg="add">
        <pc:chgData name="Takeuchi, Koichiro" userId="b3848a05-443b-4434-8fa5-7398ca0c03c9" providerId="ADAL" clId="{A10AC5A3-C711-4270-8EF1-30E20D42DEFA}" dt="2024-05-27T01:47:59.378" v="1076"/>
        <pc:sldMkLst>
          <pc:docMk/>
          <pc:sldMk cId="2966159613" sldId="2146849189"/>
        </pc:sldMkLst>
      </pc:sldChg>
      <pc:sldChg chg="addSp modSp mod">
        <pc:chgData name="Takeuchi, Koichiro" userId="b3848a05-443b-4434-8fa5-7398ca0c03c9" providerId="ADAL" clId="{A10AC5A3-C711-4270-8EF1-30E20D42DEFA}" dt="2024-05-27T00:08:22.706" v="592" actId="20577"/>
        <pc:sldMkLst>
          <pc:docMk/>
          <pc:sldMk cId="908662233" sldId="2147468668"/>
        </pc:sldMkLst>
        <pc:spChg chg="add mod">
          <ac:chgData name="Takeuchi, Koichiro" userId="b3848a05-443b-4434-8fa5-7398ca0c03c9" providerId="ADAL" clId="{A10AC5A3-C711-4270-8EF1-30E20D42DEFA}" dt="2024-05-26T23:54:58.094" v="70" actId="113"/>
          <ac:spMkLst>
            <pc:docMk/>
            <pc:sldMk cId="908662233" sldId="2147468668"/>
            <ac:spMk id="7" creationId="{E511834D-8E26-9339-601E-057A8C2D2934}"/>
          </ac:spMkLst>
        </pc:spChg>
        <pc:spChg chg="add mod">
          <ac:chgData name="Takeuchi, Koichiro" userId="b3848a05-443b-4434-8fa5-7398ca0c03c9" providerId="ADAL" clId="{A10AC5A3-C711-4270-8EF1-30E20D42DEFA}" dt="2024-05-26T23:57:05.431" v="71"/>
          <ac:spMkLst>
            <pc:docMk/>
            <pc:sldMk cId="908662233" sldId="2147468668"/>
            <ac:spMk id="8" creationId="{E8182D1A-7DDB-B0CE-F8CF-CB0718E211DD}"/>
          </ac:spMkLst>
        </pc:spChg>
        <pc:spChg chg="add mod">
          <ac:chgData name="Takeuchi, Koichiro" userId="b3848a05-443b-4434-8fa5-7398ca0c03c9" providerId="ADAL" clId="{A10AC5A3-C711-4270-8EF1-30E20D42DEFA}" dt="2024-05-27T00:05:31.257" v="527" actId="1037"/>
          <ac:spMkLst>
            <pc:docMk/>
            <pc:sldMk cId="908662233" sldId="2147468668"/>
            <ac:spMk id="9" creationId="{AF25EA85-F864-A148-B359-B1335CA54D0C}"/>
          </ac:spMkLst>
        </pc:spChg>
        <pc:spChg chg="add mod">
          <ac:chgData name="Takeuchi, Koichiro" userId="b3848a05-443b-4434-8fa5-7398ca0c03c9" providerId="ADAL" clId="{A10AC5A3-C711-4270-8EF1-30E20D42DEFA}" dt="2024-05-27T00:08:22.706" v="592" actId="20577"/>
          <ac:spMkLst>
            <pc:docMk/>
            <pc:sldMk cId="908662233" sldId="2147468668"/>
            <ac:spMk id="10" creationId="{14AFB752-6FA7-1C98-4324-90FF272EE49B}"/>
          </ac:spMkLst>
        </pc:spChg>
        <pc:picChg chg="mod">
          <ac:chgData name="Takeuchi, Koichiro" userId="b3848a05-443b-4434-8fa5-7398ca0c03c9" providerId="ADAL" clId="{A10AC5A3-C711-4270-8EF1-30E20D42DEFA}" dt="2024-05-26T23:58:12.994" v="152" actId="1076"/>
          <ac:picMkLst>
            <pc:docMk/>
            <pc:sldMk cId="908662233" sldId="2147468668"/>
            <ac:picMk id="28" creationId="{51FCC3F8-6BA6-5684-4EFD-6719E5763146}"/>
          </ac:picMkLst>
        </pc:picChg>
      </pc:sldChg>
      <pc:sldChg chg="addSp delSp modSp mod">
        <pc:chgData name="Takeuchi, Koichiro" userId="b3848a05-443b-4434-8fa5-7398ca0c03c9" providerId="ADAL" clId="{A10AC5A3-C711-4270-8EF1-30E20D42DEFA}" dt="2024-05-27T00:14:27.041" v="905" actId="1037"/>
        <pc:sldMkLst>
          <pc:docMk/>
          <pc:sldMk cId="3260510982" sldId="2147468670"/>
        </pc:sldMkLst>
        <pc:spChg chg="add mod">
          <ac:chgData name="Takeuchi, Koichiro" userId="b3848a05-443b-4434-8fa5-7398ca0c03c9" providerId="ADAL" clId="{A10AC5A3-C711-4270-8EF1-30E20D42DEFA}" dt="2024-05-27T00:08:11.119" v="582" actId="1076"/>
          <ac:spMkLst>
            <pc:docMk/>
            <pc:sldMk cId="3260510982" sldId="2147468670"/>
            <ac:spMk id="8" creationId="{4AF62E34-CD3E-44B8-F44A-6C0C1DC0724A}"/>
          </ac:spMkLst>
        </pc:spChg>
        <pc:spChg chg="add mod">
          <ac:chgData name="Takeuchi, Koichiro" userId="b3848a05-443b-4434-8fa5-7398ca0c03c9" providerId="ADAL" clId="{A10AC5A3-C711-4270-8EF1-30E20D42DEFA}" dt="2024-05-27T00:14:27.041" v="905" actId="1037"/>
          <ac:spMkLst>
            <pc:docMk/>
            <pc:sldMk cId="3260510982" sldId="2147468670"/>
            <ac:spMk id="9" creationId="{7F7865EB-ACF6-9AEC-1017-8742CD66E2AA}"/>
          </ac:spMkLst>
        </pc:spChg>
        <pc:spChg chg="add mod">
          <ac:chgData name="Takeuchi, Koichiro" userId="b3848a05-443b-4434-8fa5-7398ca0c03c9" providerId="ADAL" clId="{A10AC5A3-C711-4270-8EF1-30E20D42DEFA}" dt="2024-05-27T00:14:27.041" v="905" actId="1037"/>
          <ac:spMkLst>
            <pc:docMk/>
            <pc:sldMk cId="3260510982" sldId="2147468670"/>
            <ac:spMk id="10" creationId="{B088F551-F239-9255-2D27-F980439C0596}"/>
          </ac:spMkLst>
        </pc:spChg>
        <pc:picChg chg="add mod">
          <ac:chgData name="Takeuchi, Koichiro" userId="b3848a05-443b-4434-8fa5-7398ca0c03c9" providerId="ADAL" clId="{A10AC5A3-C711-4270-8EF1-30E20D42DEFA}" dt="2024-05-27T00:07:57.157" v="580" actId="1037"/>
          <ac:picMkLst>
            <pc:docMk/>
            <pc:sldMk cId="3260510982" sldId="2147468670"/>
            <ac:picMk id="7" creationId="{9F680633-5C92-4D93-FD42-467A7FFEB863}"/>
          </ac:picMkLst>
        </pc:picChg>
        <pc:picChg chg="del mod">
          <ac:chgData name="Takeuchi, Koichiro" userId="b3848a05-443b-4434-8fa5-7398ca0c03c9" providerId="ADAL" clId="{A10AC5A3-C711-4270-8EF1-30E20D42DEFA}" dt="2024-05-27T00:06:27.673" v="547" actId="478"/>
          <ac:picMkLst>
            <pc:docMk/>
            <pc:sldMk cId="3260510982" sldId="2147468670"/>
            <ac:picMk id="68" creationId="{00F9C26D-8B78-CC87-EF4B-8DA7F79EE475}"/>
          </ac:picMkLst>
        </pc:picChg>
      </pc:sldChg>
      <pc:sldChg chg="modSp mod">
        <pc:chgData name="Takeuchi, Koichiro" userId="b3848a05-443b-4434-8fa5-7398ca0c03c9" providerId="ADAL" clId="{A10AC5A3-C711-4270-8EF1-30E20D42DEFA}" dt="2024-05-27T00:26:22.491" v="938" actId="20577"/>
        <pc:sldMkLst>
          <pc:docMk/>
          <pc:sldMk cId="3125140011" sldId="2147468671"/>
        </pc:sldMkLst>
        <pc:spChg chg="mod">
          <ac:chgData name="Takeuchi, Koichiro" userId="b3848a05-443b-4434-8fa5-7398ca0c03c9" providerId="ADAL" clId="{A10AC5A3-C711-4270-8EF1-30E20D42DEFA}" dt="2024-05-27T00:26:22.491" v="938" actId="20577"/>
          <ac:spMkLst>
            <pc:docMk/>
            <pc:sldMk cId="3125140011" sldId="2147468671"/>
            <ac:spMk id="2" creationId="{236E8044-5707-32C9-BB39-B5830ACA9388}"/>
          </ac:spMkLst>
        </pc:spChg>
      </pc:sldChg>
      <pc:sldChg chg="modSp mod">
        <pc:chgData name="Takeuchi, Koichiro" userId="b3848a05-443b-4434-8fa5-7398ca0c03c9" providerId="ADAL" clId="{A10AC5A3-C711-4270-8EF1-30E20D42DEFA}" dt="2024-05-27T01:54:51.617" v="1361" actId="14100"/>
        <pc:sldMkLst>
          <pc:docMk/>
          <pc:sldMk cId="220710022" sldId="2147468672"/>
        </pc:sldMkLst>
        <pc:spChg chg="mod">
          <ac:chgData name="Takeuchi, Koichiro" userId="b3848a05-443b-4434-8fa5-7398ca0c03c9" providerId="ADAL" clId="{A10AC5A3-C711-4270-8EF1-30E20D42DEFA}" dt="2024-05-27T01:54:51.617" v="1361" actId="14100"/>
          <ac:spMkLst>
            <pc:docMk/>
            <pc:sldMk cId="220710022" sldId="2147468672"/>
            <ac:spMk id="13" creationId="{DFA13676-B0BF-3377-E394-6CCF32FD2451}"/>
          </ac:spMkLst>
        </pc:spChg>
      </pc:sldChg>
      <pc:sldChg chg="del">
        <pc:chgData name="Takeuchi, Koichiro" userId="b3848a05-443b-4434-8fa5-7398ca0c03c9" providerId="ADAL" clId="{A10AC5A3-C711-4270-8EF1-30E20D42DEFA}" dt="2024-05-27T04:12:07.208" v="1941" actId="47"/>
        <pc:sldMkLst>
          <pc:docMk/>
          <pc:sldMk cId="2303977941" sldId="2147468673"/>
        </pc:sldMkLst>
      </pc:sldChg>
      <pc:sldChg chg="addSp delSp modSp add mod">
        <pc:chgData name="Takeuchi, Koichiro" userId="b3848a05-443b-4434-8fa5-7398ca0c03c9" providerId="ADAL" clId="{A10AC5A3-C711-4270-8EF1-30E20D42DEFA}" dt="2024-05-27T04:10:54.227" v="1937" actId="1076"/>
        <pc:sldMkLst>
          <pc:docMk/>
          <pc:sldMk cId="433576511" sldId="2147468674"/>
        </pc:sldMkLst>
        <pc:spChg chg="mod">
          <ac:chgData name="Takeuchi, Koichiro" userId="b3848a05-443b-4434-8fa5-7398ca0c03c9" providerId="ADAL" clId="{A10AC5A3-C711-4270-8EF1-30E20D42DEFA}" dt="2024-05-27T04:08:16.414" v="1575" actId="20577"/>
          <ac:spMkLst>
            <pc:docMk/>
            <pc:sldMk cId="433576511" sldId="2147468674"/>
            <ac:spMk id="2" creationId="{236E8044-5707-32C9-BB39-B5830ACA9388}"/>
          </ac:spMkLst>
        </pc:spChg>
        <pc:spChg chg="mod">
          <ac:chgData name="Takeuchi, Koichiro" userId="b3848a05-443b-4434-8fa5-7398ca0c03c9" providerId="ADAL" clId="{A10AC5A3-C711-4270-8EF1-30E20D42DEFA}" dt="2024-05-27T04:10:19.189" v="1918" actId="20577"/>
          <ac:spMkLst>
            <pc:docMk/>
            <pc:sldMk cId="433576511" sldId="2147468674"/>
            <ac:spMk id="3" creationId="{6F87811F-22A0-40CB-5137-F9234735B4E4}"/>
          </ac:spMkLst>
        </pc:spChg>
        <pc:picChg chg="add mod">
          <ac:chgData name="Takeuchi, Koichiro" userId="b3848a05-443b-4434-8fa5-7398ca0c03c9" providerId="ADAL" clId="{A10AC5A3-C711-4270-8EF1-30E20D42DEFA}" dt="2024-05-27T04:10:34.871" v="1935" actId="12788"/>
          <ac:picMkLst>
            <pc:docMk/>
            <pc:sldMk cId="433576511" sldId="2147468674"/>
            <ac:picMk id="7" creationId="{DFAAF379-E32E-E6BF-CFC5-DE0131C380F0}"/>
          </ac:picMkLst>
        </pc:picChg>
        <pc:picChg chg="add mod">
          <ac:chgData name="Takeuchi, Koichiro" userId="b3848a05-443b-4434-8fa5-7398ca0c03c9" providerId="ADAL" clId="{A10AC5A3-C711-4270-8EF1-30E20D42DEFA}" dt="2024-05-27T04:10:54.227" v="1937" actId="1076"/>
          <ac:picMkLst>
            <pc:docMk/>
            <pc:sldMk cId="433576511" sldId="2147468674"/>
            <ac:picMk id="8" creationId="{EAA12EBC-3A81-64AB-AC81-85308ECC04EB}"/>
          </ac:picMkLst>
        </pc:picChg>
        <pc:picChg chg="del">
          <ac:chgData name="Takeuchi, Koichiro" userId="b3848a05-443b-4434-8fa5-7398ca0c03c9" providerId="ADAL" clId="{A10AC5A3-C711-4270-8EF1-30E20D42DEFA}" dt="2024-05-27T00:29:39.875" v="1029" actId="478"/>
          <ac:picMkLst>
            <pc:docMk/>
            <pc:sldMk cId="433576511" sldId="2147468674"/>
            <ac:picMk id="32" creationId="{2C685C17-3EF0-1232-112D-1DD6513B6786}"/>
          </ac:picMkLst>
        </pc:picChg>
      </pc:sldChg>
      <pc:sldChg chg="addSp delSp modSp add mod">
        <pc:chgData name="Takeuchi, Koichiro" userId="b3848a05-443b-4434-8fa5-7398ca0c03c9" providerId="ADAL" clId="{A10AC5A3-C711-4270-8EF1-30E20D42DEFA}" dt="2024-05-27T05:12:09.039" v="5364" actId="20577"/>
        <pc:sldMkLst>
          <pc:docMk/>
          <pc:sldMk cId="3380780641" sldId="2147480792"/>
        </pc:sldMkLst>
        <pc:spChg chg="mod">
          <ac:chgData name="Takeuchi, Koichiro" userId="b3848a05-443b-4434-8fa5-7398ca0c03c9" providerId="ADAL" clId="{A10AC5A3-C711-4270-8EF1-30E20D42DEFA}" dt="2024-05-27T04:21:28.898" v="2571" actId="20577"/>
          <ac:spMkLst>
            <pc:docMk/>
            <pc:sldMk cId="3380780641" sldId="2147480792"/>
            <ac:spMk id="2" creationId="{236E8044-5707-32C9-BB39-B5830ACA9388}"/>
          </ac:spMkLst>
        </pc:spChg>
        <pc:spChg chg="add mod">
          <ac:chgData name="Takeuchi, Koichiro" userId="b3848a05-443b-4434-8fa5-7398ca0c03c9" providerId="ADAL" clId="{A10AC5A3-C711-4270-8EF1-30E20D42DEFA}" dt="2024-05-27T04:15:45.662" v="2105" actId="553"/>
          <ac:spMkLst>
            <pc:docMk/>
            <pc:sldMk cId="3380780641" sldId="2147480792"/>
            <ac:spMk id="4" creationId="{C8BE4440-0524-2683-5B5C-9AF529129DD1}"/>
          </ac:spMkLst>
        </pc:spChg>
        <pc:spChg chg="mod">
          <ac:chgData name="Takeuchi, Koichiro" userId="b3848a05-443b-4434-8fa5-7398ca0c03c9" providerId="ADAL" clId="{A10AC5A3-C711-4270-8EF1-30E20D42DEFA}" dt="2024-05-27T05:12:09.039" v="5364" actId="20577"/>
          <ac:spMkLst>
            <pc:docMk/>
            <pc:sldMk cId="3380780641" sldId="2147480792"/>
            <ac:spMk id="7" creationId="{1B5211A4-A2F7-DA77-FBA5-5E4B3AB84E16}"/>
          </ac:spMkLst>
        </pc:spChg>
        <pc:spChg chg="add mod">
          <ac:chgData name="Takeuchi, Koichiro" userId="b3848a05-443b-4434-8fa5-7398ca0c03c9" providerId="ADAL" clId="{A10AC5A3-C711-4270-8EF1-30E20D42DEFA}" dt="2024-05-27T04:20:13.890" v="2507" actId="14100"/>
          <ac:spMkLst>
            <pc:docMk/>
            <pc:sldMk cId="3380780641" sldId="2147480792"/>
            <ac:spMk id="10" creationId="{CA2226FC-67DA-01C3-0531-A5E1DBB5BD40}"/>
          </ac:spMkLst>
        </pc:spChg>
        <pc:spChg chg="add del mod">
          <ac:chgData name="Takeuchi, Koichiro" userId="b3848a05-443b-4434-8fa5-7398ca0c03c9" providerId="ADAL" clId="{A10AC5A3-C711-4270-8EF1-30E20D42DEFA}" dt="2024-05-27T04:19:42.485" v="2445" actId="478"/>
          <ac:spMkLst>
            <pc:docMk/>
            <pc:sldMk cId="3380780641" sldId="2147480792"/>
            <ac:spMk id="12" creationId="{EA70F34F-FE9E-C8AC-0D60-A2F4C787DEC8}"/>
          </ac:spMkLst>
        </pc:spChg>
        <pc:spChg chg="mod">
          <ac:chgData name="Takeuchi, Koichiro" userId="b3848a05-443b-4434-8fa5-7398ca0c03c9" providerId="ADAL" clId="{A10AC5A3-C711-4270-8EF1-30E20D42DEFA}" dt="2024-05-27T04:12:23.804" v="1942" actId="20577"/>
          <ac:spMkLst>
            <pc:docMk/>
            <pc:sldMk cId="3380780641" sldId="2147480792"/>
            <ac:spMk id="17" creationId="{083A2009-DE8D-7170-4EDD-1B7262FF0E8C}"/>
          </ac:spMkLst>
        </pc:spChg>
        <pc:spChg chg="mod">
          <ac:chgData name="Takeuchi, Koichiro" userId="b3848a05-443b-4434-8fa5-7398ca0c03c9" providerId="ADAL" clId="{A10AC5A3-C711-4270-8EF1-30E20D42DEFA}" dt="2024-05-27T04:12:47.519" v="1946" actId="20577"/>
          <ac:spMkLst>
            <pc:docMk/>
            <pc:sldMk cId="3380780641" sldId="2147480792"/>
            <ac:spMk id="29" creationId="{977CAF50-4B26-C9A6-7881-73344BC7CC1C}"/>
          </ac:spMkLst>
        </pc:spChg>
        <pc:spChg chg="mod">
          <ac:chgData name="Takeuchi, Koichiro" userId="b3848a05-443b-4434-8fa5-7398ca0c03c9" providerId="ADAL" clId="{A10AC5A3-C711-4270-8EF1-30E20D42DEFA}" dt="2024-05-27T04:12:30.152" v="1943" actId="20577"/>
          <ac:spMkLst>
            <pc:docMk/>
            <pc:sldMk cId="3380780641" sldId="2147480792"/>
            <ac:spMk id="35" creationId="{99BE1930-A4D9-163E-5B83-617E95228432}"/>
          </ac:spMkLst>
        </pc:spChg>
        <pc:spChg chg="mod">
          <ac:chgData name="Takeuchi, Koichiro" userId="b3848a05-443b-4434-8fa5-7398ca0c03c9" providerId="ADAL" clId="{A10AC5A3-C711-4270-8EF1-30E20D42DEFA}" dt="2024-05-27T04:25:18.464" v="2605" actId="20577"/>
          <ac:spMkLst>
            <pc:docMk/>
            <pc:sldMk cId="3380780641" sldId="2147480792"/>
            <ac:spMk id="43" creationId="{EF519FEC-48F7-8BB9-A93C-07791DF83E83}"/>
          </ac:spMkLst>
        </pc:spChg>
        <pc:spChg chg="mod">
          <ac:chgData name="Takeuchi, Koichiro" userId="b3848a05-443b-4434-8fa5-7398ca0c03c9" providerId="ADAL" clId="{A10AC5A3-C711-4270-8EF1-30E20D42DEFA}" dt="2024-05-27T04:12:36.569" v="1944" actId="20577"/>
          <ac:spMkLst>
            <pc:docMk/>
            <pc:sldMk cId="3380780641" sldId="2147480792"/>
            <ac:spMk id="54" creationId="{BAC2B6A7-9D34-D63D-B15E-0FD27291A939}"/>
          </ac:spMkLst>
        </pc:spChg>
        <pc:spChg chg="mod">
          <ac:chgData name="Takeuchi, Koichiro" userId="b3848a05-443b-4434-8fa5-7398ca0c03c9" providerId="ADAL" clId="{A10AC5A3-C711-4270-8EF1-30E20D42DEFA}" dt="2024-05-27T04:12:42.913" v="1945" actId="20577"/>
          <ac:spMkLst>
            <pc:docMk/>
            <pc:sldMk cId="3380780641" sldId="2147480792"/>
            <ac:spMk id="64" creationId="{AD077B82-6358-F618-174B-E22DB4F61C52}"/>
          </ac:spMkLst>
        </pc:spChg>
        <pc:picChg chg="add del mod">
          <ac:chgData name="Takeuchi, Koichiro" userId="b3848a05-443b-4434-8fa5-7398ca0c03c9" providerId="ADAL" clId="{A10AC5A3-C711-4270-8EF1-30E20D42DEFA}" dt="2024-05-27T04:13:54.790" v="1949" actId="478"/>
          <ac:picMkLst>
            <pc:docMk/>
            <pc:sldMk cId="3380780641" sldId="2147480792"/>
            <ac:picMk id="3" creationId="{34BEE31B-70D9-EB52-9610-DCA916BF7914}"/>
          </ac:picMkLst>
        </pc:picChg>
      </pc:sldChg>
      <pc:sldChg chg="addSp delSp modSp add mod">
        <pc:chgData name="Takeuchi, Koichiro" userId="b3848a05-443b-4434-8fa5-7398ca0c03c9" providerId="ADAL" clId="{A10AC5A3-C711-4270-8EF1-30E20D42DEFA}" dt="2024-05-27T04:08:04.560" v="1565" actId="1076"/>
        <pc:sldMkLst>
          <pc:docMk/>
          <pc:sldMk cId="866521024" sldId="2147480793"/>
        </pc:sldMkLst>
        <pc:spChg chg="mod">
          <ac:chgData name="Takeuchi, Koichiro" userId="b3848a05-443b-4434-8fa5-7398ca0c03c9" providerId="ADAL" clId="{A10AC5A3-C711-4270-8EF1-30E20D42DEFA}" dt="2024-05-27T04:04:48.102" v="1437" actId="20577"/>
          <ac:spMkLst>
            <pc:docMk/>
            <pc:sldMk cId="866521024" sldId="2147480793"/>
            <ac:spMk id="2" creationId="{236E8044-5707-32C9-BB39-B5830ACA9388}"/>
          </ac:spMkLst>
        </pc:spChg>
        <pc:spChg chg="mod">
          <ac:chgData name="Takeuchi, Koichiro" userId="b3848a05-443b-4434-8fa5-7398ca0c03c9" providerId="ADAL" clId="{A10AC5A3-C711-4270-8EF1-30E20D42DEFA}" dt="2024-05-27T04:06:23.174" v="1503" actId="20577"/>
          <ac:spMkLst>
            <pc:docMk/>
            <pc:sldMk cId="866521024" sldId="2147480793"/>
            <ac:spMk id="3" creationId="{6F87811F-22A0-40CB-5137-F9234735B4E4}"/>
          </ac:spMkLst>
        </pc:spChg>
        <pc:spChg chg="add del mod">
          <ac:chgData name="Takeuchi, Koichiro" userId="b3848a05-443b-4434-8fa5-7398ca0c03c9" providerId="ADAL" clId="{A10AC5A3-C711-4270-8EF1-30E20D42DEFA}" dt="2024-05-27T04:06:27.103" v="1504" actId="478"/>
          <ac:spMkLst>
            <pc:docMk/>
            <pc:sldMk cId="866521024" sldId="2147480793"/>
            <ac:spMk id="7" creationId="{B5FE27F0-41B8-4DE5-AAE5-52C036E682F5}"/>
          </ac:spMkLst>
        </pc:spChg>
        <pc:spChg chg="add mod">
          <ac:chgData name="Takeuchi, Koichiro" userId="b3848a05-443b-4434-8fa5-7398ca0c03c9" providerId="ADAL" clId="{A10AC5A3-C711-4270-8EF1-30E20D42DEFA}" dt="2024-05-27T04:08:04.560" v="1565" actId="1076"/>
          <ac:spMkLst>
            <pc:docMk/>
            <pc:sldMk cId="866521024" sldId="2147480793"/>
            <ac:spMk id="12" creationId="{6DFF5B37-F258-E7EB-C7F6-A74D3DDB5CF8}"/>
          </ac:spMkLst>
        </pc:spChg>
        <pc:picChg chg="add del mod">
          <ac:chgData name="Takeuchi, Koichiro" userId="b3848a05-443b-4434-8fa5-7398ca0c03c9" providerId="ADAL" clId="{A10AC5A3-C711-4270-8EF1-30E20D42DEFA}" dt="2024-05-27T04:06:43.636" v="1526" actId="21"/>
          <ac:picMkLst>
            <pc:docMk/>
            <pc:sldMk cId="866521024" sldId="2147480793"/>
            <ac:picMk id="8" creationId="{9AF64A7D-EB64-2C23-3494-962B279FBC28}"/>
          </ac:picMkLst>
        </pc:picChg>
        <pc:picChg chg="add">
          <ac:chgData name="Takeuchi, Koichiro" userId="b3848a05-443b-4434-8fa5-7398ca0c03c9" providerId="ADAL" clId="{A10AC5A3-C711-4270-8EF1-30E20D42DEFA}" dt="2024-05-27T04:07:22.141" v="1527"/>
          <ac:picMkLst>
            <pc:docMk/>
            <pc:sldMk cId="866521024" sldId="2147480793"/>
            <ac:picMk id="9" creationId="{2DF16D7E-AF57-9A60-C677-3F4C687D34C6}"/>
          </ac:picMkLst>
        </pc:picChg>
        <pc:picChg chg="add mod">
          <ac:chgData name="Takeuchi, Koichiro" userId="b3848a05-443b-4434-8fa5-7398ca0c03c9" providerId="ADAL" clId="{A10AC5A3-C711-4270-8EF1-30E20D42DEFA}" dt="2024-05-27T04:07:46.103" v="1563" actId="12788"/>
          <ac:picMkLst>
            <pc:docMk/>
            <pc:sldMk cId="866521024" sldId="2147480793"/>
            <ac:picMk id="10" creationId="{CC563D87-2C01-0B03-08A1-920A5F8E3CB7}"/>
          </ac:picMkLst>
        </pc:picChg>
        <pc:picChg chg="add mod">
          <ac:chgData name="Takeuchi, Koichiro" userId="b3848a05-443b-4434-8fa5-7398ca0c03c9" providerId="ADAL" clId="{A10AC5A3-C711-4270-8EF1-30E20D42DEFA}" dt="2024-05-27T04:08:04.560" v="1565" actId="1076"/>
          <ac:picMkLst>
            <pc:docMk/>
            <pc:sldMk cId="866521024" sldId="2147480793"/>
            <ac:picMk id="11" creationId="{E8A2F3C0-D1EF-2B27-F262-C9561CECF19A}"/>
          </ac:picMkLst>
        </pc:picChg>
        <pc:picChg chg="del">
          <ac:chgData name="Takeuchi, Koichiro" userId="b3848a05-443b-4434-8fa5-7398ca0c03c9" providerId="ADAL" clId="{A10AC5A3-C711-4270-8EF1-30E20D42DEFA}" dt="2024-05-27T04:04:56.082" v="1438" actId="478"/>
          <ac:picMkLst>
            <pc:docMk/>
            <pc:sldMk cId="866521024" sldId="2147480793"/>
            <ac:picMk id="32" creationId="{2C685C17-3EF0-1232-112D-1DD6513B6786}"/>
          </ac:picMkLst>
        </pc:picChg>
      </pc:sldChg>
      <pc:sldChg chg="add del">
        <pc:chgData name="Takeuchi, Koichiro" userId="b3848a05-443b-4434-8fa5-7398ca0c03c9" providerId="ADAL" clId="{A10AC5A3-C711-4270-8EF1-30E20D42DEFA}" dt="2024-05-27T04:12:03.189" v="1939"/>
        <pc:sldMkLst>
          <pc:docMk/>
          <pc:sldMk cId="1128847977" sldId="2147480794"/>
        </pc:sldMkLst>
      </pc:sldChg>
      <pc:sldChg chg="add del">
        <pc:chgData name="Takeuchi, Koichiro" userId="b3848a05-443b-4434-8fa5-7398ca0c03c9" providerId="ADAL" clId="{A10AC5A3-C711-4270-8EF1-30E20D42DEFA}" dt="2024-05-27T04:20:36.863" v="2510"/>
        <pc:sldMkLst>
          <pc:docMk/>
          <pc:sldMk cId="1727773108" sldId="2147480794"/>
        </pc:sldMkLst>
      </pc:sldChg>
      <pc:sldChg chg="add del">
        <pc:chgData name="Takeuchi, Koichiro" userId="b3848a05-443b-4434-8fa5-7398ca0c03c9" providerId="ADAL" clId="{A10AC5A3-C711-4270-8EF1-30E20D42DEFA}" dt="2024-05-27T04:14:08.990" v="1950" actId="47"/>
        <pc:sldMkLst>
          <pc:docMk/>
          <pc:sldMk cId="3018718395" sldId="2147480794"/>
        </pc:sldMkLst>
      </pc:sldChg>
      <pc:sldChg chg="addSp delSp modSp add mod">
        <pc:chgData name="Takeuchi, Koichiro" userId="b3848a05-443b-4434-8fa5-7398ca0c03c9" providerId="ADAL" clId="{A10AC5A3-C711-4270-8EF1-30E20D42DEFA}" dt="2024-05-27T08:18:57.776" v="6766" actId="20577"/>
        <pc:sldMkLst>
          <pc:docMk/>
          <pc:sldMk cId="3530669204" sldId="2147480794"/>
        </pc:sldMkLst>
        <pc:spChg chg="mod">
          <ac:chgData name="Takeuchi, Koichiro" userId="b3848a05-443b-4434-8fa5-7398ca0c03c9" providerId="ADAL" clId="{A10AC5A3-C711-4270-8EF1-30E20D42DEFA}" dt="2024-05-27T04:21:40.643" v="2585" actId="20577"/>
          <ac:spMkLst>
            <pc:docMk/>
            <pc:sldMk cId="3530669204" sldId="2147480794"/>
            <ac:spMk id="2" creationId="{236E8044-5707-32C9-BB39-B5830ACA9388}"/>
          </ac:spMkLst>
        </pc:spChg>
        <pc:spChg chg="add mod topLvl">
          <ac:chgData name="Takeuchi, Koichiro" userId="b3848a05-443b-4434-8fa5-7398ca0c03c9" providerId="ADAL" clId="{A10AC5A3-C711-4270-8EF1-30E20D42DEFA}" dt="2024-05-27T08:06:35.852" v="6231" actId="555"/>
          <ac:spMkLst>
            <pc:docMk/>
            <pc:sldMk cId="3530669204" sldId="2147480794"/>
            <ac:spMk id="3" creationId="{7283448C-C2AA-FFB3-0F48-D72492AA42EF}"/>
          </ac:spMkLst>
        </pc:spChg>
        <pc:spChg chg="del">
          <ac:chgData name="Takeuchi, Koichiro" userId="b3848a05-443b-4434-8fa5-7398ca0c03c9" providerId="ADAL" clId="{A10AC5A3-C711-4270-8EF1-30E20D42DEFA}" dt="2024-05-27T04:21:50.174" v="2587" actId="478"/>
          <ac:spMkLst>
            <pc:docMk/>
            <pc:sldMk cId="3530669204" sldId="2147480794"/>
            <ac:spMk id="4" creationId="{C8BE4440-0524-2683-5B5C-9AF529129DD1}"/>
          </ac:spMkLst>
        </pc:spChg>
        <pc:spChg chg="mod">
          <ac:chgData name="Takeuchi, Koichiro" userId="b3848a05-443b-4434-8fa5-7398ca0c03c9" providerId="ADAL" clId="{A10AC5A3-C711-4270-8EF1-30E20D42DEFA}" dt="2024-05-27T08:11:37.523" v="6370" actId="20577"/>
          <ac:spMkLst>
            <pc:docMk/>
            <pc:sldMk cId="3530669204" sldId="2147480794"/>
            <ac:spMk id="7" creationId="{1B5211A4-A2F7-DA77-FBA5-5E4B3AB84E16}"/>
          </ac:spMkLst>
        </pc:spChg>
        <pc:spChg chg="del">
          <ac:chgData name="Takeuchi, Koichiro" userId="b3848a05-443b-4434-8fa5-7398ca0c03c9" providerId="ADAL" clId="{A10AC5A3-C711-4270-8EF1-30E20D42DEFA}" dt="2024-05-27T04:21:50.174" v="2587" actId="478"/>
          <ac:spMkLst>
            <pc:docMk/>
            <pc:sldMk cId="3530669204" sldId="2147480794"/>
            <ac:spMk id="8" creationId="{2CA609B8-100F-2FFC-0D6C-9388BFD631E2}"/>
          </ac:spMkLst>
        </pc:spChg>
        <pc:spChg chg="del">
          <ac:chgData name="Takeuchi, Koichiro" userId="b3848a05-443b-4434-8fa5-7398ca0c03c9" providerId="ADAL" clId="{A10AC5A3-C711-4270-8EF1-30E20D42DEFA}" dt="2024-05-27T04:21:50.174" v="2587" actId="478"/>
          <ac:spMkLst>
            <pc:docMk/>
            <pc:sldMk cId="3530669204" sldId="2147480794"/>
            <ac:spMk id="10" creationId="{CA2226FC-67DA-01C3-0531-A5E1DBB5BD40}"/>
          </ac:spMkLst>
        </pc:spChg>
        <pc:spChg chg="add mod topLvl">
          <ac:chgData name="Takeuchi, Koichiro" userId="b3848a05-443b-4434-8fa5-7398ca0c03c9" providerId="ADAL" clId="{A10AC5A3-C711-4270-8EF1-30E20D42DEFA}" dt="2024-05-27T08:18:57.776" v="6766" actId="20577"/>
          <ac:spMkLst>
            <pc:docMk/>
            <pc:sldMk cId="3530669204" sldId="2147480794"/>
            <ac:spMk id="12" creationId="{26DC941C-576A-D927-9AC2-62538BC1BF71}"/>
          </ac:spMkLst>
        </pc:spChg>
        <pc:spChg chg="add mod topLvl">
          <ac:chgData name="Takeuchi, Koichiro" userId="b3848a05-443b-4434-8fa5-7398ca0c03c9" providerId="ADAL" clId="{A10AC5A3-C711-4270-8EF1-30E20D42DEFA}" dt="2024-05-27T08:14:14.215" v="6549" actId="555"/>
          <ac:spMkLst>
            <pc:docMk/>
            <pc:sldMk cId="3530669204" sldId="2147480794"/>
            <ac:spMk id="13" creationId="{4E845ACE-23B3-25E4-65FE-6D0CEE69A0FF}"/>
          </ac:spMkLst>
        </pc:spChg>
        <pc:spChg chg="del">
          <ac:chgData name="Takeuchi, Koichiro" userId="b3848a05-443b-4434-8fa5-7398ca0c03c9" providerId="ADAL" clId="{A10AC5A3-C711-4270-8EF1-30E20D42DEFA}" dt="2024-05-27T04:21:50.174" v="2587" actId="478"/>
          <ac:spMkLst>
            <pc:docMk/>
            <pc:sldMk cId="3530669204" sldId="2147480794"/>
            <ac:spMk id="14" creationId="{655035C4-C4C1-D891-37D0-8355934D8287}"/>
          </ac:spMkLst>
        </pc:spChg>
        <pc:spChg chg="del">
          <ac:chgData name="Takeuchi, Koichiro" userId="b3848a05-443b-4434-8fa5-7398ca0c03c9" providerId="ADAL" clId="{A10AC5A3-C711-4270-8EF1-30E20D42DEFA}" dt="2024-05-27T04:21:50.174" v="2587" actId="478"/>
          <ac:spMkLst>
            <pc:docMk/>
            <pc:sldMk cId="3530669204" sldId="2147480794"/>
            <ac:spMk id="15" creationId="{FD5188EF-6030-23A8-2831-026741BE3232}"/>
          </ac:spMkLst>
        </pc:spChg>
        <pc:spChg chg="add mod topLvl">
          <ac:chgData name="Takeuchi, Koichiro" userId="b3848a05-443b-4434-8fa5-7398ca0c03c9" providerId="ADAL" clId="{A10AC5A3-C711-4270-8EF1-30E20D42DEFA}" dt="2024-05-27T08:14:38.945" v="6596" actId="20577"/>
          <ac:spMkLst>
            <pc:docMk/>
            <pc:sldMk cId="3530669204" sldId="2147480794"/>
            <ac:spMk id="16" creationId="{617E6CC5-E981-4213-4242-3781147CE344}"/>
          </ac:spMkLst>
        </pc:spChg>
        <pc:spChg chg="del">
          <ac:chgData name="Takeuchi, Koichiro" userId="b3848a05-443b-4434-8fa5-7398ca0c03c9" providerId="ADAL" clId="{A10AC5A3-C711-4270-8EF1-30E20D42DEFA}" dt="2024-05-27T04:21:50.174" v="2587" actId="478"/>
          <ac:spMkLst>
            <pc:docMk/>
            <pc:sldMk cId="3530669204" sldId="2147480794"/>
            <ac:spMk id="17" creationId="{083A2009-DE8D-7170-4EDD-1B7262FF0E8C}"/>
          </ac:spMkLst>
        </pc:spChg>
        <pc:spChg chg="del">
          <ac:chgData name="Takeuchi, Koichiro" userId="b3848a05-443b-4434-8fa5-7398ca0c03c9" providerId="ADAL" clId="{A10AC5A3-C711-4270-8EF1-30E20D42DEFA}" dt="2024-05-27T04:21:50.174" v="2587" actId="478"/>
          <ac:spMkLst>
            <pc:docMk/>
            <pc:sldMk cId="3530669204" sldId="2147480794"/>
            <ac:spMk id="18" creationId="{E5C9D409-4DFE-2797-E260-F67D50BB597E}"/>
          </ac:spMkLst>
        </pc:spChg>
        <pc:spChg chg="del">
          <ac:chgData name="Takeuchi, Koichiro" userId="b3848a05-443b-4434-8fa5-7398ca0c03c9" providerId="ADAL" clId="{A10AC5A3-C711-4270-8EF1-30E20D42DEFA}" dt="2024-05-27T04:21:50.174" v="2587" actId="478"/>
          <ac:spMkLst>
            <pc:docMk/>
            <pc:sldMk cId="3530669204" sldId="2147480794"/>
            <ac:spMk id="22" creationId="{C5B1A5B0-06DF-37A3-048B-FB28C07B404B}"/>
          </ac:spMkLst>
        </pc:spChg>
        <pc:spChg chg="del">
          <ac:chgData name="Takeuchi, Koichiro" userId="b3848a05-443b-4434-8fa5-7398ca0c03c9" providerId="ADAL" clId="{A10AC5A3-C711-4270-8EF1-30E20D42DEFA}" dt="2024-05-27T04:21:50.174" v="2587" actId="478"/>
          <ac:spMkLst>
            <pc:docMk/>
            <pc:sldMk cId="3530669204" sldId="2147480794"/>
            <ac:spMk id="26" creationId="{A1AAF9C4-F40C-89C3-72A8-B627A53E58B6}"/>
          </ac:spMkLst>
        </pc:spChg>
        <pc:spChg chg="del">
          <ac:chgData name="Takeuchi, Koichiro" userId="b3848a05-443b-4434-8fa5-7398ca0c03c9" providerId="ADAL" clId="{A10AC5A3-C711-4270-8EF1-30E20D42DEFA}" dt="2024-05-27T04:21:50.174" v="2587" actId="478"/>
          <ac:spMkLst>
            <pc:docMk/>
            <pc:sldMk cId="3530669204" sldId="2147480794"/>
            <ac:spMk id="28" creationId="{9FE2547F-9DA9-C71E-61FD-C88AABA25CE3}"/>
          </ac:spMkLst>
        </pc:spChg>
        <pc:spChg chg="del">
          <ac:chgData name="Takeuchi, Koichiro" userId="b3848a05-443b-4434-8fa5-7398ca0c03c9" providerId="ADAL" clId="{A10AC5A3-C711-4270-8EF1-30E20D42DEFA}" dt="2024-05-27T04:21:50.174" v="2587" actId="478"/>
          <ac:spMkLst>
            <pc:docMk/>
            <pc:sldMk cId="3530669204" sldId="2147480794"/>
            <ac:spMk id="29" creationId="{977CAF50-4B26-C9A6-7881-73344BC7CC1C}"/>
          </ac:spMkLst>
        </pc:spChg>
        <pc:spChg chg="add mod topLvl">
          <ac:chgData name="Takeuchi, Koichiro" userId="b3848a05-443b-4434-8fa5-7398ca0c03c9" providerId="ADAL" clId="{A10AC5A3-C711-4270-8EF1-30E20D42DEFA}" dt="2024-05-27T08:13:58.770" v="6544" actId="1036"/>
          <ac:spMkLst>
            <pc:docMk/>
            <pc:sldMk cId="3530669204" sldId="2147480794"/>
            <ac:spMk id="30" creationId="{058CE3D4-AFF8-BCE4-358F-C991B1BCEAD4}"/>
          </ac:spMkLst>
        </pc:spChg>
        <pc:spChg chg="del">
          <ac:chgData name="Takeuchi, Koichiro" userId="b3848a05-443b-4434-8fa5-7398ca0c03c9" providerId="ADAL" clId="{A10AC5A3-C711-4270-8EF1-30E20D42DEFA}" dt="2024-05-27T04:21:50.174" v="2587" actId="478"/>
          <ac:spMkLst>
            <pc:docMk/>
            <pc:sldMk cId="3530669204" sldId="2147480794"/>
            <ac:spMk id="35" creationId="{99BE1930-A4D9-163E-5B83-617E95228432}"/>
          </ac:spMkLst>
        </pc:spChg>
        <pc:spChg chg="del">
          <ac:chgData name="Takeuchi, Koichiro" userId="b3848a05-443b-4434-8fa5-7398ca0c03c9" providerId="ADAL" clId="{A10AC5A3-C711-4270-8EF1-30E20D42DEFA}" dt="2024-05-27T04:21:50.174" v="2587" actId="478"/>
          <ac:spMkLst>
            <pc:docMk/>
            <pc:sldMk cId="3530669204" sldId="2147480794"/>
            <ac:spMk id="36" creationId="{A1ACC864-0298-6029-9A6B-27EBF4FEB8F3}"/>
          </ac:spMkLst>
        </pc:spChg>
        <pc:spChg chg="del">
          <ac:chgData name="Takeuchi, Koichiro" userId="b3848a05-443b-4434-8fa5-7398ca0c03c9" providerId="ADAL" clId="{A10AC5A3-C711-4270-8EF1-30E20D42DEFA}" dt="2024-05-27T04:21:52.864" v="2588" actId="478"/>
          <ac:spMkLst>
            <pc:docMk/>
            <pc:sldMk cId="3530669204" sldId="2147480794"/>
            <ac:spMk id="37" creationId="{3E27E42F-3387-27BE-AB07-BCA49CFF0AEE}"/>
          </ac:spMkLst>
        </pc:spChg>
        <pc:spChg chg="add mod topLvl">
          <ac:chgData name="Takeuchi, Koichiro" userId="b3848a05-443b-4434-8fa5-7398ca0c03c9" providerId="ADAL" clId="{A10AC5A3-C711-4270-8EF1-30E20D42DEFA}" dt="2024-05-27T08:13:58.770" v="6544" actId="1036"/>
          <ac:spMkLst>
            <pc:docMk/>
            <pc:sldMk cId="3530669204" sldId="2147480794"/>
            <ac:spMk id="40" creationId="{00D7C407-F1F8-02D4-2BF1-078D990A55F8}"/>
          </ac:spMkLst>
        </pc:spChg>
        <pc:spChg chg="add del mod">
          <ac:chgData name="Takeuchi, Koichiro" userId="b3848a05-443b-4434-8fa5-7398ca0c03c9" providerId="ADAL" clId="{A10AC5A3-C711-4270-8EF1-30E20D42DEFA}" dt="2024-05-27T05:26:30.508" v="5366" actId="478"/>
          <ac:spMkLst>
            <pc:docMk/>
            <pc:sldMk cId="3530669204" sldId="2147480794"/>
            <ac:spMk id="42" creationId="{4A2D638F-F20F-7000-AB0B-56AE5AA26A0F}"/>
          </ac:spMkLst>
        </pc:spChg>
        <pc:spChg chg="del">
          <ac:chgData name="Takeuchi, Koichiro" userId="b3848a05-443b-4434-8fa5-7398ca0c03c9" providerId="ADAL" clId="{A10AC5A3-C711-4270-8EF1-30E20D42DEFA}" dt="2024-05-27T04:21:50.174" v="2587" actId="478"/>
          <ac:spMkLst>
            <pc:docMk/>
            <pc:sldMk cId="3530669204" sldId="2147480794"/>
            <ac:spMk id="43" creationId="{EF519FEC-48F7-8BB9-A93C-07791DF83E83}"/>
          </ac:spMkLst>
        </pc:spChg>
        <pc:spChg chg="del">
          <ac:chgData name="Takeuchi, Koichiro" userId="b3848a05-443b-4434-8fa5-7398ca0c03c9" providerId="ADAL" clId="{A10AC5A3-C711-4270-8EF1-30E20D42DEFA}" dt="2024-05-27T04:21:50.174" v="2587" actId="478"/>
          <ac:spMkLst>
            <pc:docMk/>
            <pc:sldMk cId="3530669204" sldId="2147480794"/>
            <ac:spMk id="44" creationId="{0D630056-F1F1-3257-1799-8B51BD0AF244}"/>
          </ac:spMkLst>
        </pc:spChg>
        <pc:spChg chg="del">
          <ac:chgData name="Takeuchi, Koichiro" userId="b3848a05-443b-4434-8fa5-7398ca0c03c9" providerId="ADAL" clId="{A10AC5A3-C711-4270-8EF1-30E20D42DEFA}" dt="2024-05-27T04:21:50.174" v="2587" actId="478"/>
          <ac:spMkLst>
            <pc:docMk/>
            <pc:sldMk cId="3530669204" sldId="2147480794"/>
            <ac:spMk id="45" creationId="{9A4F28C1-C7D5-29B9-0601-D42852F223E2}"/>
          </ac:spMkLst>
        </pc:spChg>
        <pc:spChg chg="del">
          <ac:chgData name="Takeuchi, Koichiro" userId="b3848a05-443b-4434-8fa5-7398ca0c03c9" providerId="ADAL" clId="{A10AC5A3-C711-4270-8EF1-30E20D42DEFA}" dt="2024-05-27T04:21:52.864" v="2588" actId="478"/>
          <ac:spMkLst>
            <pc:docMk/>
            <pc:sldMk cId="3530669204" sldId="2147480794"/>
            <ac:spMk id="48" creationId="{311B08D4-CC62-B6FF-97E8-6D0A1151A0A4}"/>
          </ac:spMkLst>
        </pc:spChg>
        <pc:spChg chg="add del mod">
          <ac:chgData name="Takeuchi, Koichiro" userId="b3848a05-443b-4434-8fa5-7398ca0c03c9" providerId="ADAL" clId="{A10AC5A3-C711-4270-8EF1-30E20D42DEFA}" dt="2024-05-27T05:26:30.508" v="5366" actId="478"/>
          <ac:spMkLst>
            <pc:docMk/>
            <pc:sldMk cId="3530669204" sldId="2147480794"/>
            <ac:spMk id="49" creationId="{00B3F2BC-AABC-A866-BF27-304BE2B18885}"/>
          </ac:spMkLst>
        </pc:spChg>
        <pc:spChg chg="add mod">
          <ac:chgData name="Takeuchi, Koichiro" userId="b3848a05-443b-4434-8fa5-7398ca0c03c9" providerId="ADAL" clId="{A10AC5A3-C711-4270-8EF1-30E20D42DEFA}" dt="2024-05-27T08:05:29.373" v="6205" actId="1076"/>
          <ac:spMkLst>
            <pc:docMk/>
            <pc:sldMk cId="3530669204" sldId="2147480794"/>
            <ac:spMk id="50" creationId="{EC91DEA5-C9C9-FF3D-9931-D5146ED1628D}"/>
          </ac:spMkLst>
        </pc:spChg>
        <pc:spChg chg="del">
          <ac:chgData name="Takeuchi, Koichiro" userId="b3848a05-443b-4434-8fa5-7398ca0c03c9" providerId="ADAL" clId="{A10AC5A3-C711-4270-8EF1-30E20D42DEFA}" dt="2024-05-27T04:21:50.174" v="2587" actId="478"/>
          <ac:spMkLst>
            <pc:docMk/>
            <pc:sldMk cId="3530669204" sldId="2147480794"/>
            <ac:spMk id="54" creationId="{BAC2B6A7-9D34-D63D-B15E-0FD27291A939}"/>
          </ac:spMkLst>
        </pc:spChg>
        <pc:spChg chg="del">
          <ac:chgData name="Takeuchi, Koichiro" userId="b3848a05-443b-4434-8fa5-7398ca0c03c9" providerId="ADAL" clId="{A10AC5A3-C711-4270-8EF1-30E20D42DEFA}" dt="2024-05-27T04:21:50.174" v="2587" actId="478"/>
          <ac:spMkLst>
            <pc:docMk/>
            <pc:sldMk cId="3530669204" sldId="2147480794"/>
            <ac:spMk id="58" creationId="{BE7C8E36-3686-5FE4-ED5A-DDB8FAA459F1}"/>
          </ac:spMkLst>
        </pc:spChg>
        <pc:spChg chg="del">
          <ac:chgData name="Takeuchi, Koichiro" userId="b3848a05-443b-4434-8fa5-7398ca0c03c9" providerId="ADAL" clId="{A10AC5A3-C711-4270-8EF1-30E20D42DEFA}" dt="2024-05-27T04:21:52.864" v="2588" actId="478"/>
          <ac:spMkLst>
            <pc:docMk/>
            <pc:sldMk cId="3530669204" sldId="2147480794"/>
            <ac:spMk id="63" creationId="{AB5D7715-7E25-7C56-C228-0D2BB8C0FE4F}"/>
          </ac:spMkLst>
        </pc:spChg>
        <pc:spChg chg="del">
          <ac:chgData name="Takeuchi, Koichiro" userId="b3848a05-443b-4434-8fa5-7398ca0c03c9" providerId="ADAL" clId="{A10AC5A3-C711-4270-8EF1-30E20D42DEFA}" dt="2024-05-27T04:21:50.174" v="2587" actId="478"/>
          <ac:spMkLst>
            <pc:docMk/>
            <pc:sldMk cId="3530669204" sldId="2147480794"/>
            <ac:spMk id="64" creationId="{AD077B82-6358-F618-174B-E22DB4F61C52}"/>
          </ac:spMkLst>
        </pc:spChg>
        <pc:spChg chg="del">
          <ac:chgData name="Takeuchi, Koichiro" userId="b3848a05-443b-4434-8fa5-7398ca0c03c9" providerId="ADAL" clId="{A10AC5A3-C711-4270-8EF1-30E20D42DEFA}" dt="2024-05-27T04:21:50.174" v="2587" actId="478"/>
          <ac:spMkLst>
            <pc:docMk/>
            <pc:sldMk cId="3530669204" sldId="2147480794"/>
            <ac:spMk id="67" creationId="{18F5C232-5D6B-8305-B091-2061E8EEFD60}"/>
          </ac:spMkLst>
        </pc:spChg>
        <pc:spChg chg="del">
          <ac:chgData name="Takeuchi, Koichiro" userId="b3848a05-443b-4434-8fa5-7398ca0c03c9" providerId="ADAL" clId="{A10AC5A3-C711-4270-8EF1-30E20D42DEFA}" dt="2024-05-27T04:21:50.174" v="2587" actId="478"/>
          <ac:spMkLst>
            <pc:docMk/>
            <pc:sldMk cId="3530669204" sldId="2147480794"/>
            <ac:spMk id="89" creationId="{50F3E437-7D14-392F-DB1E-000472141693}"/>
          </ac:spMkLst>
        </pc:spChg>
        <pc:spChg chg="del">
          <ac:chgData name="Takeuchi, Koichiro" userId="b3848a05-443b-4434-8fa5-7398ca0c03c9" providerId="ADAL" clId="{A10AC5A3-C711-4270-8EF1-30E20D42DEFA}" dt="2024-05-27T04:21:50.174" v="2587" actId="478"/>
          <ac:spMkLst>
            <pc:docMk/>
            <pc:sldMk cId="3530669204" sldId="2147480794"/>
            <ac:spMk id="90" creationId="{9DEF6CE1-C883-A006-8C35-85A75D44D578}"/>
          </ac:spMkLst>
        </pc:spChg>
        <pc:spChg chg="del">
          <ac:chgData name="Takeuchi, Koichiro" userId="b3848a05-443b-4434-8fa5-7398ca0c03c9" providerId="ADAL" clId="{A10AC5A3-C711-4270-8EF1-30E20D42DEFA}" dt="2024-05-27T04:21:47.334" v="2586" actId="478"/>
          <ac:spMkLst>
            <pc:docMk/>
            <pc:sldMk cId="3530669204" sldId="2147480794"/>
            <ac:spMk id="91" creationId="{119FCF50-34CF-7AA6-D964-555D3CF8C742}"/>
          </ac:spMkLst>
        </pc:spChg>
        <pc:grpChg chg="add del mod">
          <ac:chgData name="Takeuchi, Koichiro" userId="b3848a05-443b-4434-8fa5-7398ca0c03c9" providerId="ADAL" clId="{A10AC5A3-C711-4270-8EF1-30E20D42DEFA}" dt="2024-05-27T08:06:31.507" v="6229" actId="165"/>
          <ac:grpSpMkLst>
            <pc:docMk/>
            <pc:sldMk cId="3530669204" sldId="2147480794"/>
            <ac:grpSpMk id="8" creationId="{D2391BDC-3EC5-F420-6942-660385145645}"/>
          </ac:grpSpMkLst>
        </pc:grpChg>
        <pc:grpChg chg="del">
          <ac:chgData name="Takeuchi, Koichiro" userId="b3848a05-443b-4434-8fa5-7398ca0c03c9" providerId="ADAL" clId="{A10AC5A3-C711-4270-8EF1-30E20D42DEFA}" dt="2024-05-27T04:21:50.174" v="2587" actId="478"/>
          <ac:grpSpMkLst>
            <pc:docMk/>
            <pc:sldMk cId="3530669204" sldId="2147480794"/>
            <ac:grpSpMk id="19" creationId="{CBAB4438-F74C-2CD2-D6C3-355E0D2CAEA2}"/>
          </ac:grpSpMkLst>
        </pc:grpChg>
        <pc:grpChg chg="del">
          <ac:chgData name="Takeuchi, Koichiro" userId="b3848a05-443b-4434-8fa5-7398ca0c03c9" providerId="ADAL" clId="{A10AC5A3-C711-4270-8EF1-30E20D42DEFA}" dt="2024-05-27T04:21:50.174" v="2587" actId="478"/>
          <ac:grpSpMkLst>
            <pc:docMk/>
            <pc:sldMk cId="3530669204" sldId="2147480794"/>
            <ac:grpSpMk id="41" creationId="{E0F1022A-8041-D3BD-9622-E13713487058}"/>
          </ac:grpSpMkLst>
        </pc:grpChg>
        <pc:picChg chg="add del mod">
          <ac:chgData name="Takeuchi, Koichiro" userId="b3848a05-443b-4434-8fa5-7398ca0c03c9" providerId="ADAL" clId="{A10AC5A3-C711-4270-8EF1-30E20D42DEFA}" dt="2024-05-27T04:57:27.445" v="4943" actId="478"/>
          <ac:picMkLst>
            <pc:docMk/>
            <pc:sldMk cId="3530669204" sldId="2147480794"/>
            <ac:picMk id="4" creationId="{E8A5A36E-3DE3-1165-94F1-0A244C2CBF2A}"/>
          </ac:picMkLst>
        </pc:picChg>
        <pc:picChg chg="add mod">
          <ac:chgData name="Takeuchi, Koichiro" userId="b3848a05-443b-4434-8fa5-7398ca0c03c9" providerId="ADAL" clId="{A10AC5A3-C711-4270-8EF1-30E20D42DEFA}" dt="2024-05-27T08:06:35.852" v="6231" actId="555"/>
          <ac:picMkLst>
            <pc:docMk/>
            <pc:sldMk cId="3530669204" sldId="2147480794"/>
            <ac:picMk id="10" creationId="{7CB25799-E983-64FF-81DF-CC7172679947}"/>
          </ac:picMkLst>
        </pc:picChg>
        <pc:picChg chg="add del mod">
          <ac:chgData name="Takeuchi, Koichiro" userId="b3848a05-443b-4434-8fa5-7398ca0c03c9" providerId="ADAL" clId="{A10AC5A3-C711-4270-8EF1-30E20D42DEFA}" dt="2024-05-27T08:14:14.215" v="6549" actId="555"/>
          <ac:picMkLst>
            <pc:docMk/>
            <pc:sldMk cId="3530669204" sldId="2147480794"/>
            <ac:picMk id="14" creationId="{02704DD5-8396-4DA5-8DC6-9F1214CB1B57}"/>
          </ac:picMkLst>
        </pc:picChg>
        <pc:picChg chg="add mod">
          <ac:chgData name="Takeuchi, Koichiro" userId="b3848a05-443b-4434-8fa5-7398ca0c03c9" providerId="ADAL" clId="{A10AC5A3-C711-4270-8EF1-30E20D42DEFA}" dt="2024-05-27T08:13:58.770" v="6544" actId="1036"/>
          <ac:picMkLst>
            <pc:docMk/>
            <pc:sldMk cId="3530669204" sldId="2147480794"/>
            <ac:picMk id="17" creationId="{FFA40AC8-2934-29E8-59D5-B5E5F8ED613D}"/>
          </ac:picMkLst>
        </pc:picChg>
        <pc:cxnChg chg="del">
          <ac:chgData name="Takeuchi, Koichiro" userId="b3848a05-443b-4434-8fa5-7398ca0c03c9" providerId="ADAL" clId="{A10AC5A3-C711-4270-8EF1-30E20D42DEFA}" dt="2024-05-27T04:21:50.174" v="2587" actId="478"/>
          <ac:cxnSpMkLst>
            <pc:docMk/>
            <pc:sldMk cId="3530669204" sldId="2147480794"/>
            <ac:cxnSpMk id="9" creationId="{14461F44-960D-15E2-BE93-F8E477E14593}"/>
          </ac:cxnSpMkLst>
        </pc:cxnChg>
        <pc:cxnChg chg="del mod">
          <ac:chgData name="Takeuchi, Koichiro" userId="b3848a05-443b-4434-8fa5-7398ca0c03c9" providerId="ADAL" clId="{A10AC5A3-C711-4270-8EF1-30E20D42DEFA}" dt="2024-05-27T04:21:50.174" v="2587" actId="478"/>
          <ac:cxnSpMkLst>
            <pc:docMk/>
            <pc:sldMk cId="3530669204" sldId="2147480794"/>
            <ac:cxnSpMk id="11" creationId="{BD65BEFB-C496-D0FE-48DF-C3F4DA95E70C}"/>
          </ac:cxnSpMkLst>
        </pc:cxnChg>
        <pc:cxnChg chg="del">
          <ac:chgData name="Takeuchi, Koichiro" userId="b3848a05-443b-4434-8fa5-7398ca0c03c9" providerId="ADAL" clId="{A10AC5A3-C711-4270-8EF1-30E20D42DEFA}" dt="2024-05-27T04:21:50.174" v="2587" actId="478"/>
          <ac:cxnSpMkLst>
            <pc:docMk/>
            <pc:sldMk cId="3530669204" sldId="2147480794"/>
            <ac:cxnSpMk id="23" creationId="{C0C95C15-3F71-9E9D-1575-C2D26A9E4A70}"/>
          </ac:cxnSpMkLst>
        </pc:cxnChg>
        <pc:cxnChg chg="del mod">
          <ac:chgData name="Takeuchi, Koichiro" userId="b3848a05-443b-4434-8fa5-7398ca0c03c9" providerId="ADAL" clId="{A10AC5A3-C711-4270-8EF1-30E20D42DEFA}" dt="2024-05-27T04:21:50.174" v="2587" actId="478"/>
          <ac:cxnSpMkLst>
            <pc:docMk/>
            <pc:sldMk cId="3530669204" sldId="2147480794"/>
            <ac:cxnSpMk id="24" creationId="{E8E19477-C774-ACB2-1929-29E11D5BFD5D}"/>
          </ac:cxnSpMkLst>
        </pc:cxnChg>
        <pc:cxnChg chg="del mod">
          <ac:chgData name="Takeuchi, Koichiro" userId="b3848a05-443b-4434-8fa5-7398ca0c03c9" providerId="ADAL" clId="{A10AC5A3-C711-4270-8EF1-30E20D42DEFA}" dt="2024-05-27T04:21:50.174" v="2587" actId="478"/>
          <ac:cxnSpMkLst>
            <pc:docMk/>
            <pc:sldMk cId="3530669204" sldId="2147480794"/>
            <ac:cxnSpMk id="25" creationId="{04BBDA36-239E-CA1A-7E6E-4D9C389BEEED}"/>
          </ac:cxnSpMkLst>
        </pc:cxnChg>
        <pc:cxnChg chg="del">
          <ac:chgData name="Takeuchi, Koichiro" userId="b3848a05-443b-4434-8fa5-7398ca0c03c9" providerId="ADAL" clId="{A10AC5A3-C711-4270-8EF1-30E20D42DEFA}" dt="2024-05-27T04:21:50.174" v="2587" actId="478"/>
          <ac:cxnSpMkLst>
            <pc:docMk/>
            <pc:sldMk cId="3530669204" sldId="2147480794"/>
            <ac:cxnSpMk id="27" creationId="{FF1E746F-BC0B-702B-1E6F-6072329CA152}"/>
          </ac:cxnSpMkLst>
        </pc:cxnChg>
        <pc:cxnChg chg="del mod">
          <ac:chgData name="Takeuchi, Koichiro" userId="b3848a05-443b-4434-8fa5-7398ca0c03c9" providerId="ADAL" clId="{A10AC5A3-C711-4270-8EF1-30E20D42DEFA}" dt="2024-05-27T04:21:50.174" v="2587" actId="478"/>
          <ac:cxnSpMkLst>
            <pc:docMk/>
            <pc:sldMk cId="3530669204" sldId="2147480794"/>
            <ac:cxnSpMk id="31" creationId="{4E4A4944-7882-6E7B-54CE-BB81AEE3D359}"/>
          </ac:cxnSpMkLst>
        </pc:cxnChg>
        <pc:cxnChg chg="del mod">
          <ac:chgData name="Takeuchi, Koichiro" userId="b3848a05-443b-4434-8fa5-7398ca0c03c9" providerId="ADAL" clId="{A10AC5A3-C711-4270-8EF1-30E20D42DEFA}" dt="2024-05-27T04:21:50.174" v="2587" actId="478"/>
          <ac:cxnSpMkLst>
            <pc:docMk/>
            <pc:sldMk cId="3530669204" sldId="2147480794"/>
            <ac:cxnSpMk id="32" creationId="{53609A2D-DC53-5B5F-F1C9-13C64E165B9C}"/>
          </ac:cxnSpMkLst>
        </pc:cxnChg>
        <pc:cxnChg chg="del mod">
          <ac:chgData name="Takeuchi, Koichiro" userId="b3848a05-443b-4434-8fa5-7398ca0c03c9" providerId="ADAL" clId="{A10AC5A3-C711-4270-8EF1-30E20D42DEFA}" dt="2024-05-27T04:21:50.174" v="2587" actId="478"/>
          <ac:cxnSpMkLst>
            <pc:docMk/>
            <pc:sldMk cId="3530669204" sldId="2147480794"/>
            <ac:cxnSpMk id="33" creationId="{7C529D40-A930-4D41-4E1E-B503C5ADDBEF}"/>
          </ac:cxnSpMkLst>
        </pc:cxnChg>
        <pc:cxnChg chg="del mod">
          <ac:chgData name="Takeuchi, Koichiro" userId="b3848a05-443b-4434-8fa5-7398ca0c03c9" providerId="ADAL" clId="{A10AC5A3-C711-4270-8EF1-30E20D42DEFA}" dt="2024-05-27T04:21:50.174" v="2587" actId="478"/>
          <ac:cxnSpMkLst>
            <pc:docMk/>
            <pc:sldMk cId="3530669204" sldId="2147480794"/>
            <ac:cxnSpMk id="34" creationId="{559470EA-2959-6C85-BF44-845229B7617C}"/>
          </ac:cxnSpMkLst>
        </pc:cxnChg>
        <pc:cxnChg chg="del mod">
          <ac:chgData name="Takeuchi, Koichiro" userId="b3848a05-443b-4434-8fa5-7398ca0c03c9" providerId="ADAL" clId="{A10AC5A3-C711-4270-8EF1-30E20D42DEFA}" dt="2024-05-27T04:21:50.174" v="2587" actId="478"/>
          <ac:cxnSpMkLst>
            <pc:docMk/>
            <pc:sldMk cId="3530669204" sldId="2147480794"/>
            <ac:cxnSpMk id="38" creationId="{5C76CB6C-C58E-2267-079F-69B9A8FBD3FB}"/>
          </ac:cxnSpMkLst>
        </pc:cxnChg>
        <pc:cxnChg chg="del mod">
          <ac:chgData name="Takeuchi, Koichiro" userId="b3848a05-443b-4434-8fa5-7398ca0c03c9" providerId="ADAL" clId="{A10AC5A3-C711-4270-8EF1-30E20D42DEFA}" dt="2024-05-27T04:21:50.174" v="2587" actId="478"/>
          <ac:cxnSpMkLst>
            <pc:docMk/>
            <pc:sldMk cId="3530669204" sldId="2147480794"/>
            <ac:cxnSpMk id="39" creationId="{738A7337-175F-CDEA-51A4-C901E6835DDC}"/>
          </ac:cxnSpMkLst>
        </pc:cxnChg>
        <pc:cxnChg chg="del mod">
          <ac:chgData name="Takeuchi, Koichiro" userId="b3848a05-443b-4434-8fa5-7398ca0c03c9" providerId="ADAL" clId="{A10AC5A3-C711-4270-8EF1-30E20D42DEFA}" dt="2024-05-27T04:21:50.174" v="2587" actId="478"/>
          <ac:cxnSpMkLst>
            <pc:docMk/>
            <pc:sldMk cId="3530669204" sldId="2147480794"/>
            <ac:cxnSpMk id="53" creationId="{01E32C2F-7359-5AFE-DF08-979E49F6A81B}"/>
          </ac:cxnSpMkLst>
        </pc:cxnChg>
        <pc:cxnChg chg="del mod">
          <ac:chgData name="Takeuchi, Koichiro" userId="b3848a05-443b-4434-8fa5-7398ca0c03c9" providerId="ADAL" clId="{A10AC5A3-C711-4270-8EF1-30E20D42DEFA}" dt="2024-05-27T04:21:50.174" v="2587" actId="478"/>
          <ac:cxnSpMkLst>
            <pc:docMk/>
            <pc:sldMk cId="3530669204" sldId="2147480794"/>
            <ac:cxnSpMk id="55" creationId="{1F2CF0C5-290A-8E14-A2AA-4E2654D34418}"/>
          </ac:cxnSpMkLst>
        </pc:cxnChg>
        <pc:cxnChg chg="del mod">
          <ac:chgData name="Takeuchi, Koichiro" userId="b3848a05-443b-4434-8fa5-7398ca0c03c9" providerId="ADAL" clId="{A10AC5A3-C711-4270-8EF1-30E20D42DEFA}" dt="2024-05-27T04:21:50.174" v="2587" actId="478"/>
          <ac:cxnSpMkLst>
            <pc:docMk/>
            <pc:sldMk cId="3530669204" sldId="2147480794"/>
            <ac:cxnSpMk id="59" creationId="{E0FF5DCA-37C9-2FF7-1812-0ED6E7EA0397}"/>
          </ac:cxnSpMkLst>
        </pc:cxnChg>
        <pc:cxnChg chg="del mod">
          <ac:chgData name="Takeuchi, Koichiro" userId="b3848a05-443b-4434-8fa5-7398ca0c03c9" providerId="ADAL" clId="{A10AC5A3-C711-4270-8EF1-30E20D42DEFA}" dt="2024-05-27T04:21:52.864" v="2588" actId="478"/>
          <ac:cxnSpMkLst>
            <pc:docMk/>
            <pc:sldMk cId="3530669204" sldId="2147480794"/>
            <ac:cxnSpMk id="62" creationId="{C3EEDDD8-3381-40BE-C7A7-2754EF273575}"/>
          </ac:cxnSpMkLst>
        </pc:cxnChg>
        <pc:cxnChg chg="del mod">
          <ac:chgData name="Takeuchi, Koichiro" userId="b3848a05-443b-4434-8fa5-7398ca0c03c9" providerId="ADAL" clId="{A10AC5A3-C711-4270-8EF1-30E20D42DEFA}" dt="2024-05-27T04:21:50.174" v="2587" actId="478"/>
          <ac:cxnSpMkLst>
            <pc:docMk/>
            <pc:sldMk cId="3530669204" sldId="2147480794"/>
            <ac:cxnSpMk id="86" creationId="{AFDD9068-FCE2-026E-A06D-592275F190E6}"/>
          </ac:cxnSpMkLst>
        </pc:cxnChg>
      </pc:sldChg>
      <pc:sldChg chg="add del">
        <pc:chgData name="Takeuchi, Koichiro" userId="b3848a05-443b-4434-8fa5-7398ca0c03c9" providerId="ADAL" clId="{A10AC5A3-C711-4270-8EF1-30E20D42DEFA}" dt="2024-05-27T04:20:18.030" v="2508" actId="47"/>
        <pc:sldMkLst>
          <pc:docMk/>
          <pc:sldMk cId="3615051397" sldId="2147480794"/>
        </pc:sldMkLst>
      </pc:sldChg>
      <pc:sldChg chg="delSp modSp add del mod">
        <pc:chgData name="Takeuchi, Koichiro" userId="b3848a05-443b-4434-8fa5-7398ca0c03c9" providerId="ADAL" clId="{A10AC5A3-C711-4270-8EF1-30E20D42DEFA}" dt="2024-05-27T04:21:23.253" v="2558" actId="47"/>
        <pc:sldMkLst>
          <pc:docMk/>
          <pc:sldMk cId="3847908341" sldId="2147480794"/>
        </pc:sldMkLst>
        <pc:spChg chg="mod">
          <ac:chgData name="Takeuchi, Koichiro" userId="b3848a05-443b-4434-8fa5-7398ca0c03c9" providerId="ADAL" clId="{A10AC5A3-C711-4270-8EF1-30E20D42DEFA}" dt="2024-05-27T04:21:21.071" v="2557" actId="20577"/>
          <ac:spMkLst>
            <pc:docMk/>
            <pc:sldMk cId="3847908341" sldId="2147480794"/>
            <ac:spMk id="2" creationId="{236E8044-5707-32C9-BB39-B5830ACA9388}"/>
          </ac:spMkLst>
        </pc:spChg>
        <pc:spChg chg="mod">
          <ac:chgData name="Takeuchi, Koichiro" userId="b3848a05-443b-4434-8fa5-7398ca0c03c9" providerId="ADAL" clId="{A10AC5A3-C711-4270-8EF1-30E20D42DEFA}" dt="2024-05-27T04:20:55.165" v="2512"/>
          <ac:spMkLst>
            <pc:docMk/>
            <pc:sldMk cId="3847908341" sldId="2147480794"/>
            <ac:spMk id="4" creationId="{4E91C10C-2DEB-B4D7-60F2-3238F2D38E1C}"/>
          </ac:spMkLst>
        </pc:spChg>
        <pc:picChg chg="del">
          <ac:chgData name="Takeuchi, Koichiro" userId="b3848a05-443b-4434-8fa5-7398ca0c03c9" providerId="ADAL" clId="{A10AC5A3-C711-4270-8EF1-30E20D42DEFA}" dt="2024-05-27T04:21:02.819" v="2513" actId="478"/>
          <ac:picMkLst>
            <pc:docMk/>
            <pc:sldMk cId="3847908341" sldId="2147480794"/>
            <ac:picMk id="8" creationId="{EAA12EBC-3A81-64AB-AC81-85308ECC04EB}"/>
          </ac:picMkLst>
        </pc:picChg>
      </pc:sldChg>
    </pc:docChg>
  </pc:docChgLst>
  <pc:docChgLst>
    <pc:chgData name="Takeuchi, Koichiro" userId="b3848a05-443b-4434-8fa5-7398ca0c03c9" providerId="ADAL" clId="{3FF7AD84-CD27-40CD-9322-45A975286410}"/>
    <pc:docChg chg="undo redo custSel addSld delSld modSld modSection">
      <pc:chgData name="Takeuchi, Koichiro" userId="b3848a05-443b-4434-8fa5-7398ca0c03c9" providerId="ADAL" clId="{3FF7AD84-CD27-40CD-9322-45A975286410}" dt="2024-06-13T01:18:24.752" v="9233" actId="47"/>
      <pc:docMkLst>
        <pc:docMk/>
      </pc:docMkLst>
      <pc:sldChg chg="addSp modSp mod">
        <pc:chgData name="Takeuchi, Koichiro" userId="b3848a05-443b-4434-8fa5-7398ca0c03c9" providerId="ADAL" clId="{3FF7AD84-CD27-40CD-9322-45A975286410}" dt="2024-06-10T11:26:35.267" v="74" actId="20577"/>
        <pc:sldMkLst>
          <pc:docMk/>
          <pc:sldMk cId="1060982302" sldId="2147468617"/>
        </pc:sldMkLst>
        <pc:spChg chg="add mod">
          <ac:chgData name="Takeuchi, Koichiro" userId="b3848a05-443b-4434-8fa5-7398ca0c03c9" providerId="ADAL" clId="{3FF7AD84-CD27-40CD-9322-45A975286410}" dt="2024-06-10T11:26:35.267" v="74" actId="20577"/>
          <ac:spMkLst>
            <pc:docMk/>
            <pc:sldMk cId="1060982302" sldId="2147468617"/>
            <ac:spMk id="2" creationId="{74DC4784-B7FB-E1A2-F2A0-A5B535D7B282}"/>
          </ac:spMkLst>
        </pc:spChg>
      </pc:sldChg>
      <pc:sldChg chg="addSp modSp mod">
        <pc:chgData name="Takeuchi, Koichiro" userId="b3848a05-443b-4434-8fa5-7398ca0c03c9" providerId="ADAL" clId="{3FF7AD84-CD27-40CD-9322-45A975286410}" dt="2024-06-10T11:27:48.644" v="199" actId="14100"/>
        <pc:sldMkLst>
          <pc:docMk/>
          <pc:sldMk cId="4282457053" sldId="2147468665"/>
        </pc:sldMkLst>
        <pc:spChg chg="add mod">
          <ac:chgData name="Takeuchi, Koichiro" userId="b3848a05-443b-4434-8fa5-7398ca0c03c9" providerId="ADAL" clId="{3FF7AD84-CD27-40CD-9322-45A975286410}" dt="2024-06-10T11:27:48.644" v="199" actId="14100"/>
          <ac:spMkLst>
            <pc:docMk/>
            <pc:sldMk cId="4282457053" sldId="2147468665"/>
            <ac:spMk id="7" creationId="{51A42D31-C7F7-6BF7-B68A-3EA6F349BF1A}"/>
          </ac:spMkLst>
        </pc:spChg>
      </pc:sldChg>
      <pc:sldChg chg="addSp modSp mod">
        <pc:chgData name="Takeuchi, Koichiro" userId="b3848a05-443b-4434-8fa5-7398ca0c03c9" providerId="ADAL" clId="{3FF7AD84-CD27-40CD-9322-45A975286410}" dt="2024-06-10T11:39:25.797" v="1106" actId="207"/>
        <pc:sldMkLst>
          <pc:docMk/>
          <pc:sldMk cId="908662233" sldId="2147468668"/>
        </pc:sldMkLst>
        <pc:spChg chg="add mod">
          <ac:chgData name="Takeuchi, Koichiro" userId="b3848a05-443b-4434-8fa5-7398ca0c03c9" providerId="ADAL" clId="{3FF7AD84-CD27-40CD-9322-45A975286410}" dt="2024-06-10T11:39:25.797" v="1106" actId="207"/>
          <ac:spMkLst>
            <pc:docMk/>
            <pc:sldMk cId="908662233" sldId="2147468668"/>
            <ac:spMk id="8" creationId="{1ABCF44E-DBCE-D47D-67E1-104D96828BC6}"/>
          </ac:spMkLst>
        </pc:spChg>
      </pc:sldChg>
      <pc:sldChg chg="addSp modSp mod">
        <pc:chgData name="Takeuchi, Koichiro" userId="b3848a05-443b-4434-8fa5-7398ca0c03c9" providerId="ADAL" clId="{3FF7AD84-CD27-40CD-9322-45A975286410}" dt="2024-06-10T11:47:17.468" v="1648" actId="14100"/>
        <pc:sldMkLst>
          <pc:docMk/>
          <pc:sldMk cId="3260510982" sldId="2147468670"/>
        </pc:sldMkLst>
        <pc:spChg chg="add mod">
          <ac:chgData name="Takeuchi, Koichiro" userId="b3848a05-443b-4434-8fa5-7398ca0c03c9" providerId="ADAL" clId="{3FF7AD84-CD27-40CD-9322-45A975286410}" dt="2024-06-10T11:47:17.468" v="1648" actId="14100"/>
          <ac:spMkLst>
            <pc:docMk/>
            <pc:sldMk cId="3260510982" sldId="2147468670"/>
            <ac:spMk id="11" creationId="{227FD820-8866-0E2F-DF4E-F73E11BA2FE9}"/>
          </ac:spMkLst>
        </pc:spChg>
      </pc:sldChg>
      <pc:sldChg chg="addSp delSp modSp mod">
        <pc:chgData name="Takeuchi, Koichiro" userId="b3848a05-443b-4434-8fa5-7398ca0c03c9" providerId="ADAL" clId="{3FF7AD84-CD27-40CD-9322-45A975286410}" dt="2024-06-11T06:19:12.602" v="2461" actId="14100"/>
        <pc:sldMkLst>
          <pc:docMk/>
          <pc:sldMk cId="3380780641" sldId="2147480792"/>
        </pc:sldMkLst>
        <pc:spChg chg="add mod">
          <ac:chgData name="Takeuchi, Koichiro" userId="b3848a05-443b-4434-8fa5-7398ca0c03c9" providerId="ADAL" clId="{3FF7AD84-CD27-40CD-9322-45A975286410}" dt="2024-06-11T06:19:12.602" v="2461" actId="14100"/>
          <ac:spMkLst>
            <pc:docMk/>
            <pc:sldMk cId="3380780641" sldId="2147480792"/>
            <ac:spMk id="3" creationId="{85571E53-A133-2E5D-AE56-260D79029CD8}"/>
          </ac:spMkLst>
        </pc:spChg>
        <pc:spChg chg="add del mod">
          <ac:chgData name="Takeuchi, Koichiro" userId="b3848a05-443b-4434-8fa5-7398ca0c03c9" providerId="ADAL" clId="{3FF7AD84-CD27-40CD-9322-45A975286410}" dt="2024-06-10T11:54:18.156" v="1908" actId="478"/>
          <ac:spMkLst>
            <pc:docMk/>
            <pc:sldMk cId="3380780641" sldId="2147480792"/>
            <ac:spMk id="12" creationId="{21AC2C68-20EE-8470-D4D9-6EB5258904E1}"/>
          </ac:spMkLst>
        </pc:spChg>
      </pc:sldChg>
      <pc:sldChg chg="addSp modSp mod">
        <pc:chgData name="Takeuchi, Koichiro" userId="b3848a05-443b-4434-8fa5-7398ca0c03c9" providerId="ADAL" clId="{3FF7AD84-CD27-40CD-9322-45A975286410}" dt="2024-06-11T07:06:14.544" v="7210" actId="207"/>
        <pc:sldMkLst>
          <pc:docMk/>
          <pc:sldMk cId="3530669204" sldId="2147480794"/>
        </pc:sldMkLst>
        <pc:spChg chg="add mod">
          <ac:chgData name="Takeuchi, Koichiro" userId="b3848a05-443b-4434-8fa5-7398ca0c03c9" providerId="ADAL" clId="{3FF7AD84-CD27-40CD-9322-45A975286410}" dt="2024-06-11T06:23:05.813" v="2873" actId="14100"/>
          <ac:spMkLst>
            <pc:docMk/>
            <pc:sldMk cId="3530669204" sldId="2147480794"/>
            <ac:spMk id="8" creationId="{6C69439B-F130-4AD6-D97D-6B912ABC8D4B}"/>
          </ac:spMkLst>
        </pc:spChg>
        <pc:spChg chg="add mod">
          <ac:chgData name="Takeuchi, Koichiro" userId="b3848a05-443b-4434-8fa5-7398ca0c03c9" providerId="ADAL" clId="{3FF7AD84-CD27-40CD-9322-45A975286410}" dt="2024-06-11T07:06:14.544" v="7210" actId="207"/>
          <ac:spMkLst>
            <pc:docMk/>
            <pc:sldMk cId="3530669204" sldId="2147480794"/>
            <ac:spMk id="9" creationId="{AF4EFFCB-8726-2EA8-11E8-25433F50DCA1}"/>
          </ac:spMkLst>
        </pc:spChg>
      </pc:sldChg>
      <pc:sldChg chg="addSp delSp modSp new mod">
        <pc:chgData name="Takeuchi, Koichiro" userId="b3848a05-443b-4434-8fa5-7398ca0c03c9" providerId="ADAL" clId="{3FF7AD84-CD27-40CD-9322-45A975286410}" dt="2024-06-13T00:10:22.168" v="8896" actId="14100"/>
        <pc:sldMkLst>
          <pc:docMk/>
          <pc:sldMk cId="3876441418" sldId="2147480795"/>
        </pc:sldMkLst>
        <pc:spChg chg="mod">
          <ac:chgData name="Takeuchi, Koichiro" userId="b3848a05-443b-4434-8fa5-7398ca0c03c9" providerId="ADAL" clId="{3FF7AD84-CD27-40CD-9322-45A975286410}" dt="2024-06-11T06:45:41.859" v="3286" actId="20577"/>
          <ac:spMkLst>
            <pc:docMk/>
            <pc:sldMk cId="3876441418" sldId="2147480795"/>
            <ac:spMk id="2" creationId="{14526F6C-C9A4-555D-32CC-C62E692FE11F}"/>
          </ac:spMkLst>
        </pc:spChg>
        <pc:spChg chg="add mod">
          <ac:chgData name="Takeuchi, Koichiro" userId="b3848a05-443b-4434-8fa5-7398ca0c03c9" providerId="ADAL" clId="{3FF7AD84-CD27-40CD-9322-45A975286410}" dt="2024-06-13T00:10:22.168" v="8896" actId="14100"/>
          <ac:spMkLst>
            <pc:docMk/>
            <pc:sldMk cId="3876441418" sldId="2147480795"/>
            <ac:spMk id="3" creationId="{42524B08-E6D1-C294-8489-9840E0EE3E05}"/>
          </ac:spMkLst>
        </pc:spChg>
        <pc:spChg chg="del">
          <ac:chgData name="Takeuchi, Koichiro" userId="b3848a05-443b-4434-8fa5-7398ca0c03c9" providerId="ADAL" clId="{3FF7AD84-CD27-40CD-9322-45A975286410}" dt="2024-06-11T06:46:30.180" v="3288" actId="478"/>
          <ac:spMkLst>
            <pc:docMk/>
            <pc:sldMk cId="3876441418" sldId="2147480795"/>
            <ac:spMk id="3" creationId="{4D1A01A2-4B46-2CD1-886F-D9BEE7B148ED}"/>
          </ac:spMkLst>
        </pc:spChg>
        <pc:spChg chg="add mod">
          <ac:chgData name="Takeuchi, Koichiro" userId="b3848a05-443b-4434-8fa5-7398ca0c03c9" providerId="ADAL" clId="{3FF7AD84-CD27-40CD-9322-45A975286410}" dt="2024-06-11T06:45:46.917" v="3287"/>
          <ac:spMkLst>
            <pc:docMk/>
            <pc:sldMk cId="3876441418" sldId="2147480795"/>
            <ac:spMk id="7" creationId="{57BB8583-EF76-AF2C-50A3-3F582F876C16}"/>
          </ac:spMkLst>
        </pc:spChg>
        <pc:spChg chg="mod">
          <ac:chgData name="Takeuchi, Koichiro" userId="b3848a05-443b-4434-8fa5-7398ca0c03c9" providerId="ADAL" clId="{3FF7AD84-CD27-40CD-9322-45A975286410}" dt="2024-06-11T06:47:04.899" v="3340" actId="255"/>
          <ac:spMkLst>
            <pc:docMk/>
            <pc:sldMk cId="3876441418" sldId="2147480795"/>
            <ac:spMk id="10" creationId="{BF33B3E8-A93C-214F-EA80-369AB9385D9D}"/>
          </ac:spMkLst>
        </pc:spChg>
        <pc:spChg chg="add mod">
          <ac:chgData name="Takeuchi, Koichiro" userId="b3848a05-443b-4434-8fa5-7398ca0c03c9" providerId="ADAL" clId="{3FF7AD84-CD27-40CD-9322-45A975286410}" dt="2024-06-11T07:03:33.764" v="6723" actId="164"/>
          <ac:spMkLst>
            <pc:docMk/>
            <pc:sldMk cId="3876441418" sldId="2147480795"/>
            <ac:spMk id="11" creationId="{59810F2D-8DBF-28E3-9F04-9F3922642370}"/>
          </ac:spMkLst>
        </pc:spChg>
        <pc:spChg chg="add mod">
          <ac:chgData name="Takeuchi, Koichiro" userId="b3848a05-443b-4434-8fa5-7398ca0c03c9" providerId="ADAL" clId="{3FF7AD84-CD27-40CD-9322-45A975286410}" dt="2024-06-11T07:03:33.764" v="6723" actId="164"/>
          <ac:spMkLst>
            <pc:docMk/>
            <pc:sldMk cId="3876441418" sldId="2147480795"/>
            <ac:spMk id="12" creationId="{16E69EFA-A9CC-5FFF-5FBC-60A44FDC3736}"/>
          </ac:spMkLst>
        </pc:spChg>
        <pc:spChg chg="mod">
          <ac:chgData name="Takeuchi, Koichiro" userId="b3848a05-443b-4434-8fa5-7398ca0c03c9" providerId="ADAL" clId="{3FF7AD84-CD27-40CD-9322-45A975286410}" dt="2024-06-11T06:47:04.899" v="3340" actId="255"/>
          <ac:spMkLst>
            <pc:docMk/>
            <pc:sldMk cId="3876441418" sldId="2147480795"/>
            <ac:spMk id="15" creationId="{66582675-E6B4-BF82-B6C8-5C3FCC24C50F}"/>
          </ac:spMkLst>
        </pc:spChg>
        <pc:spChg chg="add mod">
          <ac:chgData name="Takeuchi, Koichiro" userId="b3848a05-443b-4434-8fa5-7398ca0c03c9" providerId="ADAL" clId="{3FF7AD84-CD27-40CD-9322-45A975286410}" dt="2024-06-11T07:03:33.764" v="6723" actId="164"/>
          <ac:spMkLst>
            <pc:docMk/>
            <pc:sldMk cId="3876441418" sldId="2147480795"/>
            <ac:spMk id="16" creationId="{B588129A-D9E2-C50D-B1C5-8F22CB71CEED}"/>
          </ac:spMkLst>
        </pc:spChg>
        <pc:spChg chg="add mod">
          <ac:chgData name="Takeuchi, Koichiro" userId="b3848a05-443b-4434-8fa5-7398ca0c03c9" providerId="ADAL" clId="{3FF7AD84-CD27-40CD-9322-45A975286410}" dt="2024-06-11T07:03:33.764" v="6723" actId="164"/>
          <ac:spMkLst>
            <pc:docMk/>
            <pc:sldMk cId="3876441418" sldId="2147480795"/>
            <ac:spMk id="17" creationId="{D9308A04-A83D-2024-AA33-38C29262BBC9}"/>
          </ac:spMkLst>
        </pc:spChg>
        <pc:spChg chg="add mod">
          <ac:chgData name="Takeuchi, Koichiro" userId="b3848a05-443b-4434-8fa5-7398ca0c03c9" providerId="ADAL" clId="{3FF7AD84-CD27-40CD-9322-45A975286410}" dt="2024-06-11T07:03:33.764" v="6723" actId="164"/>
          <ac:spMkLst>
            <pc:docMk/>
            <pc:sldMk cId="3876441418" sldId="2147480795"/>
            <ac:spMk id="18" creationId="{6B398663-5B31-104B-51E7-53FE91745A3E}"/>
          </ac:spMkLst>
        </pc:spChg>
        <pc:spChg chg="add mod">
          <ac:chgData name="Takeuchi, Koichiro" userId="b3848a05-443b-4434-8fa5-7398ca0c03c9" providerId="ADAL" clId="{3FF7AD84-CD27-40CD-9322-45A975286410}" dt="2024-06-11T07:03:33.764" v="6723" actId="164"/>
          <ac:spMkLst>
            <pc:docMk/>
            <pc:sldMk cId="3876441418" sldId="2147480795"/>
            <ac:spMk id="19" creationId="{2F799DB2-C099-F548-3EC8-F99CEEB97F49}"/>
          </ac:spMkLst>
        </pc:spChg>
        <pc:spChg chg="add mod">
          <ac:chgData name="Takeuchi, Koichiro" userId="b3848a05-443b-4434-8fa5-7398ca0c03c9" providerId="ADAL" clId="{3FF7AD84-CD27-40CD-9322-45A975286410}" dt="2024-06-11T07:03:33.764" v="6723" actId="164"/>
          <ac:spMkLst>
            <pc:docMk/>
            <pc:sldMk cId="3876441418" sldId="2147480795"/>
            <ac:spMk id="20" creationId="{96DD1CF0-4F91-E631-BD03-C61F000B6BF7}"/>
          </ac:spMkLst>
        </pc:spChg>
        <pc:spChg chg="add mod">
          <ac:chgData name="Takeuchi, Koichiro" userId="b3848a05-443b-4434-8fa5-7398ca0c03c9" providerId="ADAL" clId="{3FF7AD84-CD27-40CD-9322-45A975286410}" dt="2024-06-11T07:03:33.764" v="6723" actId="164"/>
          <ac:spMkLst>
            <pc:docMk/>
            <pc:sldMk cId="3876441418" sldId="2147480795"/>
            <ac:spMk id="21" creationId="{9CF591E3-9A40-9F62-BE93-6B3FE3C6A64E}"/>
          </ac:spMkLst>
        </pc:spChg>
        <pc:spChg chg="add mod">
          <ac:chgData name="Takeuchi, Koichiro" userId="b3848a05-443b-4434-8fa5-7398ca0c03c9" providerId="ADAL" clId="{3FF7AD84-CD27-40CD-9322-45A975286410}" dt="2024-06-11T07:03:33.764" v="6723" actId="164"/>
          <ac:spMkLst>
            <pc:docMk/>
            <pc:sldMk cId="3876441418" sldId="2147480795"/>
            <ac:spMk id="22" creationId="{674B5942-6DCA-06A0-8685-A9545B3B373F}"/>
          </ac:spMkLst>
        </pc:spChg>
        <pc:spChg chg="add mod">
          <ac:chgData name="Takeuchi, Koichiro" userId="b3848a05-443b-4434-8fa5-7398ca0c03c9" providerId="ADAL" clId="{3FF7AD84-CD27-40CD-9322-45A975286410}" dt="2024-06-11T07:03:33.764" v="6723" actId="164"/>
          <ac:spMkLst>
            <pc:docMk/>
            <pc:sldMk cId="3876441418" sldId="2147480795"/>
            <ac:spMk id="23" creationId="{0156D670-CBE0-9E12-5AF8-D6E218C8E7E0}"/>
          </ac:spMkLst>
        </pc:spChg>
        <pc:spChg chg="add mod">
          <ac:chgData name="Takeuchi, Koichiro" userId="b3848a05-443b-4434-8fa5-7398ca0c03c9" providerId="ADAL" clId="{3FF7AD84-CD27-40CD-9322-45A975286410}" dt="2024-06-11T07:03:33.764" v="6723" actId="164"/>
          <ac:spMkLst>
            <pc:docMk/>
            <pc:sldMk cId="3876441418" sldId="2147480795"/>
            <ac:spMk id="24" creationId="{3A5404FC-3E70-9C85-F036-888A9F7083B9}"/>
          </ac:spMkLst>
        </pc:spChg>
        <pc:spChg chg="add mod">
          <ac:chgData name="Takeuchi, Koichiro" userId="b3848a05-443b-4434-8fa5-7398ca0c03c9" providerId="ADAL" clId="{3FF7AD84-CD27-40CD-9322-45A975286410}" dt="2024-06-11T07:03:33.764" v="6723" actId="164"/>
          <ac:spMkLst>
            <pc:docMk/>
            <pc:sldMk cId="3876441418" sldId="2147480795"/>
            <ac:spMk id="25" creationId="{C01BA6D4-ADA6-E096-C2D4-A34A5F72E99D}"/>
          </ac:spMkLst>
        </pc:spChg>
        <pc:spChg chg="add mod">
          <ac:chgData name="Takeuchi, Koichiro" userId="b3848a05-443b-4434-8fa5-7398ca0c03c9" providerId="ADAL" clId="{3FF7AD84-CD27-40CD-9322-45A975286410}" dt="2024-06-11T07:03:33.764" v="6723" actId="164"/>
          <ac:spMkLst>
            <pc:docMk/>
            <pc:sldMk cId="3876441418" sldId="2147480795"/>
            <ac:spMk id="26" creationId="{C34FCC08-2917-80AF-56AA-8715049CBE75}"/>
          </ac:spMkLst>
        </pc:spChg>
        <pc:spChg chg="add mod">
          <ac:chgData name="Takeuchi, Koichiro" userId="b3848a05-443b-4434-8fa5-7398ca0c03c9" providerId="ADAL" clId="{3FF7AD84-CD27-40CD-9322-45A975286410}" dt="2024-06-11T07:03:33.764" v="6723" actId="164"/>
          <ac:spMkLst>
            <pc:docMk/>
            <pc:sldMk cId="3876441418" sldId="2147480795"/>
            <ac:spMk id="27" creationId="{78ABBFBD-BC2A-CE88-D25D-3CB8B92CD4A8}"/>
          </ac:spMkLst>
        </pc:spChg>
        <pc:spChg chg="add mod">
          <ac:chgData name="Takeuchi, Koichiro" userId="b3848a05-443b-4434-8fa5-7398ca0c03c9" providerId="ADAL" clId="{3FF7AD84-CD27-40CD-9322-45A975286410}" dt="2024-06-11T07:03:33.764" v="6723" actId="164"/>
          <ac:spMkLst>
            <pc:docMk/>
            <pc:sldMk cId="3876441418" sldId="2147480795"/>
            <ac:spMk id="28" creationId="{A16301A6-E9B5-770A-E2A2-D3C73EC2F723}"/>
          </ac:spMkLst>
        </pc:spChg>
        <pc:spChg chg="add mod">
          <ac:chgData name="Takeuchi, Koichiro" userId="b3848a05-443b-4434-8fa5-7398ca0c03c9" providerId="ADAL" clId="{3FF7AD84-CD27-40CD-9322-45A975286410}" dt="2024-06-11T07:03:33.764" v="6723" actId="164"/>
          <ac:spMkLst>
            <pc:docMk/>
            <pc:sldMk cId="3876441418" sldId="2147480795"/>
            <ac:spMk id="29" creationId="{7731FD7A-AF08-E044-3DF3-09ACAD9B03FF}"/>
          </ac:spMkLst>
        </pc:spChg>
        <pc:spChg chg="mod">
          <ac:chgData name="Takeuchi, Koichiro" userId="b3848a05-443b-4434-8fa5-7398ca0c03c9" providerId="ADAL" clId="{3FF7AD84-CD27-40CD-9322-45A975286410}" dt="2024-06-11T07:02:48.574" v="6666" actId="20577"/>
          <ac:spMkLst>
            <pc:docMk/>
            <pc:sldMk cId="3876441418" sldId="2147480795"/>
            <ac:spMk id="32" creationId="{7AEE418E-5C9C-FCE2-2844-5BDD9D1EAC65}"/>
          </ac:spMkLst>
        </pc:spChg>
        <pc:spChg chg="mod">
          <ac:chgData name="Takeuchi, Koichiro" userId="b3848a05-443b-4434-8fa5-7398ca0c03c9" providerId="ADAL" clId="{3FF7AD84-CD27-40CD-9322-45A975286410}" dt="2024-06-11T07:03:27.928" v="6722" actId="20577"/>
          <ac:spMkLst>
            <pc:docMk/>
            <pc:sldMk cId="3876441418" sldId="2147480795"/>
            <ac:spMk id="35" creationId="{F716DEAA-F858-F64C-EB6F-44A850B1B19B}"/>
          </ac:spMkLst>
        </pc:spChg>
        <pc:grpChg chg="add mod">
          <ac:chgData name="Takeuchi, Koichiro" userId="b3848a05-443b-4434-8fa5-7398ca0c03c9" providerId="ADAL" clId="{3FF7AD84-CD27-40CD-9322-45A975286410}" dt="2024-06-11T07:03:33.764" v="6723" actId="164"/>
          <ac:grpSpMkLst>
            <pc:docMk/>
            <pc:sldMk cId="3876441418" sldId="2147480795"/>
            <ac:grpSpMk id="8" creationId="{B92268BB-2A16-1CDD-E018-46314A6FCC2D}"/>
          </ac:grpSpMkLst>
        </pc:grpChg>
        <pc:grpChg chg="add mod">
          <ac:chgData name="Takeuchi, Koichiro" userId="b3848a05-443b-4434-8fa5-7398ca0c03c9" providerId="ADAL" clId="{3FF7AD84-CD27-40CD-9322-45A975286410}" dt="2024-06-11T07:03:33.764" v="6723" actId="164"/>
          <ac:grpSpMkLst>
            <pc:docMk/>
            <pc:sldMk cId="3876441418" sldId="2147480795"/>
            <ac:grpSpMk id="13" creationId="{9CFD7342-07A7-17D9-A4B0-39F47001062E}"/>
          </ac:grpSpMkLst>
        </pc:grpChg>
        <pc:grpChg chg="add mod">
          <ac:chgData name="Takeuchi, Koichiro" userId="b3848a05-443b-4434-8fa5-7398ca0c03c9" providerId="ADAL" clId="{3FF7AD84-CD27-40CD-9322-45A975286410}" dt="2024-06-11T07:03:33.764" v="6723" actId="164"/>
          <ac:grpSpMkLst>
            <pc:docMk/>
            <pc:sldMk cId="3876441418" sldId="2147480795"/>
            <ac:grpSpMk id="30" creationId="{52C41ACA-AADF-7A10-1668-2A79AF5466F2}"/>
          </ac:grpSpMkLst>
        </pc:grpChg>
        <pc:grpChg chg="add mod">
          <ac:chgData name="Takeuchi, Koichiro" userId="b3848a05-443b-4434-8fa5-7398ca0c03c9" providerId="ADAL" clId="{3FF7AD84-CD27-40CD-9322-45A975286410}" dt="2024-06-11T07:03:33.764" v="6723" actId="164"/>
          <ac:grpSpMkLst>
            <pc:docMk/>
            <pc:sldMk cId="3876441418" sldId="2147480795"/>
            <ac:grpSpMk id="33" creationId="{AE4C2BE7-54A6-4CB4-2BCF-8E57ADA3557E}"/>
          </ac:grpSpMkLst>
        </pc:grpChg>
        <pc:grpChg chg="add mod">
          <ac:chgData name="Takeuchi, Koichiro" userId="b3848a05-443b-4434-8fa5-7398ca0c03c9" providerId="ADAL" clId="{3FF7AD84-CD27-40CD-9322-45A975286410}" dt="2024-06-11T07:03:34.849" v="6724" actId="12788"/>
          <ac:grpSpMkLst>
            <pc:docMk/>
            <pc:sldMk cId="3876441418" sldId="2147480795"/>
            <ac:grpSpMk id="36" creationId="{2EC0DBC3-AF95-F872-116B-8354A2C49416}"/>
          </ac:grpSpMkLst>
        </pc:grpChg>
        <pc:cxnChg chg="mod">
          <ac:chgData name="Takeuchi, Koichiro" userId="b3848a05-443b-4434-8fa5-7398ca0c03c9" providerId="ADAL" clId="{3FF7AD84-CD27-40CD-9322-45A975286410}" dt="2024-06-11T06:46:30.496" v="3289"/>
          <ac:cxnSpMkLst>
            <pc:docMk/>
            <pc:sldMk cId="3876441418" sldId="2147480795"/>
            <ac:cxnSpMk id="9" creationId="{92E0E4B1-88CA-5227-AC47-EE59125F74A4}"/>
          </ac:cxnSpMkLst>
        </pc:cxnChg>
        <pc:cxnChg chg="mod">
          <ac:chgData name="Takeuchi, Koichiro" userId="b3848a05-443b-4434-8fa5-7398ca0c03c9" providerId="ADAL" clId="{3FF7AD84-CD27-40CD-9322-45A975286410}" dt="2024-06-11T06:46:30.496" v="3289"/>
          <ac:cxnSpMkLst>
            <pc:docMk/>
            <pc:sldMk cId="3876441418" sldId="2147480795"/>
            <ac:cxnSpMk id="14" creationId="{B8298A78-1AB0-5E9A-38BA-677031F57AB7}"/>
          </ac:cxnSpMkLst>
        </pc:cxnChg>
        <pc:cxnChg chg="mod">
          <ac:chgData name="Takeuchi, Koichiro" userId="b3848a05-443b-4434-8fa5-7398ca0c03c9" providerId="ADAL" clId="{3FF7AD84-CD27-40CD-9322-45A975286410}" dt="2024-06-11T07:02:44.452" v="6652"/>
          <ac:cxnSpMkLst>
            <pc:docMk/>
            <pc:sldMk cId="3876441418" sldId="2147480795"/>
            <ac:cxnSpMk id="31" creationId="{09019FA2-C088-29CC-B60B-434535BC7C99}"/>
          </ac:cxnSpMkLst>
        </pc:cxnChg>
        <pc:cxnChg chg="mod">
          <ac:chgData name="Takeuchi, Koichiro" userId="b3848a05-443b-4434-8fa5-7398ca0c03c9" providerId="ADAL" clId="{3FF7AD84-CD27-40CD-9322-45A975286410}" dt="2024-06-11T07:03:05.781" v="6677"/>
          <ac:cxnSpMkLst>
            <pc:docMk/>
            <pc:sldMk cId="3876441418" sldId="2147480795"/>
            <ac:cxnSpMk id="34" creationId="{CC5477F1-FA35-F52A-C563-1072D21D9FB6}"/>
          </ac:cxnSpMkLst>
        </pc:cxnChg>
      </pc:sldChg>
      <pc:sldChg chg="addSp delSp modSp add mod">
        <pc:chgData name="Takeuchi, Koichiro" userId="b3848a05-443b-4434-8fa5-7398ca0c03c9" providerId="ADAL" clId="{3FF7AD84-CD27-40CD-9322-45A975286410}" dt="2024-06-13T00:57:03.721" v="9231" actId="20577"/>
        <pc:sldMkLst>
          <pc:docMk/>
          <pc:sldMk cId="2516064869" sldId="2147480796"/>
        </pc:sldMkLst>
        <pc:spChg chg="add mod">
          <ac:chgData name="Takeuchi, Koichiro" userId="b3848a05-443b-4434-8fa5-7398ca0c03c9" providerId="ADAL" clId="{3FF7AD84-CD27-40CD-9322-45A975286410}" dt="2024-06-11T07:43:45.536" v="8520" actId="553"/>
          <ac:spMkLst>
            <pc:docMk/>
            <pc:sldMk cId="2516064869" sldId="2147480796"/>
            <ac:spMk id="3" creationId="{45959641-5643-5A9F-D96E-BD37B774EEC7}"/>
          </ac:spMkLst>
        </pc:spChg>
        <pc:spChg chg="add mod">
          <ac:chgData name="Takeuchi, Koichiro" userId="b3848a05-443b-4434-8fa5-7398ca0c03c9" providerId="ADAL" clId="{3FF7AD84-CD27-40CD-9322-45A975286410}" dt="2024-06-11T07:43:46.598" v="8522"/>
          <ac:spMkLst>
            <pc:docMk/>
            <pc:sldMk cId="2516064869" sldId="2147480796"/>
            <ac:spMk id="7" creationId="{0110C97F-91AF-5ED7-E57C-28E3C4B2D143}"/>
          </ac:spMkLst>
        </pc:spChg>
        <pc:spChg chg="mod">
          <ac:chgData name="Takeuchi, Koichiro" userId="b3848a05-443b-4434-8fa5-7398ca0c03c9" providerId="ADAL" clId="{3FF7AD84-CD27-40CD-9322-45A975286410}" dt="2024-06-11T07:08:08.229" v="7599" actId="165"/>
          <ac:spMkLst>
            <pc:docMk/>
            <pc:sldMk cId="2516064869" sldId="2147480796"/>
            <ac:spMk id="10" creationId="{BF33B3E8-A93C-214F-EA80-369AB9385D9D}"/>
          </ac:spMkLst>
        </pc:spChg>
        <pc:spChg chg="mod topLvl">
          <ac:chgData name="Takeuchi, Koichiro" userId="b3848a05-443b-4434-8fa5-7398ca0c03c9" providerId="ADAL" clId="{3FF7AD84-CD27-40CD-9322-45A975286410}" dt="2024-06-11T07:08:08.229" v="7599" actId="165"/>
          <ac:spMkLst>
            <pc:docMk/>
            <pc:sldMk cId="2516064869" sldId="2147480796"/>
            <ac:spMk id="11" creationId="{59810F2D-8DBF-28E3-9F04-9F3922642370}"/>
          </ac:spMkLst>
        </pc:spChg>
        <pc:spChg chg="mod topLvl">
          <ac:chgData name="Takeuchi, Koichiro" userId="b3848a05-443b-4434-8fa5-7398ca0c03c9" providerId="ADAL" clId="{3FF7AD84-CD27-40CD-9322-45A975286410}" dt="2024-06-11T07:08:08.229" v="7599" actId="165"/>
          <ac:spMkLst>
            <pc:docMk/>
            <pc:sldMk cId="2516064869" sldId="2147480796"/>
            <ac:spMk id="12" creationId="{16E69EFA-A9CC-5FFF-5FBC-60A44FDC3736}"/>
          </ac:spMkLst>
        </pc:spChg>
        <pc:spChg chg="mod">
          <ac:chgData name="Takeuchi, Koichiro" userId="b3848a05-443b-4434-8fa5-7398ca0c03c9" providerId="ADAL" clId="{3FF7AD84-CD27-40CD-9322-45A975286410}" dt="2024-06-11T07:08:08.229" v="7599" actId="165"/>
          <ac:spMkLst>
            <pc:docMk/>
            <pc:sldMk cId="2516064869" sldId="2147480796"/>
            <ac:spMk id="15" creationId="{66582675-E6B4-BF82-B6C8-5C3FCC24C50F}"/>
          </ac:spMkLst>
        </pc:spChg>
        <pc:spChg chg="mod topLvl">
          <ac:chgData name="Takeuchi, Koichiro" userId="b3848a05-443b-4434-8fa5-7398ca0c03c9" providerId="ADAL" clId="{3FF7AD84-CD27-40CD-9322-45A975286410}" dt="2024-06-11T07:08:08.229" v="7599" actId="165"/>
          <ac:spMkLst>
            <pc:docMk/>
            <pc:sldMk cId="2516064869" sldId="2147480796"/>
            <ac:spMk id="16" creationId="{B588129A-D9E2-C50D-B1C5-8F22CB71CEED}"/>
          </ac:spMkLst>
        </pc:spChg>
        <pc:spChg chg="mod topLvl">
          <ac:chgData name="Takeuchi, Koichiro" userId="b3848a05-443b-4434-8fa5-7398ca0c03c9" providerId="ADAL" clId="{3FF7AD84-CD27-40CD-9322-45A975286410}" dt="2024-06-11T07:08:08.229" v="7599" actId="165"/>
          <ac:spMkLst>
            <pc:docMk/>
            <pc:sldMk cId="2516064869" sldId="2147480796"/>
            <ac:spMk id="17" creationId="{D9308A04-A83D-2024-AA33-38C29262BBC9}"/>
          </ac:spMkLst>
        </pc:spChg>
        <pc:spChg chg="mod topLvl">
          <ac:chgData name="Takeuchi, Koichiro" userId="b3848a05-443b-4434-8fa5-7398ca0c03c9" providerId="ADAL" clId="{3FF7AD84-CD27-40CD-9322-45A975286410}" dt="2024-06-11T07:08:08.229" v="7599" actId="165"/>
          <ac:spMkLst>
            <pc:docMk/>
            <pc:sldMk cId="2516064869" sldId="2147480796"/>
            <ac:spMk id="18" creationId="{6B398663-5B31-104B-51E7-53FE91745A3E}"/>
          </ac:spMkLst>
        </pc:spChg>
        <pc:spChg chg="mod topLvl">
          <ac:chgData name="Takeuchi, Koichiro" userId="b3848a05-443b-4434-8fa5-7398ca0c03c9" providerId="ADAL" clId="{3FF7AD84-CD27-40CD-9322-45A975286410}" dt="2024-06-11T07:08:08.229" v="7599" actId="165"/>
          <ac:spMkLst>
            <pc:docMk/>
            <pc:sldMk cId="2516064869" sldId="2147480796"/>
            <ac:spMk id="19" creationId="{2F799DB2-C099-F548-3EC8-F99CEEB97F49}"/>
          </ac:spMkLst>
        </pc:spChg>
        <pc:spChg chg="mod topLvl">
          <ac:chgData name="Takeuchi, Koichiro" userId="b3848a05-443b-4434-8fa5-7398ca0c03c9" providerId="ADAL" clId="{3FF7AD84-CD27-40CD-9322-45A975286410}" dt="2024-06-13T00:57:03.721" v="9231" actId="20577"/>
          <ac:spMkLst>
            <pc:docMk/>
            <pc:sldMk cId="2516064869" sldId="2147480796"/>
            <ac:spMk id="20" creationId="{96DD1CF0-4F91-E631-BD03-C61F000B6BF7}"/>
          </ac:spMkLst>
        </pc:spChg>
        <pc:spChg chg="mod topLvl">
          <ac:chgData name="Takeuchi, Koichiro" userId="b3848a05-443b-4434-8fa5-7398ca0c03c9" providerId="ADAL" clId="{3FF7AD84-CD27-40CD-9322-45A975286410}" dt="2024-06-11T07:08:08.229" v="7599" actId="165"/>
          <ac:spMkLst>
            <pc:docMk/>
            <pc:sldMk cId="2516064869" sldId="2147480796"/>
            <ac:spMk id="21" creationId="{9CF591E3-9A40-9F62-BE93-6B3FE3C6A64E}"/>
          </ac:spMkLst>
        </pc:spChg>
        <pc:spChg chg="mod topLvl">
          <ac:chgData name="Takeuchi, Koichiro" userId="b3848a05-443b-4434-8fa5-7398ca0c03c9" providerId="ADAL" clId="{3FF7AD84-CD27-40CD-9322-45A975286410}" dt="2024-06-11T07:27:10.704" v="8415" actId="14100"/>
          <ac:spMkLst>
            <pc:docMk/>
            <pc:sldMk cId="2516064869" sldId="2147480796"/>
            <ac:spMk id="22" creationId="{674B5942-6DCA-06A0-8685-A9545B3B373F}"/>
          </ac:spMkLst>
        </pc:spChg>
        <pc:spChg chg="mod topLvl">
          <ac:chgData name="Takeuchi, Koichiro" userId="b3848a05-443b-4434-8fa5-7398ca0c03c9" providerId="ADAL" clId="{3FF7AD84-CD27-40CD-9322-45A975286410}" dt="2024-06-11T07:27:10.704" v="8415" actId="14100"/>
          <ac:spMkLst>
            <pc:docMk/>
            <pc:sldMk cId="2516064869" sldId="2147480796"/>
            <ac:spMk id="23" creationId="{0156D670-CBE0-9E12-5AF8-D6E218C8E7E0}"/>
          </ac:spMkLst>
        </pc:spChg>
        <pc:spChg chg="mod topLvl">
          <ac:chgData name="Takeuchi, Koichiro" userId="b3848a05-443b-4434-8fa5-7398ca0c03c9" providerId="ADAL" clId="{3FF7AD84-CD27-40CD-9322-45A975286410}" dt="2024-06-11T07:26:25.753" v="8305" actId="14100"/>
          <ac:spMkLst>
            <pc:docMk/>
            <pc:sldMk cId="2516064869" sldId="2147480796"/>
            <ac:spMk id="24" creationId="{3A5404FC-3E70-9C85-F036-888A9F7083B9}"/>
          </ac:spMkLst>
        </pc:spChg>
        <pc:spChg chg="mod topLvl">
          <ac:chgData name="Takeuchi, Koichiro" userId="b3848a05-443b-4434-8fa5-7398ca0c03c9" providerId="ADAL" clId="{3FF7AD84-CD27-40CD-9322-45A975286410}" dt="2024-06-11T07:27:02.019" v="8414" actId="20577"/>
          <ac:spMkLst>
            <pc:docMk/>
            <pc:sldMk cId="2516064869" sldId="2147480796"/>
            <ac:spMk id="25" creationId="{C01BA6D4-ADA6-E096-C2D4-A34A5F72E99D}"/>
          </ac:spMkLst>
        </pc:spChg>
        <pc:spChg chg="del mod topLvl">
          <ac:chgData name="Takeuchi, Koichiro" userId="b3848a05-443b-4434-8fa5-7398ca0c03c9" providerId="ADAL" clId="{3FF7AD84-CD27-40CD-9322-45A975286410}" dt="2024-06-11T07:08:11.537" v="7600" actId="478"/>
          <ac:spMkLst>
            <pc:docMk/>
            <pc:sldMk cId="2516064869" sldId="2147480796"/>
            <ac:spMk id="26" creationId="{C34FCC08-2917-80AF-56AA-8715049CBE75}"/>
          </ac:spMkLst>
        </pc:spChg>
        <pc:spChg chg="del mod topLvl">
          <ac:chgData name="Takeuchi, Koichiro" userId="b3848a05-443b-4434-8fa5-7398ca0c03c9" providerId="ADAL" clId="{3FF7AD84-CD27-40CD-9322-45A975286410}" dt="2024-06-11T07:08:11.537" v="7600" actId="478"/>
          <ac:spMkLst>
            <pc:docMk/>
            <pc:sldMk cId="2516064869" sldId="2147480796"/>
            <ac:spMk id="27" creationId="{78ABBFBD-BC2A-CE88-D25D-3CB8B92CD4A8}"/>
          </ac:spMkLst>
        </pc:spChg>
        <pc:spChg chg="del mod topLvl">
          <ac:chgData name="Takeuchi, Koichiro" userId="b3848a05-443b-4434-8fa5-7398ca0c03c9" providerId="ADAL" clId="{3FF7AD84-CD27-40CD-9322-45A975286410}" dt="2024-06-11T07:08:11.537" v="7600" actId="478"/>
          <ac:spMkLst>
            <pc:docMk/>
            <pc:sldMk cId="2516064869" sldId="2147480796"/>
            <ac:spMk id="28" creationId="{A16301A6-E9B5-770A-E2A2-D3C73EC2F723}"/>
          </ac:spMkLst>
        </pc:spChg>
        <pc:spChg chg="del mod topLvl">
          <ac:chgData name="Takeuchi, Koichiro" userId="b3848a05-443b-4434-8fa5-7398ca0c03c9" providerId="ADAL" clId="{3FF7AD84-CD27-40CD-9322-45A975286410}" dt="2024-06-11T07:08:11.537" v="7600" actId="478"/>
          <ac:spMkLst>
            <pc:docMk/>
            <pc:sldMk cId="2516064869" sldId="2147480796"/>
            <ac:spMk id="29" creationId="{7731FD7A-AF08-E044-3DF3-09ACAD9B03FF}"/>
          </ac:spMkLst>
        </pc:spChg>
        <pc:spChg chg="mod">
          <ac:chgData name="Takeuchi, Koichiro" userId="b3848a05-443b-4434-8fa5-7398ca0c03c9" providerId="ADAL" clId="{3FF7AD84-CD27-40CD-9322-45A975286410}" dt="2024-06-11T07:08:08.229" v="7599" actId="165"/>
          <ac:spMkLst>
            <pc:docMk/>
            <pc:sldMk cId="2516064869" sldId="2147480796"/>
            <ac:spMk id="32" creationId="{7AEE418E-5C9C-FCE2-2844-5BDD9D1EAC65}"/>
          </ac:spMkLst>
        </pc:spChg>
        <pc:spChg chg="mod">
          <ac:chgData name="Takeuchi, Koichiro" userId="b3848a05-443b-4434-8fa5-7398ca0c03c9" providerId="ADAL" clId="{3FF7AD84-CD27-40CD-9322-45A975286410}" dt="2024-06-11T07:08:08.229" v="7599" actId="165"/>
          <ac:spMkLst>
            <pc:docMk/>
            <pc:sldMk cId="2516064869" sldId="2147480796"/>
            <ac:spMk id="35" creationId="{F716DEAA-F858-F64C-EB6F-44A850B1B19B}"/>
          </ac:spMkLst>
        </pc:spChg>
        <pc:grpChg chg="mod topLvl">
          <ac:chgData name="Takeuchi, Koichiro" userId="b3848a05-443b-4434-8fa5-7398ca0c03c9" providerId="ADAL" clId="{3FF7AD84-CD27-40CD-9322-45A975286410}" dt="2024-06-11T07:08:08.229" v="7599" actId="165"/>
          <ac:grpSpMkLst>
            <pc:docMk/>
            <pc:sldMk cId="2516064869" sldId="2147480796"/>
            <ac:grpSpMk id="8" creationId="{B92268BB-2A16-1CDD-E018-46314A6FCC2D}"/>
          </ac:grpSpMkLst>
        </pc:grpChg>
        <pc:grpChg chg="mod topLvl">
          <ac:chgData name="Takeuchi, Koichiro" userId="b3848a05-443b-4434-8fa5-7398ca0c03c9" providerId="ADAL" clId="{3FF7AD84-CD27-40CD-9322-45A975286410}" dt="2024-06-11T07:08:08.229" v="7599" actId="165"/>
          <ac:grpSpMkLst>
            <pc:docMk/>
            <pc:sldMk cId="2516064869" sldId="2147480796"/>
            <ac:grpSpMk id="13" creationId="{9CFD7342-07A7-17D9-A4B0-39F47001062E}"/>
          </ac:grpSpMkLst>
        </pc:grpChg>
        <pc:grpChg chg="mod topLvl">
          <ac:chgData name="Takeuchi, Koichiro" userId="b3848a05-443b-4434-8fa5-7398ca0c03c9" providerId="ADAL" clId="{3FF7AD84-CD27-40CD-9322-45A975286410}" dt="2024-06-11T07:08:08.229" v="7599" actId="165"/>
          <ac:grpSpMkLst>
            <pc:docMk/>
            <pc:sldMk cId="2516064869" sldId="2147480796"/>
            <ac:grpSpMk id="30" creationId="{52C41ACA-AADF-7A10-1668-2A79AF5466F2}"/>
          </ac:grpSpMkLst>
        </pc:grpChg>
        <pc:grpChg chg="mod topLvl">
          <ac:chgData name="Takeuchi, Koichiro" userId="b3848a05-443b-4434-8fa5-7398ca0c03c9" providerId="ADAL" clId="{3FF7AD84-CD27-40CD-9322-45A975286410}" dt="2024-06-11T07:08:08.229" v="7599" actId="165"/>
          <ac:grpSpMkLst>
            <pc:docMk/>
            <pc:sldMk cId="2516064869" sldId="2147480796"/>
            <ac:grpSpMk id="33" creationId="{AE4C2BE7-54A6-4CB4-2BCF-8E57ADA3557E}"/>
          </ac:grpSpMkLst>
        </pc:grpChg>
        <pc:grpChg chg="del">
          <ac:chgData name="Takeuchi, Koichiro" userId="b3848a05-443b-4434-8fa5-7398ca0c03c9" providerId="ADAL" clId="{3FF7AD84-CD27-40CD-9322-45A975286410}" dt="2024-06-11T07:08:08.229" v="7599" actId="165"/>
          <ac:grpSpMkLst>
            <pc:docMk/>
            <pc:sldMk cId="2516064869" sldId="2147480796"/>
            <ac:grpSpMk id="36" creationId="{2EC0DBC3-AF95-F872-116B-8354A2C49416}"/>
          </ac:grpSpMkLst>
        </pc:grpChg>
        <pc:cxnChg chg="mod">
          <ac:chgData name="Takeuchi, Koichiro" userId="b3848a05-443b-4434-8fa5-7398ca0c03c9" providerId="ADAL" clId="{3FF7AD84-CD27-40CD-9322-45A975286410}" dt="2024-06-11T07:08:08.229" v="7599" actId="165"/>
          <ac:cxnSpMkLst>
            <pc:docMk/>
            <pc:sldMk cId="2516064869" sldId="2147480796"/>
            <ac:cxnSpMk id="9" creationId="{92E0E4B1-88CA-5227-AC47-EE59125F74A4}"/>
          </ac:cxnSpMkLst>
        </pc:cxnChg>
        <pc:cxnChg chg="mod">
          <ac:chgData name="Takeuchi, Koichiro" userId="b3848a05-443b-4434-8fa5-7398ca0c03c9" providerId="ADAL" clId="{3FF7AD84-CD27-40CD-9322-45A975286410}" dt="2024-06-11T07:08:08.229" v="7599" actId="165"/>
          <ac:cxnSpMkLst>
            <pc:docMk/>
            <pc:sldMk cId="2516064869" sldId="2147480796"/>
            <ac:cxnSpMk id="14" creationId="{B8298A78-1AB0-5E9A-38BA-677031F57AB7}"/>
          </ac:cxnSpMkLst>
        </pc:cxnChg>
        <pc:cxnChg chg="mod">
          <ac:chgData name="Takeuchi, Koichiro" userId="b3848a05-443b-4434-8fa5-7398ca0c03c9" providerId="ADAL" clId="{3FF7AD84-CD27-40CD-9322-45A975286410}" dt="2024-06-11T07:08:08.229" v="7599" actId="165"/>
          <ac:cxnSpMkLst>
            <pc:docMk/>
            <pc:sldMk cId="2516064869" sldId="2147480796"/>
            <ac:cxnSpMk id="31" creationId="{09019FA2-C088-29CC-B60B-434535BC7C99}"/>
          </ac:cxnSpMkLst>
        </pc:cxnChg>
        <pc:cxnChg chg="mod">
          <ac:chgData name="Takeuchi, Koichiro" userId="b3848a05-443b-4434-8fa5-7398ca0c03c9" providerId="ADAL" clId="{3FF7AD84-CD27-40CD-9322-45A975286410}" dt="2024-06-11T07:08:08.229" v="7599" actId="165"/>
          <ac:cxnSpMkLst>
            <pc:docMk/>
            <pc:sldMk cId="2516064869" sldId="2147480796"/>
            <ac:cxnSpMk id="34" creationId="{CC5477F1-FA35-F52A-C563-1072D21D9FB6}"/>
          </ac:cxnSpMkLst>
        </pc:cxnChg>
      </pc:sldChg>
      <pc:sldChg chg="addSp modSp new mod">
        <pc:chgData name="Takeuchi, Koichiro" userId="b3848a05-443b-4434-8fa5-7398ca0c03c9" providerId="ADAL" clId="{3FF7AD84-CD27-40CD-9322-45A975286410}" dt="2024-06-11T07:48:04.248" v="8595" actId="1076"/>
        <pc:sldMkLst>
          <pc:docMk/>
          <pc:sldMk cId="1309547912" sldId="2147480797"/>
        </pc:sldMkLst>
        <pc:spChg chg="mod">
          <ac:chgData name="Takeuchi, Koichiro" userId="b3848a05-443b-4434-8fa5-7398ca0c03c9" providerId="ADAL" clId="{3FF7AD84-CD27-40CD-9322-45A975286410}" dt="2024-06-11T07:48:04.248" v="8595" actId="1076"/>
          <ac:spMkLst>
            <pc:docMk/>
            <pc:sldMk cId="1309547912" sldId="2147480797"/>
            <ac:spMk id="2" creationId="{2ACCCE1B-81AB-8BDA-0F5F-0976385D9715}"/>
          </ac:spMkLst>
        </pc:spChg>
        <pc:picChg chg="add mod">
          <ac:chgData name="Takeuchi, Koichiro" userId="b3848a05-443b-4434-8fa5-7398ca0c03c9" providerId="ADAL" clId="{3FF7AD84-CD27-40CD-9322-45A975286410}" dt="2024-06-11T07:47:57.471" v="8593" actId="12788"/>
          <ac:picMkLst>
            <pc:docMk/>
            <pc:sldMk cId="1309547912" sldId="2147480797"/>
            <ac:picMk id="8" creationId="{8CAE6A0C-4A05-6B96-80D6-F8779D1D954A}"/>
          </ac:picMkLst>
        </pc:picChg>
      </pc:sldChg>
      <pc:sldChg chg="addSp delSp modSp new mod">
        <pc:chgData name="Takeuchi, Koichiro" userId="b3848a05-443b-4434-8fa5-7398ca0c03c9" providerId="ADAL" clId="{3FF7AD84-CD27-40CD-9322-45A975286410}" dt="2024-06-11T07:48:55.346" v="8623" actId="12788"/>
        <pc:sldMkLst>
          <pc:docMk/>
          <pc:sldMk cId="1040805338" sldId="2147480798"/>
        </pc:sldMkLst>
        <pc:spChg chg="mod">
          <ac:chgData name="Takeuchi, Koichiro" userId="b3848a05-443b-4434-8fa5-7398ca0c03c9" providerId="ADAL" clId="{3FF7AD84-CD27-40CD-9322-45A975286410}" dt="2024-06-11T07:48:20.694" v="8618" actId="255"/>
          <ac:spMkLst>
            <pc:docMk/>
            <pc:sldMk cId="1040805338" sldId="2147480798"/>
            <ac:spMk id="2" creationId="{01CA31FE-6DFB-6A83-6096-5F026C5C3632}"/>
          </ac:spMkLst>
        </pc:spChg>
        <pc:spChg chg="del">
          <ac:chgData name="Takeuchi, Koichiro" userId="b3848a05-443b-4434-8fa5-7398ca0c03c9" providerId="ADAL" clId="{3FF7AD84-CD27-40CD-9322-45A975286410}" dt="2024-06-11T07:48:45.055" v="8619" actId="478"/>
          <ac:spMkLst>
            <pc:docMk/>
            <pc:sldMk cId="1040805338" sldId="2147480798"/>
            <ac:spMk id="3" creationId="{5F20228A-A978-BB92-A514-8243B0DAC4A6}"/>
          </ac:spMkLst>
        </pc:spChg>
        <pc:picChg chg="add mod">
          <ac:chgData name="Takeuchi, Koichiro" userId="b3848a05-443b-4434-8fa5-7398ca0c03c9" providerId="ADAL" clId="{3FF7AD84-CD27-40CD-9322-45A975286410}" dt="2024-06-11T07:48:55.346" v="8623" actId="12788"/>
          <ac:picMkLst>
            <pc:docMk/>
            <pc:sldMk cId="1040805338" sldId="2147480798"/>
            <ac:picMk id="8" creationId="{95CEB611-C240-62D9-E715-33EFA587BCA9}"/>
          </ac:picMkLst>
        </pc:picChg>
      </pc:sldChg>
      <pc:sldChg chg="addSp delSp modSp add mod">
        <pc:chgData name="Takeuchi, Koichiro" userId="b3848a05-443b-4434-8fa5-7398ca0c03c9" providerId="ADAL" clId="{3FF7AD84-CD27-40CD-9322-45A975286410}" dt="2024-06-11T07:49:24.861" v="8629" actId="12788"/>
        <pc:sldMkLst>
          <pc:docMk/>
          <pc:sldMk cId="831026738" sldId="2147480799"/>
        </pc:sldMkLst>
        <pc:picChg chg="add mod">
          <ac:chgData name="Takeuchi, Koichiro" userId="b3848a05-443b-4434-8fa5-7398ca0c03c9" providerId="ADAL" clId="{3FF7AD84-CD27-40CD-9322-45A975286410}" dt="2024-06-11T07:49:24.861" v="8629" actId="12788"/>
          <ac:picMkLst>
            <pc:docMk/>
            <pc:sldMk cId="831026738" sldId="2147480799"/>
            <ac:picMk id="7" creationId="{D63A5FE3-149A-860A-6DA9-51479A00170C}"/>
          </ac:picMkLst>
        </pc:picChg>
        <pc:picChg chg="del">
          <ac:chgData name="Takeuchi, Koichiro" userId="b3848a05-443b-4434-8fa5-7398ca0c03c9" providerId="ADAL" clId="{3FF7AD84-CD27-40CD-9322-45A975286410}" dt="2024-06-11T07:48:59.707" v="8625" actId="478"/>
          <ac:picMkLst>
            <pc:docMk/>
            <pc:sldMk cId="831026738" sldId="2147480799"/>
            <ac:picMk id="8" creationId="{95CEB611-C240-62D9-E715-33EFA587BCA9}"/>
          </ac:picMkLst>
        </pc:picChg>
      </pc:sldChg>
      <pc:sldChg chg="add del">
        <pc:chgData name="Takeuchi, Koichiro" userId="b3848a05-443b-4434-8fa5-7398ca0c03c9" providerId="ADAL" clId="{3FF7AD84-CD27-40CD-9322-45A975286410}" dt="2024-06-11T07:48:08.888" v="8597"/>
        <pc:sldMkLst>
          <pc:docMk/>
          <pc:sldMk cId="3277807820" sldId="2147480799"/>
        </pc:sldMkLst>
      </pc:sldChg>
      <pc:sldChg chg="addSp delSp modSp add mod">
        <pc:chgData name="Takeuchi, Koichiro" userId="b3848a05-443b-4434-8fa5-7398ca0c03c9" providerId="ADAL" clId="{3FF7AD84-CD27-40CD-9322-45A975286410}" dt="2024-06-11T07:49:52.454" v="8635" actId="12788"/>
        <pc:sldMkLst>
          <pc:docMk/>
          <pc:sldMk cId="457865810" sldId="2147480800"/>
        </pc:sldMkLst>
        <pc:picChg chg="del">
          <ac:chgData name="Takeuchi, Koichiro" userId="b3848a05-443b-4434-8fa5-7398ca0c03c9" providerId="ADAL" clId="{3FF7AD84-CD27-40CD-9322-45A975286410}" dt="2024-06-11T07:49:40.292" v="8631" actId="478"/>
          <ac:picMkLst>
            <pc:docMk/>
            <pc:sldMk cId="457865810" sldId="2147480800"/>
            <ac:picMk id="7" creationId="{D63A5FE3-149A-860A-6DA9-51479A00170C}"/>
          </ac:picMkLst>
        </pc:picChg>
        <pc:picChg chg="add mod">
          <ac:chgData name="Takeuchi, Koichiro" userId="b3848a05-443b-4434-8fa5-7398ca0c03c9" providerId="ADAL" clId="{3FF7AD84-CD27-40CD-9322-45A975286410}" dt="2024-06-11T07:49:52.454" v="8635" actId="12788"/>
          <ac:picMkLst>
            <pc:docMk/>
            <pc:sldMk cId="457865810" sldId="2147480800"/>
            <ac:picMk id="8" creationId="{F6BCFD2C-00A0-A2B0-0F43-0571A51FD8D2}"/>
          </ac:picMkLst>
        </pc:picChg>
      </pc:sldChg>
      <pc:sldChg chg="addSp modSp new mod">
        <pc:chgData name="Takeuchi, Koichiro" userId="b3848a05-443b-4434-8fa5-7398ca0c03c9" providerId="ADAL" clId="{3FF7AD84-CD27-40CD-9322-45A975286410}" dt="2024-06-11T07:50:32.625" v="8673" actId="255"/>
        <pc:sldMkLst>
          <pc:docMk/>
          <pc:sldMk cId="1421077284" sldId="2147480801"/>
        </pc:sldMkLst>
        <pc:spChg chg="mod">
          <ac:chgData name="Takeuchi, Koichiro" userId="b3848a05-443b-4434-8fa5-7398ca0c03c9" providerId="ADAL" clId="{3FF7AD84-CD27-40CD-9322-45A975286410}" dt="2024-06-11T07:50:32.625" v="8673" actId="255"/>
          <ac:spMkLst>
            <pc:docMk/>
            <pc:sldMk cId="1421077284" sldId="2147480801"/>
            <ac:spMk id="2" creationId="{92CF2C43-EE09-01AC-B8C8-FC6A176DE248}"/>
          </ac:spMkLst>
        </pc:spChg>
        <pc:picChg chg="add mod">
          <ac:chgData name="Takeuchi, Koichiro" userId="b3848a05-443b-4434-8fa5-7398ca0c03c9" providerId="ADAL" clId="{3FF7AD84-CD27-40CD-9322-45A975286410}" dt="2024-06-11T07:50:24.457" v="8671" actId="1036"/>
          <ac:picMkLst>
            <pc:docMk/>
            <pc:sldMk cId="1421077284" sldId="2147480801"/>
            <ac:picMk id="8" creationId="{28140F76-F6BE-A921-48DE-5BB08181685F}"/>
          </ac:picMkLst>
        </pc:picChg>
      </pc:sldChg>
      <pc:sldChg chg="addSp delSp modSp new mod">
        <pc:chgData name="Takeuchi, Koichiro" userId="b3848a05-443b-4434-8fa5-7398ca0c03c9" providerId="ADAL" clId="{3FF7AD84-CD27-40CD-9322-45A975286410}" dt="2024-06-11T07:52:37.144" v="8682" actId="255"/>
        <pc:sldMkLst>
          <pc:docMk/>
          <pc:sldMk cId="2079993822" sldId="2147480802"/>
        </pc:sldMkLst>
        <pc:spChg chg="mod">
          <ac:chgData name="Takeuchi, Koichiro" userId="b3848a05-443b-4434-8fa5-7398ca0c03c9" providerId="ADAL" clId="{3FF7AD84-CD27-40CD-9322-45A975286410}" dt="2024-06-11T07:52:37.144" v="8682" actId="255"/>
          <ac:spMkLst>
            <pc:docMk/>
            <pc:sldMk cId="2079993822" sldId="2147480802"/>
            <ac:spMk id="2" creationId="{4BF83003-D7D9-F73C-3310-D40DF5BF83E0}"/>
          </ac:spMkLst>
        </pc:spChg>
        <pc:spChg chg="del">
          <ac:chgData name="Takeuchi, Koichiro" userId="b3848a05-443b-4434-8fa5-7398ca0c03c9" providerId="ADAL" clId="{3FF7AD84-CD27-40CD-9322-45A975286410}" dt="2024-06-11T07:52:13.111" v="8675" actId="478"/>
          <ac:spMkLst>
            <pc:docMk/>
            <pc:sldMk cId="2079993822" sldId="2147480802"/>
            <ac:spMk id="3" creationId="{6DE7DA9A-5228-85F9-01D0-531EEA6FA323}"/>
          </ac:spMkLst>
        </pc:spChg>
        <pc:picChg chg="add mod">
          <ac:chgData name="Takeuchi, Koichiro" userId="b3848a05-443b-4434-8fa5-7398ca0c03c9" providerId="ADAL" clId="{3FF7AD84-CD27-40CD-9322-45A975286410}" dt="2024-06-11T07:52:28.692" v="8680" actId="12788"/>
          <ac:picMkLst>
            <pc:docMk/>
            <pc:sldMk cId="2079993822" sldId="2147480802"/>
            <ac:picMk id="8" creationId="{FAE2C17B-C282-034E-9EEA-4A00FD86856A}"/>
          </ac:picMkLst>
        </pc:picChg>
      </pc:sldChg>
      <pc:sldChg chg="addSp delSp modSp add del mod">
        <pc:chgData name="Takeuchi, Koichiro" userId="b3848a05-443b-4434-8fa5-7398ca0c03c9" providerId="ADAL" clId="{3FF7AD84-CD27-40CD-9322-45A975286410}" dt="2024-06-13T01:18:24.752" v="9233" actId="47"/>
        <pc:sldMkLst>
          <pc:docMk/>
          <pc:sldMk cId="2451936986" sldId="2147480803"/>
        </pc:sldMkLst>
        <pc:spChg chg="mod">
          <ac:chgData name="Takeuchi, Koichiro" userId="b3848a05-443b-4434-8fa5-7398ca0c03c9" providerId="ADAL" clId="{3FF7AD84-CD27-40CD-9322-45A975286410}" dt="2024-06-13T00:16:17.180" v="8902"/>
          <ac:spMkLst>
            <pc:docMk/>
            <pc:sldMk cId="2451936986" sldId="2147480803"/>
            <ac:spMk id="2" creationId="{2ACCCE1B-81AB-8BDA-0F5F-0976385D9715}"/>
          </ac:spMkLst>
        </pc:spChg>
        <pc:spChg chg="mod">
          <ac:chgData name="Takeuchi, Koichiro" userId="b3848a05-443b-4434-8fa5-7398ca0c03c9" providerId="ADAL" clId="{3FF7AD84-CD27-40CD-9322-45A975286410}" dt="2024-06-13T00:16:27.187" v="8903"/>
          <ac:spMkLst>
            <pc:docMk/>
            <pc:sldMk cId="2451936986" sldId="2147480803"/>
            <ac:spMk id="3" creationId="{FDD2F209-62E3-9A2E-72D6-2417321D2F8A}"/>
          </ac:spMkLst>
        </pc:spChg>
        <pc:picChg chg="add mod">
          <ac:chgData name="Takeuchi, Koichiro" userId="b3848a05-443b-4434-8fa5-7398ca0c03c9" providerId="ADAL" clId="{3FF7AD84-CD27-40CD-9322-45A975286410}" dt="2024-06-13T00:16:46.536" v="8930" actId="1036"/>
          <ac:picMkLst>
            <pc:docMk/>
            <pc:sldMk cId="2451936986" sldId="2147480803"/>
            <ac:picMk id="7" creationId="{1F745AA6-99AB-BF7E-A824-8AF3CA4936B3}"/>
          </ac:picMkLst>
        </pc:picChg>
        <pc:picChg chg="del">
          <ac:chgData name="Takeuchi, Koichiro" userId="b3848a05-443b-4434-8fa5-7398ca0c03c9" providerId="ADAL" clId="{3FF7AD84-CD27-40CD-9322-45A975286410}" dt="2024-06-13T00:15:56.566" v="8898" actId="478"/>
          <ac:picMkLst>
            <pc:docMk/>
            <pc:sldMk cId="2451936986" sldId="2147480803"/>
            <ac:picMk id="8" creationId="{8CAE6A0C-4A05-6B96-80D6-F8779D1D954A}"/>
          </ac:picMkLst>
        </pc:picChg>
      </pc:sldChg>
      <pc:sldChg chg="addSp delSp modSp add mod">
        <pc:chgData name="Takeuchi, Koichiro" userId="b3848a05-443b-4434-8fa5-7398ca0c03c9" providerId="ADAL" clId="{3FF7AD84-CD27-40CD-9322-45A975286410}" dt="2024-06-13T00:19:18.754" v="9223" actId="14100"/>
        <pc:sldMkLst>
          <pc:docMk/>
          <pc:sldMk cId="2113185304" sldId="2147480804"/>
        </pc:sldMkLst>
        <pc:spChg chg="mod">
          <ac:chgData name="Takeuchi, Koichiro" userId="b3848a05-443b-4434-8fa5-7398ca0c03c9" providerId="ADAL" clId="{3FF7AD84-CD27-40CD-9322-45A975286410}" dt="2024-06-13T00:17:11.975" v="8933"/>
          <ac:spMkLst>
            <pc:docMk/>
            <pc:sldMk cId="2113185304" sldId="2147480804"/>
            <ac:spMk id="2" creationId="{2ACCCE1B-81AB-8BDA-0F5F-0976385D9715}"/>
          </ac:spMkLst>
        </pc:spChg>
        <pc:spChg chg="del">
          <ac:chgData name="Takeuchi, Koichiro" userId="b3848a05-443b-4434-8fa5-7398ca0c03c9" providerId="ADAL" clId="{3FF7AD84-CD27-40CD-9322-45A975286410}" dt="2024-06-13T00:17:16.910" v="8934" actId="478"/>
          <ac:spMkLst>
            <pc:docMk/>
            <pc:sldMk cId="2113185304" sldId="2147480804"/>
            <ac:spMk id="3" creationId="{FDD2F209-62E3-9A2E-72D6-2417321D2F8A}"/>
          </ac:spMkLst>
        </pc:spChg>
        <pc:spChg chg="add del mod">
          <ac:chgData name="Takeuchi, Koichiro" userId="b3848a05-443b-4434-8fa5-7398ca0c03c9" providerId="ADAL" clId="{3FF7AD84-CD27-40CD-9322-45A975286410}" dt="2024-06-13T00:17:28.443" v="8936" actId="478"/>
          <ac:spMkLst>
            <pc:docMk/>
            <pc:sldMk cId="2113185304" sldId="2147480804"/>
            <ac:spMk id="9" creationId="{FA18445D-3503-591A-A489-DE6699A719F9}"/>
          </ac:spMkLst>
        </pc:spChg>
        <pc:spChg chg="add mod">
          <ac:chgData name="Takeuchi, Koichiro" userId="b3848a05-443b-4434-8fa5-7398ca0c03c9" providerId="ADAL" clId="{3FF7AD84-CD27-40CD-9322-45A975286410}" dt="2024-06-13T00:18:40.103" v="9054" actId="1035"/>
          <ac:spMkLst>
            <pc:docMk/>
            <pc:sldMk cId="2113185304" sldId="2147480804"/>
            <ac:spMk id="11" creationId="{3CA32A10-CBBC-2FF6-5DAE-3AC70D379710}"/>
          </ac:spMkLst>
        </pc:spChg>
        <pc:spChg chg="add mod">
          <ac:chgData name="Takeuchi, Koichiro" userId="b3848a05-443b-4434-8fa5-7398ca0c03c9" providerId="ADAL" clId="{3FF7AD84-CD27-40CD-9322-45A975286410}" dt="2024-06-13T00:19:18.754" v="9223" actId="14100"/>
          <ac:spMkLst>
            <pc:docMk/>
            <pc:sldMk cId="2113185304" sldId="2147480804"/>
            <ac:spMk id="12" creationId="{4207AF96-2C16-79C8-BB30-81F070D0A2BF}"/>
          </ac:spMkLst>
        </pc:spChg>
        <pc:picChg chg="del">
          <ac:chgData name="Takeuchi, Koichiro" userId="b3848a05-443b-4434-8fa5-7398ca0c03c9" providerId="ADAL" clId="{3FF7AD84-CD27-40CD-9322-45A975286410}" dt="2024-06-13T00:17:25.358" v="8935" actId="478"/>
          <ac:picMkLst>
            <pc:docMk/>
            <pc:sldMk cId="2113185304" sldId="2147480804"/>
            <ac:picMk id="7" creationId="{1F745AA6-99AB-BF7E-A824-8AF3CA4936B3}"/>
          </ac:picMkLst>
        </pc:picChg>
        <pc:picChg chg="add mod">
          <ac:chgData name="Takeuchi, Koichiro" userId="b3848a05-443b-4434-8fa5-7398ca0c03c9" providerId="ADAL" clId="{3FF7AD84-CD27-40CD-9322-45A975286410}" dt="2024-06-13T00:17:41.658" v="8957" actId="12788"/>
          <ac:picMkLst>
            <pc:docMk/>
            <pc:sldMk cId="2113185304" sldId="2147480804"/>
            <ac:picMk id="10" creationId="{368FA38E-38CB-21DA-CF11-8039057E2B3B}"/>
          </ac:picMkLst>
        </pc:picChg>
      </pc:sldChg>
    </pc:docChg>
  </pc:docChgLst>
  <pc:docChgLst>
    <pc:chgData name="Takeuchi, Koichiro" userId="b3848a05-443b-4434-8fa5-7398ca0c03c9" providerId="ADAL" clId="{AE71EA6D-8CAE-4CA8-A4AE-CBE82EA043E5}"/>
    <pc:docChg chg="undo custSel addSld delSld modSld sldOrd modMainMaster modSection">
      <pc:chgData name="Takeuchi, Koichiro" userId="b3848a05-443b-4434-8fa5-7398ca0c03c9" providerId="ADAL" clId="{AE71EA6D-8CAE-4CA8-A4AE-CBE82EA043E5}" dt="2024-09-26T01:49:46.615" v="11980" actId="20577"/>
      <pc:docMkLst>
        <pc:docMk/>
      </pc:docMkLst>
      <pc:sldChg chg="modSp mod">
        <pc:chgData name="Takeuchi, Koichiro" userId="b3848a05-443b-4434-8fa5-7398ca0c03c9" providerId="ADAL" clId="{AE71EA6D-8CAE-4CA8-A4AE-CBE82EA043E5}" dt="2024-09-25T03:20:35.393" v="83" actId="20577"/>
        <pc:sldMkLst>
          <pc:docMk/>
          <pc:sldMk cId="684610595" sldId="2147468582"/>
        </pc:sldMkLst>
        <pc:spChg chg="mod">
          <ac:chgData name="Takeuchi, Koichiro" userId="b3848a05-443b-4434-8fa5-7398ca0c03c9" providerId="ADAL" clId="{AE71EA6D-8CAE-4CA8-A4AE-CBE82EA043E5}" dt="2024-09-25T03:20:35.393" v="83" actId="20577"/>
          <ac:spMkLst>
            <pc:docMk/>
            <pc:sldMk cId="684610595" sldId="2147468582"/>
            <ac:spMk id="7" creationId="{A22762E2-0815-406B-AB18-FC327E470E5A}"/>
          </ac:spMkLst>
        </pc:spChg>
      </pc:sldChg>
      <pc:sldChg chg="del">
        <pc:chgData name="Takeuchi, Koichiro" userId="b3848a05-443b-4434-8fa5-7398ca0c03c9" providerId="ADAL" clId="{AE71EA6D-8CAE-4CA8-A4AE-CBE82EA043E5}" dt="2024-09-25T11:21:47.469" v="6317" actId="47"/>
        <pc:sldMkLst>
          <pc:docMk/>
          <pc:sldMk cId="4237770355" sldId="2147468622"/>
        </pc:sldMkLst>
      </pc:sldChg>
      <pc:sldChg chg="del">
        <pc:chgData name="Takeuchi, Koichiro" userId="b3848a05-443b-4434-8fa5-7398ca0c03c9" providerId="ADAL" clId="{AE71EA6D-8CAE-4CA8-A4AE-CBE82EA043E5}" dt="2024-09-25T11:10:21.639" v="5672" actId="47"/>
        <pc:sldMkLst>
          <pc:docMk/>
          <pc:sldMk cId="323859429" sldId="2147480809"/>
        </pc:sldMkLst>
      </pc:sldChg>
      <pc:sldChg chg="modSp mod">
        <pc:chgData name="Takeuchi, Koichiro" userId="b3848a05-443b-4434-8fa5-7398ca0c03c9" providerId="ADAL" clId="{AE71EA6D-8CAE-4CA8-A4AE-CBE82EA043E5}" dt="2024-09-26T01:49:46.615" v="11980" actId="20577"/>
        <pc:sldMkLst>
          <pc:docMk/>
          <pc:sldMk cId="1710641726" sldId="2147480810"/>
        </pc:sldMkLst>
        <pc:spChg chg="mod">
          <ac:chgData name="Takeuchi, Koichiro" userId="b3848a05-443b-4434-8fa5-7398ca0c03c9" providerId="ADAL" clId="{AE71EA6D-8CAE-4CA8-A4AE-CBE82EA043E5}" dt="2024-09-26T01:49:46.615" v="11980" actId="20577"/>
          <ac:spMkLst>
            <pc:docMk/>
            <pc:sldMk cId="1710641726" sldId="2147480810"/>
            <ac:spMk id="7" creationId="{4C331423-D31E-54C6-B603-3A2DCE7DE991}"/>
          </ac:spMkLst>
        </pc:spChg>
      </pc:sldChg>
      <pc:sldChg chg="del">
        <pc:chgData name="Takeuchi, Koichiro" userId="b3848a05-443b-4434-8fa5-7398ca0c03c9" providerId="ADAL" clId="{AE71EA6D-8CAE-4CA8-A4AE-CBE82EA043E5}" dt="2024-09-25T03:23:34.988" v="393" actId="47"/>
        <pc:sldMkLst>
          <pc:docMk/>
          <pc:sldMk cId="197750219" sldId="2147480811"/>
        </pc:sldMkLst>
      </pc:sldChg>
      <pc:sldChg chg="del">
        <pc:chgData name="Takeuchi, Koichiro" userId="b3848a05-443b-4434-8fa5-7398ca0c03c9" providerId="ADAL" clId="{AE71EA6D-8CAE-4CA8-A4AE-CBE82EA043E5}" dt="2024-09-25T11:14:20.545" v="5925" actId="47"/>
        <pc:sldMkLst>
          <pc:docMk/>
          <pc:sldMk cId="3372364919" sldId="2147480812"/>
        </pc:sldMkLst>
      </pc:sldChg>
      <pc:sldChg chg="del">
        <pc:chgData name="Takeuchi, Koichiro" userId="b3848a05-443b-4434-8fa5-7398ca0c03c9" providerId="ADAL" clId="{AE71EA6D-8CAE-4CA8-A4AE-CBE82EA043E5}" dt="2024-09-25T11:21:44.557" v="6312" actId="47"/>
        <pc:sldMkLst>
          <pc:docMk/>
          <pc:sldMk cId="982874196" sldId="2147480823"/>
        </pc:sldMkLst>
      </pc:sldChg>
      <pc:sldChg chg="del">
        <pc:chgData name="Takeuchi, Koichiro" userId="b3848a05-443b-4434-8fa5-7398ca0c03c9" providerId="ADAL" clId="{AE71EA6D-8CAE-4CA8-A4AE-CBE82EA043E5}" dt="2024-09-25T11:21:46.223" v="6315" actId="47"/>
        <pc:sldMkLst>
          <pc:docMk/>
          <pc:sldMk cId="1860587498" sldId="2147480825"/>
        </pc:sldMkLst>
      </pc:sldChg>
      <pc:sldChg chg="del">
        <pc:chgData name="Takeuchi, Koichiro" userId="b3848a05-443b-4434-8fa5-7398ca0c03c9" providerId="ADAL" clId="{AE71EA6D-8CAE-4CA8-A4AE-CBE82EA043E5}" dt="2024-09-25T11:21:46.731" v="6316" actId="47"/>
        <pc:sldMkLst>
          <pc:docMk/>
          <pc:sldMk cId="2654425851" sldId="2147480826"/>
        </pc:sldMkLst>
      </pc:sldChg>
      <pc:sldChg chg="del">
        <pc:chgData name="Takeuchi, Koichiro" userId="b3848a05-443b-4434-8fa5-7398ca0c03c9" providerId="ADAL" clId="{AE71EA6D-8CAE-4CA8-A4AE-CBE82EA043E5}" dt="2024-09-25T11:21:45.121" v="6313" actId="47"/>
        <pc:sldMkLst>
          <pc:docMk/>
          <pc:sldMk cId="3308295739" sldId="2147480828"/>
        </pc:sldMkLst>
      </pc:sldChg>
      <pc:sldChg chg="del">
        <pc:chgData name="Takeuchi, Koichiro" userId="b3848a05-443b-4434-8fa5-7398ca0c03c9" providerId="ADAL" clId="{AE71EA6D-8CAE-4CA8-A4AE-CBE82EA043E5}" dt="2024-09-25T11:21:45.760" v="6314" actId="47"/>
        <pc:sldMkLst>
          <pc:docMk/>
          <pc:sldMk cId="3580450898" sldId="2147480829"/>
        </pc:sldMkLst>
      </pc:sldChg>
      <pc:sldChg chg="del">
        <pc:chgData name="Takeuchi, Koichiro" userId="b3848a05-443b-4434-8fa5-7398ca0c03c9" providerId="ADAL" clId="{AE71EA6D-8CAE-4CA8-A4AE-CBE82EA043E5}" dt="2024-09-25T11:21:37.996" v="6301" actId="47"/>
        <pc:sldMkLst>
          <pc:docMk/>
          <pc:sldMk cId="2091009357" sldId="2147480830"/>
        </pc:sldMkLst>
      </pc:sldChg>
      <pc:sldChg chg="del">
        <pc:chgData name="Takeuchi, Koichiro" userId="b3848a05-443b-4434-8fa5-7398ca0c03c9" providerId="ADAL" clId="{AE71EA6D-8CAE-4CA8-A4AE-CBE82EA043E5}" dt="2024-09-25T11:21:40.277" v="6305" actId="47"/>
        <pc:sldMkLst>
          <pc:docMk/>
          <pc:sldMk cId="4048553935" sldId="2147480833"/>
        </pc:sldMkLst>
      </pc:sldChg>
      <pc:sldChg chg="del">
        <pc:chgData name="Takeuchi, Koichiro" userId="b3848a05-443b-4434-8fa5-7398ca0c03c9" providerId="ADAL" clId="{AE71EA6D-8CAE-4CA8-A4AE-CBE82EA043E5}" dt="2024-09-25T11:21:41.310" v="6306" actId="47"/>
        <pc:sldMkLst>
          <pc:docMk/>
          <pc:sldMk cId="1353650430" sldId="2147480834"/>
        </pc:sldMkLst>
      </pc:sldChg>
      <pc:sldChg chg="del">
        <pc:chgData name="Takeuchi, Koichiro" userId="b3848a05-443b-4434-8fa5-7398ca0c03c9" providerId="ADAL" clId="{AE71EA6D-8CAE-4CA8-A4AE-CBE82EA043E5}" dt="2024-09-25T11:21:41.631" v="6307" actId="47"/>
        <pc:sldMkLst>
          <pc:docMk/>
          <pc:sldMk cId="3421619155" sldId="2147480835"/>
        </pc:sldMkLst>
      </pc:sldChg>
      <pc:sldChg chg="del">
        <pc:chgData name="Takeuchi, Koichiro" userId="b3848a05-443b-4434-8fa5-7398ca0c03c9" providerId="ADAL" clId="{AE71EA6D-8CAE-4CA8-A4AE-CBE82EA043E5}" dt="2024-09-25T11:21:41.971" v="6308" actId="47"/>
        <pc:sldMkLst>
          <pc:docMk/>
          <pc:sldMk cId="3067867741" sldId="2147480836"/>
        </pc:sldMkLst>
      </pc:sldChg>
      <pc:sldChg chg="del">
        <pc:chgData name="Takeuchi, Koichiro" userId="b3848a05-443b-4434-8fa5-7398ca0c03c9" providerId="ADAL" clId="{AE71EA6D-8CAE-4CA8-A4AE-CBE82EA043E5}" dt="2024-09-25T11:21:42.402" v="6309" actId="47"/>
        <pc:sldMkLst>
          <pc:docMk/>
          <pc:sldMk cId="672143202" sldId="2147480837"/>
        </pc:sldMkLst>
      </pc:sldChg>
      <pc:sldChg chg="del">
        <pc:chgData name="Takeuchi, Koichiro" userId="b3848a05-443b-4434-8fa5-7398ca0c03c9" providerId="ADAL" clId="{AE71EA6D-8CAE-4CA8-A4AE-CBE82EA043E5}" dt="2024-09-25T11:21:43.085" v="6310" actId="47"/>
        <pc:sldMkLst>
          <pc:docMk/>
          <pc:sldMk cId="3849089130" sldId="2147480838"/>
        </pc:sldMkLst>
      </pc:sldChg>
      <pc:sldChg chg="del">
        <pc:chgData name="Takeuchi, Koichiro" userId="b3848a05-443b-4434-8fa5-7398ca0c03c9" providerId="ADAL" clId="{AE71EA6D-8CAE-4CA8-A4AE-CBE82EA043E5}" dt="2024-09-25T11:21:39.680" v="6304" actId="47"/>
        <pc:sldMkLst>
          <pc:docMk/>
          <pc:sldMk cId="1607300711" sldId="2147480840"/>
        </pc:sldMkLst>
      </pc:sldChg>
      <pc:sldChg chg="del">
        <pc:chgData name="Takeuchi, Koichiro" userId="b3848a05-443b-4434-8fa5-7398ca0c03c9" providerId="ADAL" clId="{AE71EA6D-8CAE-4CA8-A4AE-CBE82EA043E5}" dt="2024-09-25T11:21:38.503" v="6302" actId="47"/>
        <pc:sldMkLst>
          <pc:docMk/>
          <pc:sldMk cId="489336897" sldId="2147480841"/>
        </pc:sldMkLst>
      </pc:sldChg>
      <pc:sldChg chg="del">
        <pc:chgData name="Takeuchi, Koichiro" userId="b3848a05-443b-4434-8fa5-7398ca0c03c9" providerId="ADAL" clId="{AE71EA6D-8CAE-4CA8-A4AE-CBE82EA043E5}" dt="2024-09-25T11:21:39.122" v="6303" actId="47"/>
        <pc:sldMkLst>
          <pc:docMk/>
          <pc:sldMk cId="403272463" sldId="2147480842"/>
        </pc:sldMkLst>
      </pc:sldChg>
      <pc:sldChg chg="del">
        <pc:chgData name="Takeuchi, Koichiro" userId="b3848a05-443b-4434-8fa5-7398ca0c03c9" providerId="ADAL" clId="{AE71EA6D-8CAE-4CA8-A4AE-CBE82EA043E5}" dt="2024-09-25T11:21:44.072" v="6311" actId="47"/>
        <pc:sldMkLst>
          <pc:docMk/>
          <pc:sldMk cId="3478628263" sldId="2147480843"/>
        </pc:sldMkLst>
      </pc:sldChg>
      <pc:sldChg chg="new del">
        <pc:chgData name="Takeuchi, Koichiro" userId="b3848a05-443b-4434-8fa5-7398ca0c03c9" providerId="ADAL" clId="{AE71EA6D-8CAE-4CA8-A4AE-CBE82EA043E5}" dt="2024-09-25T03:29:39.136" v="1006" actId="47"/>
        <pc:sldMkLst>
          <pc:docMk/>
          <pc:sldMk cId="3197641219" sldId="2147480844"/>
        </pc:sldMkLst>
      </pc:sldChg>
      <pc:sldChg chg="addSp delSp modSp new mod ord">
        <pc:chgData name="Takeuchi, Koichiro" userId="b3848a05-443b-4434-8fa5-7398ca0c03c9" providerId="ADAL" clId="{AE71EA6D-8CAE-4CA8-A4AE-CBE82EA043E5}" dt="2024-09-25T03:29:34.371" v="1005" actId="20577"/>
        <pc:sldMkLst>
          <pc:docMk/>
          <pc:sldMk cId="3447474003" sldId="2147480845"/>
        </pc:sldMkLst>
        <pc:spChg chg="mod">
          <ac:chgData name="Takeuchi, Koichiro" userId="b3848a05-443b-4434-8fa5-7398ca0c03c9" providerId="ADAL" clId="{AE71EA6D-8CAE-4CA8-A4AE-CBE82EA043E5}" dt="2024-09-25T03:24:59.325" v="470" actId="20577"/>
          <ac:spMkLst>
            <pc:docMk/>
            <pc:sldMk cId="3447474003" sldId="2147480845"/>
            <ac:spMk id="2" creationId="{5838DF93-ED8A-1BE7-6C79-E8409BA55A1E}"/>
          </ac:spMkLst>
        </pc:spChg>
        <pc:spChg chg="del">
          <ac:chgData name="Takeuchi, Koichiro" userId="b3848a05-443b-4434-8fa5-7398ca0c03c9" providerId="ADAL" clId="{AE71EA6D-8CAE-4CA8-A4AE-CBE82EA043E5}" dt="2024-09-25T03:25:11.603" v="480" actId="478"/>
          <ac:spMkLst>
            <pc:docMk/>
            <pc:sldMk cId="3447474003" sldId="2147480845"/>
            <ac:spMk id="3" creationId="{DB342D85-CCB2-5895-1F69-E468C94AC22E}"/>
          </ac:spMkLst>
        </pc:spChg>
        <pc:spChg chg="add mod">
          <ac:chgData name="Takeuchi, Koichiro" userId="b3848a05-443b-4434-8fa5-7398ca0c03c9" providerId="ADAL" clId="{AE71EA6D-8CAE-4CA8-A4AE-CBE82EA043E5}" dt="2024-09-25T03:29:34.371" v="1005" actId="20577"/>
          <ac:spMkLst>
            <pc:docMk/>
            <pc:sldMk cId="3447474003" sldId="2147480845"/>
            <ac:spMk id="7" creationId="{83CD5819-4D9B-9D9D-671A-783B40DF8999}"/>
          </ac:spMkLst>
        </pc:spChg>
      </pc:sldChg>
      <pc:sldChg chg="addSp delSp modSp new mod">
        <pc:chgData name="Takeuchi, Koichiro" userId="b3848a05-443b-4434-8fa5-7398ca0c03c9" providerId="ADAL" clId="{AE71EA6D-8CAE-4CA8-A4AE-CBE82EA043E5}" dt="2024-09-25T03:33:48.804" v="1463" actId="12789"/>
        <pc:sldMkLst>
          <pc:docMk/>
          <pc:sldMk cId="3295928436" sldId="2147480846"/>
        </pc:sldMkLst>
        <pc:spChg chg="mod">
          <ac:chgData name="Takeuchi, Koichiro" userId="b3848a05-443b-4434-8fa5-7398ca0c03c9" providerId="ADAL" clId="{AE71EA6D-8CAE-4CA8-A4AE-CBE82EA043E5}" dt="2024-09-25T03:30:17.244" v="1077" actId="20577"/>
          <ac:spMkLst>
            <pc:docMk/>
            <pc:sldMk cId="3295928436" sldId="2147480846"/>
            <ac:spMk id="2" creationId="{12E5C933-DA06-FC97-5C7D-EE0B1451922A}"/>
          </ac:spMkLst>
        </pc:spChg>
        <pc:spChg chg="mod">
          <ac:chgData name="Takeuchi, Koichiro" userId="b3848a05-443b-4434-8fa5-7398ca0c03c9" providerId="ADAL" clId="{AE71EA6D-8CAE-4CA8-A4AE-CBE82EA043E5}" dt="2024-09-25T03:31:51.885" v="1360" actId="20577"/>
          <ac:spMkLst>
            <pc:docMk/>
            <pc:sldMk cId="3295928436" sldId="2147480846"/>
            <ac:spMk id="3" creationId="{54B8A19E-0DB5-9B0F-F304-DB34A65D485D}"/>
          </ac:spMkLst>
        </pc:spChg>
        <pc:spChg chg="del">
          <ac:chgData name="Takeuchi, Koichiro" userId="b3848a05-443b-4434-8fa5-7398ca0c03c9" providerId="ADAL" clId="{AE71EA6D-8CAE-4CA8-A4AE-CBE82EA043E5}" dt="2024-09-25T03:30:19.487" v="1078" actId="478"/>
          <ac:spMkLst>
            <pc:docMk/>
            <pc:sldMk cId="3295928436" sldId="2147480846"/>
            <ac:spMk id="4" creationId="{0593817A-EAC0-1365-EC20-C7326C375825}"/>
          </ac:spMkLst>
        </pc:spChg>
        <pc:spChg chg="add del mod">
          <ac:chgData name="Takeuchi, Koichiro" userId="b3848a05-443b-4434-8fa5-7398ca0c03c9" providerId="ADAL" clId="{AE71EA6D-8CAE-4CA8-A4AE-CBE82EA043E5}" dt="2024-09-25T03:31:54.946" v="1361" actId="478"/>
          <ac:spMkLst>
            <pc:docMk/>
            <pc:sldMk cId="3295928436" sldId="2147480846"/>
            <ac:spMk id="7" creationId="{82A942E4-D372-B225-A935-03560D7EC061}"/>
          </ac:spMkLst>
        </pc:spChg>
        <pc:spChg chg="add mod">
          <ac:chgData name="Takeuchi, Koichiro" userId="b3848a05-443b-4434-8fa5-7398ca0c03c9" providerId="ADAL" clId="{AE71EA6D-8CAE-4CA8-A4AE-CBE82EA043E5}" dt="2024-09-25T03:32:08.529" v="1362"/>
          <ac:spMkLst>
            <pc:docMk/>
            <pc:sldMk cId="3295928436" sldId="2147480846"/>
            <ac:spMk id="8" creationId="{40EE0716-DB0E-D309-9B01-FA3C99E5A9A4}"/>
          </ac:spMkLst>
        </pc:spChg>
        <pc:spChg chg="add mod">
          <ac:chgData name="Takeuchi, Koichiro" userId="b3848a05-443b-4434-8fa5-7398ca0c03c9" providerId="ADAL" clId="{AE71EA6D-8CAE-4CA8-A4AE-CBE82EA043E5}" dt="2024-09-25T03:32:08.529" v="1362"/>
          <ac:spMkLst>
            <pc:docMk/>
            <pc:sldMk cId="3295928436" sldId="2147480846"/>
            <ac:spMk id="9" creationId="{F73EB194-66A5-F6EA-E6D5-A2468B53743F}"/>
          </ac:spMkLst>
        </pc:spChg>
        <pc:spChg chg="add mod">
          <ac:chgData name="Takeuchi, Koichiro" userId="b3848a05-443b-4434-8fa5-7398ca0c03c9" providerId="ADAL" clId="{AE71EA6D-8CAE-4CA8-A4AE-CBE82EA043E5}" dt="2024-09-25T03:32:08.529" v="1362"/>
          <ac:spMkLst>
            <pc:docMk/>
            <pc:sldMk cId="3295928436" sldId="2147480846"/>
            <ac:spMk id="10" creationId="{5383E58F-18C9-9658-9420-C12B1B6965F9}"/>
          </ac:spMkLst>
        </pc:spChg>
        <pc:spChg chg="add mod">
          <ac:chgData name="Takeuchi, Koichiro" userId="b3848a05-443b-4434-8fa5-7398ca0c03c9" providerId="ADAL" clId="{AE71EA6D-8CAE-4CA8-A4AE-CBE82EA043E5}" dt="2024-09-25T03:32:08.529" v="1362"/>
          <ac:spMkLst>
            <pc:docMk/>
            <pc:sldMk cId="3295928436" sldId="2147480846"/>
            <ac:spMk id="11" creationId="{957B4FA3-0BB4-CEE6-DDF7-AA0416125E07}"/>
          </ac:spMkLst>
        </pc:spChg>
        <pc:spChg chg="add mod">
          <ac:chgData name="Takeuchi, Koichiro" userId="b3848a05-443b-4434-8fa5-7398ca0c03c9" providerId="ADAL" clId="{AE71EA6D-8CAE-4CA8-A4AE-CBE82EA043E5}" dt="2024-09-25T03:32:08.529" v="1362"/>
          <ac:spMkLst>
            <pc:docMk/>
            <pc:sldMk cId="3295928436" sldId="2147480846"/>
            <ac:spMk id="12" creationId="{852646B4-6A32-8C17-13E7-A5A33CD076F8}"/>
          </ac:spMkLst>
        </pc:spChg>
        <pc:spChg chg="add mod">
          <ac:chgData name="Takeuchi, Koichiro" userId="b3848a05-443b-4434-8fa5-7398ca0c03c9" providerId="ADAL" clId="{AE71EA6D-8CAE-4CA8-A4AE-CBE82EA043E5}" dt="2024-09-25T03:32:08.529" v="1362"/>
          <ac:spMkLst>
            <pc:docMk/>
            <pc:sldMk cId="3295928436" sldId="2147480846"/>
            <ac:spMk id="13" creationId="{BBF3227D-8AB0-15F8-A018-2C1BFE291D36}"/>
          </ac:spMkLst>
        </pc:spChg>
        <pc:spChg chg="add mod">
          <ac:chgData name="Takeuchi, Koichiro" userId="b3848a05-443b-4434-8fa5-7398ca0c03c9" providerId="ADAL" clId="{AE71EA6D-8CAE-4CA8-A4AE-CBE82EA043E5}" dt="2024-09-25T03:32:08.529" v="1362"/>
          <ac:spMkLst>
            <pc:docMk/>
            <pc:sldMk cId="3295928436" sldId="2147480846"/>
            <ac:spMk id="14" creationId="{F3E72EBB-27C1-CC06-8FD3-31B4A5F26614}"/>
          </ac:spMkLst>
        </pc:spChg>
        <pc:spChg chg="add mod">
          <ac:chgData name="Takeuchi, Koichiro" userId="b3848a05-443b-4434-8fa5-7398ca0c03c9" providerId="ADAL" clId="{AE71EA6D-8CAE-4CA8-A4AE-CBE82EA043E5}" dt="2024-09-25T03:32:08.529" v="1362"/>
          <ac:spMkLst>
            <pc:docMk/>
            <pc:sldMk cId="3295928436" sldId="2147480846"/>
            <ac:spMk id="15" creationId="{4F597B69-6FD9-8699-9E56-B46626976C79}"/>
          </ac:spMkLst>
        </pc:spChg>
        <pc:spChg chg="add mod">
          <ac:chgData name="Takeuchi, Koichiro" userId="b3848a05-443b-4434-8fa5-7398ca0c03c9" providerId="ADAL" clId="{AE71EA6D-8CAE-4CA8-A4AE-CBE82EA043E5}" dt="2024-09-25T03:32:08.529" v="1362"/>
          <ac:spMkLst>
            <pc:docMk/>
            <pc:sldMk cId="3295928436" sldId="2147480846"/>
            <ac:spMk id="16" creationId="{6681026E-2B17-C168-B74C-87080A17173B}"/>
          </ac:spMkLst>
        </pc:spChg>
        <pc:spChg chg="add mod">
          <ac:chgData name="Takeuchi, Koichiro" userId="b3848a05-443b-4434-8fa5-7398ca0c03c9" providerId="ADAL" clId="{AE71EA6D-8CAE-4CA8-A4AE-CBE82EA043E5}" dt="2024-09-25T03:32:08.529" v="1362"/>
          <ac:spMkLst>
            <pc:docMk/>
            <pc:sldMk cId="3295928436" sldId="2147480846"/>
            <ac:spMk id="17" creationId="{111624A7-8FD2-265A-F400-888359F7711C}"/>
          </ac:spMkLst>
        </pc:spChg>
        <pc:spChg chg="add mod">
          <ac:chgData name="Takeuchi, Koichiro" userId="b3848a05-443b-4434-8fa5-7398ca0c03c9" providerId="ADAL" clId="{AE71EA6D-8CAE-4CA8-A4AE-CBE82EA043E5}" dt="2024-09-25T03:32:08.529" v="1362"/>
          <ac:spMkLst>
            <pc:docMk/>
            <pc:sldMk cId="3295928436" sldId="2147480846"/>
            <ac:spMk id="19" creationId="{4B9C601D-843D-FAEB-E5EB-7ADFB603B809}"/>
          </ac:spMkLst>
        </pc:spChg>
        <pc:spChg chg="add mod">
          <ac:chgData name="Takeuchi, Koichiro" userId="b3848a05-443b-4434-8fa5-7398ca0c03c9" providerId="ADAL" clId="{AE71EA6D-8CAE-4CA8-A4AE-CBE82EA043E5}" dt="2024-09-25T03:32:08.529" v="1362"/>
          <ac:spMkLst>
            <pc:docMk/>
            <pc:sldMk cId="3295928436" sldId="2147480846"/>
            <ac:spMk id="20" creationId="{D60B617E-860B-6795-554A-F906C718C273}"/>
          </ac:spMkLst>
        </pc:spChg>
        <pc:spChg chg="add mod">
          <ac:chgData name="Takeuchi, Koichiro" userId="b3848a05-443b-4434-8fa5-7398ca0c03c9" providerId="ADAL" clId="{AE71EA6D-8CAE-4CA8-A4AE-CBE82EA043E5}" dt="2024-09-25T03:32:08.529" v="1362"/>
          <ac:spMkLst>
            <pc:docMk/>
            <pc:sldMk cId="3295928436" sldId="2147480846"/>
            <ac:spMk id="21" creationId="{B0FA33D2-B378-0EB9-5317-486AA17E0DDF}"/>
          </ac:spMkLst>
        </pc:spChg>
        <pc:spChg chg="add mod">
          <ac:chgData name="Takeuchi, Koichiro" userId="b3848a05-443b-4434-8fa5-7398ca0c03c9" providerId="ADAL" clId="{AE71EA6D-8CAE-4CA8-A4AE-CBE82EA043E5}" dt="2024-09-25T03:32:08.529" v="1362"/>
          <ac:spMkLst>
            <pc:docMk/>
            <pc:sldMk cId="3295928436" sldId="2147480846"/>
            <ac:spMk id="22" creationId="{E3F52C0F-9F8F-73B0-1898-0A40D2D6070D}"/>
          </ac:spMkLst>
        </pc:spChg>
        <pc:spChg chg="add mod">
          <ac:chgData name="Takeuchi, Koichiro" userId="b3848a05-443b-4434-8fa5-7398ca0c03c9" providerId="ADAL" clId="{AE71EA6D-8CAE-4CA8-A4AE-CBE82EA043E5}" dt="2024-09-25T03:32:08.529" v="1362"/>
          <ac:spMkLst>
            <pc:docMk/>
            <pc:sldMk cId="3295928436" sldId="2147480846"/>
            <ac:spMk id="23" creationId="{94AC4D0C-18AA-8E26-CC11-0F718BAB7199}"/>
          </ac:spMkLst>
        </pc:spChg>
        <pc:spChg chg="add mod">
          <ac:chgData name="Takeuchi, Koichiro" userId="b3848a05-443b-4434-8fa5-7398ca0c03c9" providerId="ADAL" clId="{AE71EA6D-8CAE-4CA8-A4AE-CBE82EA043E5}" dt="2024-09-25T03:32:08.529" v="1362"/>
          <ac:spMkLst>
            <pc:docMk/>
            <pc:sldMk cId="3295928436" sldId="2147480846"/>
            <ac:spMk id="24" creationId="{0FE8ACFD-D14A-EA21-7341-C320BFB451E8}"/>
          </ac:spMkLst>
        </pc:spChg>
        <pc:spChg chg="mod">
          <ac:chgData name="Takeuchi, Koichiro" userId="b3848a05-443b-4434-8fa5-7398ca0c03c9" providerId="ADAL" clId="{AE71EA6D-8CAE-4CA8-A4AE-CBE82EA043E5}" dt="2024-09-25T03:32:08.529" v="1362"/>
          <ac:spMkLst>
            <pc:docMk/>
            <pc:sldMk cId="3295928436" sldId="2147480846"/>
            <ac:spMk id="26" creationId="{F41393D6-4D3E-C63C-9B3C-CA32B42FBD34}"/>
          </ac:spMkLst>
        </pc:spChg>
        <pc:spChg chg="mod">
          <ac:chgData name="Takeuchi, Koichiro" userId="b3848a05-443b-4434-8fa5-7398ca0c03c9" providerId="ADAL" clId="{AE71EA6D-8CAE-4CA8-A4AE-CBE82EA043E5}" dt="2024-09-25T03:32:08.529" v="1362"/>
          <ac:spMkLst>
            <pc:docMk/>
            <pc:sldMk cId="3295928436" sldId="2147480846"/>
            <ac:spMk id="27" creationId="{883EF7E3-A403-9D76-C564-FBD4009CDEC2}"/>
          </ac:spMkLst>
        </pc:spChg>
        <pc:spChg chg="mod">
          <ac:chgData name="Takeuchi, Koichiro" userId="b3848a05-443b-4434-8fa5-7398ca0c03c9" providerId="ADAL" clId="{AE71EA6D-8CAE-4CA8-A4AE-CBE82EA043E5}" dt="2024-09-25T03:32:08.529" v="1362"/>
          <ac:spMkLst>
            <pc:docMk/>
            <pc:sldMk cId="3295928436" sldId="2147480846"/>
            <ac:spMk id="28" creationId="{AD43B6AB-0497-4DA0-192B-C94B1EE2D0CD}"/>
          </ac:spMkLst>
        </pc:spChg>
        <pc:spChg chg="mod">
          <ac:chgData name="Takeuchi, Koichiro" userId="b3848a05-443b-4434-8fa5-7398ca0c03c9" providerId="ADAL" clId="{AE71EA6D-8CAE-4CA8-A4AE-CBE82EA043E5}" dt="2024-09-25T03:32:08.529" v="1362"/>
          <ac:spMkLst>
            <pc:docMk/>
            <pc:sldMk cId="3295928436" sldId="2147480846"/>
            <ac:spMk id="29" creationId="{6BADCC93-7141-6072-A26B-A34CDBA0B920}"/>
          </ac:spMkLst>
        </pc:spChg>
        <pc:spChg chg="mod">
          <ac:chgData name="Takeuchi, Koichiro" userId="b3848a05-443b-4434-8fa5-7398ca0c03c9" providerId="ADAL" clId="{AE71EA6D-8CAE-4CA8-A4AE-CBE82EA043E5}" dt="2024-09-25T03:32:08.529" v="1362"/>
          <ac:spMkLst>
            <pc:docMk/>
            <pc:sldMk cId="3295928436" sldId="2147480846"/>
            <ac:spMk id="31" creationId="{EC879E11-8452-1842-FAFB-BFDF3F85C4E1}"/>
          </ac:spMkLst>
        </pc:spChg>
        <pc:spChg chg="mod">
          <ac:chgData name="Takeuchi, Koichiro" userId="b3848a05-443b-4434-8fa5-7398ca0c03c9" providerId="ADAL" clId="{AE71EA6D-8CAE-4CA8-A4AE-CBE82EA043E5}" dt="2024-09-25T03:32:08.529" v="1362"/>
          <ac:spMkLst>
            <pc:docMk/>
            <pc:sldMk cId="3295928436" sldId="2147480846"/>
            <ac:spMk id="32" creationId="{8337DA34-D1DD-FDE6-DDDC-135614D6BE66}"/>
          </ac:spMkLst>
        </pc:spChg>
        <pc:spChg chg="mod">
          <ac:chgData name="Takeuchi, Koichiro" userId="b3848a05-443b-4434-8fa5-7398ca0c03c9" providerId="ADAL" clId="{AE71EA6D-8CAE-4CA8-A4AE-CBE82EA043E5}" dt="2024-09-25T03:32:08.529" v="1362"/>
          <ac:spMkLst>
            <pc:docMk/>
            <pc:sldMk cId="3295928436" sldId="2147480846"/>
            <ac:spMk id="33" creationId="{A8896B5B-907A-084C-8EDA-5955F0C64C67}"/>
          </ac:spMkLst>
        </pc:spChg>
        <pc:spChg chg="mod">
          <ac:chgData name="Takeuchi, Koichiro" userId="b3848a05-443b-4434-8fa5-7398ca0c03c9" providerId="ADAL" clId="{AE71EA6D-8CAE-4CA8-A4AE-CBE82EA043E5}" dt="2024-09-25T03:32:08.529" v="1362"/>
          <ac:spMkLst>
            <pc:docMk/>
            <pc:sldMk cId="3295928436" sldId="2147480846"/>
            <ac:spMk id="34" creationId="{A3A2EA0C-6824-970A-D33A-6BCDD85E8F24}"/>
          </ac:spMkLst>
        </pc:spChg>
        <pc:spChg chg="mod">
          <ac:chgData name="Takeuchi, Koichiro" userId="b3848a05-443b-4434-8fa5-7398ca0c03c9" providerId="ADAL" clId="{AE71EA6D-8CAE-4CA8-A4AE-CBE82EA043E5}" dt="2024-09-25T03:32:08.529" v="1362"/>
          <ac:spMkLst>
            <pc:docMk/>
            <pc:sldMk cId="3295928436" sldId="2147480846"/>
            <ac:spMk id="35" creationId="{9FB4642A-09E8-B122-6701-C8D34344F835}"/>
          </ac:spMkLst>
        </pc:spChg>
        <pc:spChg chg="mod">
          <ac:chgData name="Takeuchi, Koichiro" userId="b3848a05-443b-4434-8fa5-7398ca0c03c9" providerId="ADAL" clId="{AE71EA6D-8CAE-4CA8-A4AE-CBE82EA043E5}" dt="2024-09-25T03:32:08.529" v="1362"/>
          <ac:spMkLst>
            <pc:docMk/>
            <pc:sldMk cId="3295928436" sldId="2147480846"/>
            <ac:spMk id="36" creationId="{A51F4994-DD83-81AD-0CC5-EAB421D27294}"/>
          </ac:spMkLst>
        </pc:spChg>
        <pc:spChg chg="mod">
          <ac:chgData name="Takeuchi, Koichiro" userId="b3848a05-443b-4434-8fa5-7398ca0c03c9" providerId="ADAL" clId="{AE71EA6D-8CAE-4CA8-A4AE-CBE82EA043E5}" dt="2024-09-25T03:32:08.529" v="1362"/>
          <ac:spMkLst>
            <pc:docMk/>
            <pc:sldMk cId="3295928436" sldId="2147480846"/>
            <ac:spMk id="38" creationId="{D5A5D576-7C64-88C0-8A47-B2424D213A9B}"/>
          </ac:spMkLst>
        </pc:spChg>
        <pc:spChg chg="mod">
          <ac:chgData name="Takeuchi, Koichiro" userId="b3848a05-443b-4434-8fa5-7398ca0c03c9" providerId="ADAL" clId="{AE71EA6D-8CAE-4CA8-A4AE-CBE82EA043E5}" dt="2024-09-25T03:32:08.529" v="1362"/>
          <ac:spMkLst>
            <pc:docMk/>
            <pc:sldMk cId="3295928436" sldId="2147480846"/>
            <ac:spMk id="39" creationId="{B1D4A209-3F83-CDCF-556D-4D74D8392C5E}"/>
          </ac:spMkLst>
        </pc:spChg>
        <pc:spChg chg="mod">
          <ac:chgData name="Takeuchi, Koichiro" userId="b3848a05-443b-4434-8fa5-7398ca0c03c9" providerId="ADAL" clId="{AE71EA6D-8CAE-4CA8-A4AE-CBE82EA043E5}" dt="2024-09-25T03:32:08.529" v="1362"/>
          <ac:spMkLst>
            <pc:docMk/>
            <pc:sldMk cId="3295928436" sldId="2147480846"/>
            <ac:spMk id="40" creationId="{F41074F9-9F1C-E39E-3F40-5590DCA87C9D}"/>
          </ac:spMkLst>
        </pc:spChg>
        <pc:spChg chg="mod">
          <ac:chgData name="Takeuchi, Koichiro" userId="b3848a05-443b-4434-8fa5-7398ca0c03c9" providerId="ADAL" clId="{AE71EA6D-8CAE-4CA8-A4AE-CBE82EA043E5}" dt="2024-09-25T03:32:08.529" v="1362"/>
          <ac:spMkLst>
            <pc:docMk/>
            <pc:sldMk cId="3295928436" sldId="2147480846"/>
            <ac:spMk id="41" creationId="{F26EB189-54B4-DE21-62A8-91D641E87022}"/>
          </ac:spMkLst>
        </pc:spChg>
        <pc:spChg chg="mod">
          <ac:chgData name="Takeuchi, Koichiro" userId="b3848a05-443b-4434-8fa5-7398ca0c03c9" providerId="ADAL" clId="{AE71EA6D-8CAE-4CA8-A4AE-CBE82EA043E5}" dt="2024-09-25T03:32:08.529" v="1362"/>
          <ac:spMkLst>
            <pc:docMk/>
            <pc:sldMk cId="3295928436" sldId="2147480846"/>
            <ac:spMk id="42" creationId="{CDCFD3A8-37DC-0095-61F2-3831384E80DD}"/>
          </ac:spMkLst>
        </pc:spChg>
        <pc:spChg chg="mod">
          <ac:chgData name="Takeuchi, Koichiro" userId="b3848a05-443b-4434-8fa5-7398ca0c03c9" providerId="ADAL" clId="{AE71EA6D-8CAE-4CA8-A4AE-CBE82EA043E5}" dt="2024-09-25T03:32:08.529" v="1362"/>
          <ac:spMkLst>
            <pc:docMk/>
            <pc:sldMk cId="3295928436" sldId="2147480846"/>
            <ac:spMk id="43" creationId="{5B703FBB-751E-BA4A-506C-307B1B527470}"/>
          </ac:spMkLst>
        </pc:spChg>
        <pc:spChg chg="mod">
          <ac:chgData name="Takeuchi, Koichiro" userId="b3848a05-443b-4434-8fa5-7398ca0c03c9" providerId="ADAL" clId="{AE71EA6D-8CAE-4CA8-A4AE-CBE82EA043E5}" dt="2024-09-25T03:32:08.529" v="1362"/>
          <ac:spMkLst>
            <pc:docMk/>
            <pc:sldMk cId="3295928436" sldId="2147480846"/>
            <ac:spMk id="44" creationId="{54D6551F-69B6-A6AA-2B0D-745423DF07E5}"/>
          </ac:spMkLst>
        </pc:spChg>
        <pc:spChg chg="mod">
          <ac:chgData name="Takeuchi, Koichiro" userId="b3848a05-443b-4434-8fa5-7398ca0c03c9" providerId="ADAL" clId="{AE71EA6D-8CAE-4CA8-A4AE-CBE82EA043E5}" dt="2024-09-25T03:32:08.529" v="1362"/>
          <ac:spMkLst>
            <pc:docMk/>
            <pc:sldMk cId="3295928436" sldId="2147480846"/>
            <ac:spMk id="45" creationId="{C987163B-C27E-C316-1738-CC21467CD066}"/>
          </ac:spMkLst>
        </pc:spChg>
        <pc:spChg chg="mod">
          <ac:chgData name="Takeuchi, Koichiro" userId="b3848a05-443b-4434-8fa5-7398ca0c03c9" providerId="ADAL" clId="{AE71EA6D-8CAE-4CA8-A4AE-CBE82EA043E5}" dt="2024-09-25T03:32:08.529" v="1362"/>
          <ac:spMkLst>
            <pc:docMk/>
            <pc:sldMk cId="3295928436" sldId="2147480846"/>
            <ac:spMk id="47" creationId="{476FA682-A4C8-EDDA-8942-E0AD6E771AE6}"/>
          </ac:spMkLst>
        </pc:spChg>
        <pc:spChg chg="mod">
          <ac:chgData name="Takeuchi, Koichiro" userId="b3848a05-443b-4434-8fa5-7398ca0c03c9" providerId="ADAL" clId="{AE71EA6D-8CAE-4CA8-A4AE-CBE82EA043E5}" dt="2024-09-25T03:32:08.529" v="1362"/>
          <ac:spMkLst>
            <pc:docMk/>
            <pc:sldMk cId="3295928436" sldId="2147480846"/>
            <ac:spMk id="49" creationId="{7A41D182-E4AB-D40B-EEAC-83F77A6ADC67}"/>
          </ac:spMkLst>
        </pc:spChg>
        <pc:spChg chg="mod">
          <ac:chgData name="Takeuchi, Koichiro" userId="b3848a05-443b-4434-8fa5-7398ca0c03c9" providerId="ADAL" clId="{AE71EA6D-8CAE-4CA8-A4AE-CBE82EA043E5}" dt="2024-09-25T03:32:08.529" v="1362"/>
          <ac:spMkLst>
            <pc:docMk/>
            <pc:sldMk cId="3295928436" sldId="2147480846"/>
            <ac:spMk id="50" creationId="{C28F2403-3D4E-F8CF-2A2E-8B442F0FBEA3}"/>
          </ac:spMkLst>
        </pc:spChg>
        <pc:spChg chg="mod">
          <ac:chgData name="Takeuchi, Koichiro" userId="b3848a05-443b-4434-8fa5-7398ca0c03c9" providerId="ADAL" clId="{AE71EA6D-8CAE-4CA8-A4AE-CBE82EA043E5}" dt="2024-09-25T03:32:08.529" v="1362"/>
          <ac:spMkLst>
            <pc:docMk/>
            <pc:sldMk cId="3295928436" sldId="2147480846"/>
            <ac:spMk id="51" creationId="{ABD856DD-EF0D-1D48-1DC8-71694B98B696}"/>
          </ac:spMkLst>
        </pc:spChg>
        <pc:spChg chg="mod">
          <ac:chgData name="Takeuchi, Koichiro" userId="b3848a05-443b-4434-8fa5-7398ca0c03c9" providerId="ADAL" clId="{AE71EA6D-8CAE-4CA8-A4AE-CBE82EA043E5}" dt="2024-09-25T03:32:08.529" v="1362"/>
          <ac:spMkLst>
            <pc:docMk/>
            <pc:sldMk cId="3295928436" sldId="2147480846"/>
            <ac:spMk id="52" creationId="{5DBE19FA-566F-05FE-552E-DE9482B8022F}"/>
          </ac:spMkLst>
        </pc:spChg>
        <pc:spChg chg="mod">
          <ac:chgData name="Takeuchi, Koichiro" userId="b3848a05-443b-4434-8fa5-7398ca0c03c9" providerId="ADAL" clId="{AE71EA6D-8CAE-4CA8-A4AE-CBE82EA043E5}" dt="2024-09-25T03:32:08.529" v="1362"/>
          <ac:spMkLst>
            <pc:docMk/>
            <pc:sldMk cId="3295928436" sldId="2147480846"/>
            <ac:spMk id="53" creationId="{8F82EFC0-27F5-37C2-0AFB-856F8D78FA13}"/>
          </ac:spMkLst>
        </pc:spChg>
        <pc:spChg chg="mod">
          <ac:chgData name="Takeuchi, Koichiro" userId="b3848a05-443b-4434-8fa5-7398ca0c03c9" providerId="ADAL" clId="{AE71EA6D-8CAE-4CA8-A4AE-CBE82EA043E5}" dt="2024-09-25T03:32:08.529" v="1362"/>
          <ac:spMkLst>
            <pc:docMk/>
            <pc:sldMk cId="3295928436" sldId="2147480846"/>
            <ac:spMk id="55" creationId="{3BD9A69F-B2DF-D31B-DE08-68D20D7F9205}"/>
          </ac:spMkLst>
        </pc:spChg>
        <pc:spChg chg="mod">
          <ac:chgData name="Takeuchi, Koichiro" userId="b3848a05-443b-4434-8fa5-7398ca0c03c9" providerId="ADAL" clId="{AE71EA6D-8CAE-4CA8-A4AE-CBE82EA043E5}" dt="2024-09-25T03:32:08.529" v="1362"/>
          <ac:spMkLst>
            <pc:docMk/>
            <pc:sldMk cId="3295928436" sldId="2147480846"/>
            <ac:spMk id="56" creationId="{2DA19112-063E-C323-8C69-E9AB19AC2FAE}"/>
          </ac:spMkLst>
        </pc:spChg>
        <pc:spChg chg="mod">
          <ac:chgData name="Takeuchi, Koichiro" userId="b3848a05-443b-4434-8fa5-7398ca0c03c9" providerId="ADAL" clId="{AE71EA6D-8CAE-4CA8-A4AE-CBE82EA043E5}" dt="2024-09-25T03:32:08.529" v="1362"/>
          <ac:spMkLst>
            <pc:docMk/>
            <pc:sldMk cId="3295928436" sldId="2147480846"/>
            <ac:spMk id="57" creationId="{8545E59E-B4D4-77AF-436E-AFF592D63D73}"/>
          </ac:spMkLst>
        </pc:spChg>
        <pc:spChg chg="mod">
          <ac:chgData name="Takeuchi, Koichiro" userId="b3848a05-443b-4434-8fa5-7398ca0c03c9" providerId="ADAL" clId="{AE71EA6D-8CAE-4CA8-A4AE-CBE82EA043E5}" dt="2024-09-25T03:32:08.529" v="1362"/>
          <ac:spMkLst>
            <pc:docMk/>
            <pc:sldMk cId="3295928436" sldId="2147480846"/>
            <ac:spMk id="58" creationId="{AAF80260-E21D-FF43-AAA9-8EC7876DE370}"/>
          </ac:spMkLst>
        </pc:spChg>
        <pc:spChg chg="mod">
          <ac:chgData name="Takeuchi, Koichiro" userId="b3848a05-443b-4434-8fa5-7398ca0c03c9" providerId="ADAL" clId="{AE71EA6D-8CAE-4CA8-A4AE-CBE82EA043E5}" dt="2024-09-25T03:32:08.529" v="1362"/>
          <ac:spMkLst>
            <pc:docMk/>
            <pc:sldMk cId="3295928436" sldId="2147480846"/>
            <ac:spMk id="59" creationId="{3B92C518-DFB1-9F96-D792-234407234511}"/>
          </ac:spMkLst>
        </pc:spChg>
        <pc:spChg chg="mod">
          <ac:chgData name="Takeuchi, Koichiro" userId="b3848a05-443b-4434-8fa5-7398ca0c03c9" providerId="ADAL" clId="{AE71EA6D-8CAE-4CA8-A4AE-CBE82EA043E5}" dt="2024-09-25T03:32:08.529" v="1362"/>
          <ac:spMkLst>
            <pc:docMk/>
            <pc:sldMk cId="3295928436" sldId="2147480846"/>
            <ac:spMk id="60" creationId="{2C2E1779-4F9F-F302-1CF5-5DBF4698A3F0}"/>
          </ac:spMkLst>
        </pc:spChg>
        <pc:spChg chg="mod">
          <ac:chgData name="Takeuchi, Koichiro" userId="b3848a05-443b-4434-8fa5-7398ca0c03c9" providerId="ADAL" clId="{AE71EA6D-8CAE-4CA8-A4AE-CBE82EA043E5}" dt="2024-09-25T03:32:08.529" v="1362"/>
          <ac:spMkLst>
            <pc:docMk/>
            <pc:sldMk cId="3295928436" sldId="2147480846"/>
            <ac:spMk id="61" creationId="{0D41676D-3462-781E-A963-E4E882409705}"/>
          </ac:spMkLst>
        </pc:spChg>
        <pc:spChg chg="mod">
          <ac:chgData name="Takeuchi, Koichiro" userId="b3848a05-443b-4434-8fa5-7398ca0c03c9" providerId="ADAL" clId="{AE71EA6D-8CAE-4CA8-A4AE-CBE82EA043E5}" dt="2024-09-25T03:32:08.529" v="1362"/>
          <ac:spMkLst>
            <pc:docMk/>
            <pc:sldMk cId="3295928436" sldId="2147480846"/>
            <ac:spMk id="62" creationId="{0B1500D7-64BE-B995-E7E8-D237FE40C5C6}"/>
          </ac:spMkLst>
        </pc:spChg>
        <pc:spChg chg="mod">
          <ac:chgData name="Takeuchi, Koichiro" userId="b3848a05-443b-4434-8fa5-7398ca0c03c9" providerId="ADAL" clId="{AE71EA6D-8CAE-4CA8-A4AE-CBE82EA043E5}" dt="2024-09-25T03:32:08.529" v="1362"/>
          <ac:spMkLst>
            <pc:docMk/>
            <pc:sldMk cId="3295928436" sldId="2147480846"/>
            <ac:spMk id="63" creationId="{96A12A75-E373-A893-DBDE-DF684362E3D0}"/>
          </ac:spMkLst>
        </pc:spChg>
        <pc:spChg chg="mod">
          <ac:chgData name="Takeuchi, Koichiro" userId="b3848a05-443b-4434-8fa5-7398ca0c03c9" providerId="ADAL" clId="{AE71EA6D-8CAE-4CA8-A4AE-CBE82EA043E5}" dt="2024-09-25T03:32:08.529" v="1362"/>
          <ac:spMkLst>
            <pc:docMk/>
            <pc:sldMk cId="3295928436" sldId="2147480846"/>
            <ac:spMk id="64" creationId="{3C2DCEB7-9192-4574-F2BC-29CF2999DB66}"/>
          </ac:spMkLst>
        </pc:spChg>
        <pc:spChg chg="mod">
          <ac:chgData name="Takeuchi, Koichiro" userId="b3848a05-443b-4434-8fa5-7398ca0c03c9" providerId="ADAL" clId="{AE71EA6D-8CAE-4CA8-A4AE-CBE82EA043E5}" dt="2024-09-25T03:32:08.529" v="1362"/>
          <ac:spMkLst>
            <pc:docMk/>
            <pc:sldMk cId="3295928436" sldId="2147480846"/>
            <ac:spMk id="65" creationId="{51F146F1-3FB3-9BB0-0E3E-3C09F86C1899}"/>
          </ac:spMkLst>
        </pc:spChg>
        <pc:spChg chg="mod">
          <ac:chgData name="Takeuchi, Koichiro" userId="b3848a05-443b-4434-8fa5-7398ca0c03c9" providerId="ADAL" clId="{AE71EA6D-8CAE-4CA8-A4AE-CBE82EA043E5}" dt="2024-09-25T03:32:08.529" v="1362"/>
          <ac:spMkLst>
            <pc:docMk/>
            <pc:sldMk cId="3295928436" sldId="2147480846"/>
            <ac:spMk id="66" creationId="{EB5A5C74-7A54-46D3-6C80-4D6B71C5CB1D}"/>
          </ac:spMkLst>
        </pc:spChg>
        <pc:spChg chg="mod">
          <ac:chgData name="Takeuchi, Koichiro" userId="b3848a05-443b-4434-8fa5-7398ca0c03c9" providerId="ADAL" clId="{AE71EA6D-8CAE-4CA8-A4AE-CBE82EA043E5}" dt="2024-09-25T03:32:08.529" v="1362"/>
          <ac:spMkLst>
            <pc:docMk/>
            <pc:sldMk cId="3295928436" sldId="2147480846"/>
            <ac:spMk id="68" creationId="{549244B2-5F33-6B75-C5CB-C0CAF452680F}"/>
          </ac:spMkLst>
        </pc:spChg>
        <pc:spChg chg="mod">
          <ac:chgData name="Takeuchi, Koichiro" userId="b3848a05-443b-4434-8fa5-7398ca0c03c9" providerId="ADAL" clId="{AE71EA6D-8CAE-4CA8-A4AE-CBE82EA043E5}" dt="2024-09-25T03:32:08.529" v="1362"/>
          <ac:spMkLst>
            <pc:docMk/>
            <pc:sldMk cId="3295928436" sldId="2147480846"/>
            <ac:spMk id="69" creationId="{8BAC4F5C-D0DB-0AF3-0501-6DE2B20EC147}"/>
          </ac:spMkLst>
        </pc:spChg>
        <pc:spChg chg="mod">
          <ac:chgData name="Takeuchi, Koichiro" userId="b3848a05-443b-4434-8fa5-7398ca0c03c9" providerId="ADAL" clId="{AE71EA6D-8CAE-4CA8-A4AE-CBE82EA043E5}" dt="2024-09-25T03:32:08.529" v="1362"/>
          <ac:spMkLst>
            <pc:docMk/>
            <pc:sldMk cId="3295928436" sldId="2147480846"/>
            <ac:spMk id="70" creationId="{0C2831F1-B36F-D176-26FA-9B31D07D0992}"/>
          </ac:spMkLst>
        </pc:spChg>
        <pc:spChg chg="mod">
          <ac:chgData name="Takeuchi, Koichiro" userId="b3848a05-443b-4434-8fa5-7398ca0c03c9" providerId="ADAL" clId="{AE71EA6D-8CAE-4CA8-A4AE-CBE82EA043E5}" dt="2024-09-25T03:32:08.529" v="1362"/>
          <ac:spMkLst>
            <pc:docMk/>
            <pc:sldMk cId="3295928436" sldId="2147480846"/>
            <ac:spMk id="71" creationId="{C2B7AD98-8236-8DA0-8C13-A07B3347BF05}"/>
          </ac:spMkLst>
        </pc:spChg>
        <pc:spChg chg="mod">
          <ac:chgData name="Takeuchi, Koichiro" userId="b3848a05-443b-4434-8fa5-7398ca0c03c9" providerId="ADAL" clId="{AE71EA6D-8CAE-4CA8-A4AE-CBE82EA043E5}" dt="2024-09-25T03:32:08.529" v="1362"/>
          <ac:spMkLst>
            <pc:docMk/>
            <pc:sldMk cId="3295928436" sldId="2147480846"/>
            <ac:spMk id="72" creationId="{662D4559-80C8-8601-C84F-1DEA38429AFF}"/>
          </ac:spMkLst>
        </pc:spChg>
        <pc:spChg chg="mod">
          <ac:chgData name="Takeuchi, Koichiro" userId="b3848a05-443b-4434-8fa5-7398ca0c03c9" providerId="ADAL" clId="{AE71EA6D-8CAE-4CA8-A4AE-CBE82EA043E5}" dt="2024-09-25T03:32:08.529" v="1362"/>
          <ac:spMkLst>
            <pc:docMk/>
            <pc:sldMk cId="3295928436" sldId="2147480846"/>
            <ac:spMk id="73" creationId="{3632C47F-E16B-E1EF-681C-6BE44852E119}"/>
          </ac:spMkLst>
        </pc:spChg>
        <pc:spChg chg="mod">
          <ac:chgData name="Takeuchi, Koichiro" userId="b3848a05-443b-4434-8fa5-7398ca0c03c9" providerId="ADAL" clId="{AE71EA6D-8CAE-4CA8-A4AE-CBE82EA043E5}" dt="2024-09-25T03:32:08.529" v="1362"/>
          <ac:spMkLst>
            <pc:docMk/>
            <pc:sldMk cId="3295928436" sldId="2147480846"/>
            <ac:spMk id="75" creationId="{9C2A0071-077A-140D-6991-7CC7D6A26789}"/>
          </ac:spMkLst>
        </pc:spChg>
        <pc:spChg chg="mod">
          <ac:chgData name="Takeuchi, Koichiro" userId="b3848a05-443b-4434-8fa5-7398ca0c03c9" providerId="ADAL" clId="{AE71EA6D-8CAE-4CA8-A4AE-CBE82EA043E5}" dt="2024-09-25T03:32:08.529" v="1362"/>
          <ac:spMkLst>
            <pc:docMk/>
            <pc:sldMk cId="3295928436" sldId="2147480846"/>
            <ac:spMk id="76" creationId="{94CBFB87-2643-A64B-4D0C-573D4C6EC5BA}"/>
          </ac:spMkLst>
        </pc:spChg>
        <pc:spChg chg="mod">
          <ac:chgData name="Takeuchi, Koichiro" userId="b3848a05-443b-4434-8fa5-7398ca0c03c9" providerId="ADAL" clId="{AE71EA6D-8CAE-4CA8-A4AE-CBE82EA043E5}" dt="2024-09-25T03:32:08.529" v="1362"/>
          <ac:spMkLst>
            <pc:docMk/>
            <pc:sldMk cId="3295928436" sldId="2147480846"/>
            <ac:spMk id="77" creationId="{93EF5657-2CDD-0F59-E4E6-975F94BA6ECD}"/>
          </ac:spMkLst>
        </pc:spChg>
        <pc:spChg chg="mod">
          <ac:chgData name="Takeuchi, Koichiro" userId="b3848a05-443b-4434-8fa5-7398ca0c03c9" providerId="ADAL" clId="{AE71EA6D-8CAE-4CA8-A4AE-CBE82EA043E5}" dt="2024-09-25T03:32:08.529" v="1362"/>
          <ac:spMkLst>
            <pc:docMk/>
            <pc:sldMk cId="3295928436" sldId="2147480846"/>
            <ac:spMk id="78" creationId="{C4BB6A59-5742-0209-0B9B-72D67275BA68}"/>
          </ac:spMkLst>
        </pc:spChg>
        <pc:spChg chg="mod">
          <ac:chgData name="Takeuchi, Koichiro" userId="b3848a05-443b-4434-8fa5-7398ca0c03c9" providerId="ADAL" clId="{AE71EA6D-8CAE-4CA8-A4AE-CBE82EA043E5}" dt="2024-09-25T03:32:08.529" v="1362"/>
          <ac:spMkLst>
            <pc:docMk/>
            <pc:sldMk cId="3295928436" sldId="2147480846"/>
            <ac:spMk id="79" creationId="{4072BC91-39A3-4BC1-DF5D-4B84D367C6DD}"/>
          </ac:spMkLst>
        </pc:spChg>
        <pc:spChg chg="mod">
          <ac:chgData name="Takeuchi, Koichiro" userId="b3848a05-443b-4434-8fa5-7398ca0c03c9" providerId="ADAL" clId="{AE71EA6D-8CAE-4CA8-A4AE-CBE82EA043E5}" dt="2024-09-25T03:32:08.529" v="1362"/>
          <ac:spMkLst>
            <pc:docMk/>
            <pc:sldMk cId="3295928436" sldId="2147480846"/>
            <ac:spMk id="80" creationId="{4EDE2C44-97AB-2B6E-5603-59F81925150F}"/>
          </ac:spMkLst>
        </pc:spChg>
        <pc:spChg chg="mod">
          <ac:chgData name="Takeuchi, Koichiro" userId="b3848a05-443b-4434-8fa5-7398ca0c03c9" providerId="ADAL" clId="{AE71EA6D-8CAE-4CA8-A4AE-CBE82EA043E5}" dt="2024-09-25T03:32:08.529" v="1362"/>
          <ac:spMkLst>
            <pc:docMk/>
            <pc:sldMk cId="3295928436" sldId="2147480846"/>
            <ac:spMk id="82" creationId="{87689411-A5AF-3EAC-79EC-7AE3C0F5D201}"/>
          </ac:spMkLst>
        </pc:spChg>
        <pc:spChg chg="mod">
          <ac:chgData name="Takeuchi, Koichiro" userId="b3848a05-443b-4434-8fa5-7398ca0c03c9" providerId="ADAL" clId="{AE71EA6D-8CAE-4CA8-A4AE-CBE82EA043E5}" dt="2024-09-25T03:32:08.529" v="1362"/>
          <ac:spMkLst>
            <pc:docMk/>
            <pc:sldMk cId="3295928436" sldId="2147480846"/>
            <ac:spMk id="83" creationId="{FB0D9E23-B7E1-BA16-0849-DC65E9975CEF}"/>
          </ac:spMkLst>
        </pc:spChg>
        <pc:spChg chg="mod">
          <ac:chgData name="Takeuchi, Koichiro" userId="b3848a05-443b-4434-8fa5-7398ca0c03c9" providerId="ADAL" clId="{AE71EA6D-8CAE-4CA8-A4AE-CBE82EA043E5}" dt="2024-09-25T03:32:08.529" v="1362"/>
          <ac:spMkLst>
            <pc:docMk/>
            <pc:sldMk cId="3295928436" sldId="2147480846"/>
            <ac:spMk id="84" creationId="{A376FCCC-8BDF-52C2-E992-70CC8B5B861B}"/>
          </ac:spMkLst>
        </pc:spChg>
        <pc:spChg chg="mod">
          <ac:chgData name="Takeuchi, Koichiro" userId="b3848a05-443b-4434-8fa5-7398ca0c03c9" providerId="ADAL" clId="{AE71EA6D-8CAE-4CA8-A4AE-CBE82EA043E5}" dt="2024-09-25T03:32:08.529" v="1362"/>
          <ac:spMkLst>
            <pc:docMk/>
            <pc:sldMk cId="3295928436" sldId="2147480846"/>
            <ac:spMk id="85" creationId="{92433B0C-6823-622D-D3C7-BB062CEEE0D0}"/>
          </ac:spMkLst>
        </pc:spChg>
        <pc:spChg chg="mod">
          <ac:chgData name="Takeuchi, Koichiro" userId="b3848a05-443b-4434-8fa5-7398ca0c03c9" providerId="ADAL" clId="{AE71EA6D-8CAE-4CA8-A4AE-CBE82EA043E5}" dt="2024-09-25T03:32:08.529" v="1362"/>
          <ac:spMkLst>
            <pc:docMk/>
            <pc:sldMk cId="3295928436" sldId="2147480846"/>
            <ac:spMk id="86" creationId="{0E0BE967-AF47-89CA-564A-BFD65A500C99}"/>
          </ac:spMkLst>
        </pc:spChg>
        <pc:spChg chg="mod">
          <ac:chgData name="Takeuchi, Koichiro" userId="b3848a05-443b-4434-8fa5-7398ca0c03c9" providerId="ADAL" clId="{AE71EA6D-8CAE-4CA8-A4AE-CBE82EA043E5}" dt="2024-09-25T03:32:08.529" v="1362"/>
          <ac:spMkLst>
            <pc:docMk/>
            <pc:sldMk cId="3295928436" sldId="2147480846"/>
            <ac:spMk id="87" creationId="{B0C81992-BA0B-7450-88BF-321FCFDF45E1}"/>
          </ac:spMkLst>
        </pc:spChg>
        <pc:spChg chg="add mod">
          <ac:chgData name="Takeuchi, Koichiro" userId="b3848a05-443b-4434-8fa5-7398ca0c03c9" providerId="ADAL" clId="{AE71EA6D-8CAE-4CA8-A4AE-CBE82EA043E5}" dt="2024-09-25T03:32:39.879" v="1397" actId="207"/>
          <ac:spMkLst>
            <pc:docMk/>
            <pc:sldMk cId="3295928436" sldId="2147480846"/>
            <ac:spMk id="89" creationId="{B7C4CC52-1ECA-D190-B5FB-EB5D5A0607CE}"/>
          </ac:spMkLst>
        </pc:spChg>
        <pc:spChg chg="add mod">
          <ac:chgData name="Takeuchi, Koichiro" userId="b3848a05-443b-4434-8fa5-7398ca0c03c9" providerId="ADAL" clId="{AE71EA6D-8CAE-4CA8-A4AE-CBE82EA043E5}" dt="2024-09-25T03:32:26.996" v="1396" actId="1036"/>
          <ac:spMkLst>
            <pc:docMk/>
            <pc:sldMk cId="3295928436" sldId="2147480846"/>
            <ac:spMk id="90" creationId="{85874BC9-F9F1-3A1B-CEB8-78D4B5B539CD}"/>
          </ac:spMkLst>
        </pc:spChg>
        <pc:spChg chg="add mod">
          <ac:chgData name="Takeuchi, Koichiro" userId="b3848a05-443b-4434-8fa5-7398ca0c03c9" providerId="ADAL" clId="{AE71EA6D-8CAE-4CA8-A4AE-CBE82EA043E5}" dt="2024-09-25T03:32:26.996" v="1396" actId="1036"/>
          <ac:spMkLst>
            <pc:docMk/>
            <pc:sldMk cId="3295928436" sldId="2147480846"/>
            <ac:spMk id="91" creationId="{3909A00A-5112-4D61-283B-6BE2B4872B40}"/>
          </ac:spMkLst>
        </pc:spChg>
        <pc:spChg chg="add mod">
          <ac:chgData name="Takeuchi, Koichiro" userId="b3848a05-443b-4434-8fa5-7398ca0c03c9" providerId="ADAL" clId="{AE71EA6D-8CAE-4CA8-A4AE-CBE82EA043E5}" dt="2024-09-25T03:32:26.996" v="1396" actId="1036"/>
          <ac:spMkLst>
            <pc:docMk/>
            <pc:sldMk cId="3295928436" sldId="2147480846"/>
            <ac:spMk id="92" creationId="{96FB0663-EDAB-2120-8325-681E45413C3F}"/>
          </ac:spMkLst>
        </pc:spChg>
        <pc:spChg chg="add mod">
          <ac:chgData name="Takeuchi, Koichiro" userId="b3848a05-443b-4434-8fa5-7398ca0c03c9" providerId="ADAL" clId="{AE71EA6D-8CAE-4CA8-A4AE-CBE82EA043E5}" dt="2024-09-25T03:32:26.996" v="1396" actId="1036"/>
          <ac:spMkLst>
            <pc:docMk/>
            <pc:sldMk cId="3295928436" sldId="2147480846"/>
            <ac:spMk id="93" creationId="{314C4AEB-53BF-C9CB-D004-9FF3A2E67FA3}"/>
          </ac:spMkLst>
        </pc:spChg>
        <pc:spChg chg="add mod">
          <ac:chgData name="Takeuchi, Koichiro" userId="b3848a05-443b-4434-8fa5-7398ca0c03c9" providerId="ADAL" clId="{AE71EA6D-8CAE-4CA8-A4AE-CBE82EA043E5}" dt="2024-09-25T03:32:26.996" v="1396" actId="1036"/>
          <ac:spMkLst>
            <pc:docMk/>
            <pc:sldMk cId="3295928436" sldId="2147480846"/>
            <ac:spMk id="94" creationId="{525140CD-6877-7C64-FBBD-0651DA3D1827}"/>
          </ac:spMkLst>
        </pc:spChg>
        <pc:spChg chg="add mod">
          <ac:chgData name="Takeuchi, Koichiro" userId="b3848a05-443b-4434-8fa5-7398ca0c03c9" providerId="ADAL" clId="{AE71EA6D-8CAE-4CA8-A4AE-CBE82EA043E5}" dt="2024-09-25T03:32:26.996" v="1396" actId="1036"/>
          <ac:spMkLst>
            <pc:docMk/>
            <pc:sldMk cId="3295928436" sldId="2147480846"/>
            <ac:spMk id="95" creationId="{F779EA3C-2B7F-8B1A-782E-A0E3AB0C4B2B}"/>
          </ac:spMkLst>
        </pc:spChg>
        <pc:spChg chg="add mod">
          <ac:chgData name="Takeuchi, Koichiro" userId="b3848a05-443b-4434-8fa5-7398ca0c03c9" providerId="ADAL" clId="{AE71EA6D-8CAE-4CA8-A4AE-CBE82EA043E5}" dt="2024-09-25T03:32:26.996" v="1396" actId="1036"/>
          <ac:spMkLst>
            <pc:docMk/>
            <pc:sldMk cId="3295928436" sldId="2147480846"/>
            <ac:spMk id="96" creationId="{B0AA76D1-44DC-C780-11AA-2B34D31CA117}"/>
          </ac:spMkLst>
        </pc:spChg>
        <pc:spChg chg="add mod">
          <ac:chgData name="Takeuchi, Koichiro" userId="b3848a05-443b-4434-8fa5-7398ca0c03c9" providerId="ADAL" clId="{AE71EA6D-8CAE-4CA8-A4AE-CBE82EA043E5}" dt="2024-09-25T03:33:25.995" v="1425" actId="1035"/>
          <ac:spMkLst>
            <pc:docMk/>
            <pc:sldMk cId="3295928436" sldId="2147480846"/>
            <ac:spMk id="97" creationId="{8162CD86-65A4-E17A-23EB-F31B15C9AE1F}"/>
          </ac:spMkLst>
        </pc:spChg>
        <pc:spChg chg="add mod">
          <ac:chgData name="Takeuchi, Koichiro" userId="b3848a05-443b-4434-8fa5-7398ca0c03c9" providerId="ADAL" clId="{AE71EA6D-8CAE-4CA8-A4AE-CBE82EA043E5}" dt="2024-09-25T03:33:18.974" v="1404" actId="115"/>
          <ac:spMkLst>
            <pc:docMk/>
            <pc:sldMk cId="3295928436" sldId="2147480846"/>
            <ac:spMk id="98" creationId="{62F31AA3-1081-DBCB-4DC6-F1249C94EF8D}"/>
          </ac:spMkLst>
        </pc:spChg>
        <pc:spChg chg="add mod">
          <ac:chgData name="Takeuchi, Koichiro" userId="b3848a05-443b-4434-8fa5-7398ca0c03c9" providerId="ADAL" clId="{AE71EA6D-8CAE-4CA8-A4AE-CBE82EA043E5}" dt="2024-09-25T03:33:25.995" v="1425" actId="1035"/>
          <ac:spMkLst>
            <pc:docMk/>
            <pc:sldMk cId="3295928436" sldId="2147480846"/>
            <ac:spMk id="100" creationId="{E202C9FB-B903-3B51-A182-5197D6BAB1B2}"/>
          </ac:spMkLst>
        </pc:spChg>
        <pc:spChg chg="add mod">
          <ac:chgData name="Takeuchi, Koichiro" userId="b3848a05-443b-4434-8fa5-7398ca0c03c9" providerId="ADAL" clId="{AE71EA6D-8CAE-4CA8-A4AE-CBE82EA043E5}" dt="2024-09-25T03:33:25.995" v="1425" actId="1035"/>
          <ac:spMkLst>
            <pc:docMk/>
            <pc:sldMk cId="3295928436" sldId="2147480846"/>
            <ac:spMk id="101" creationId="{2953B362-ECEF-6792-287B-B99B5CE45C4D}"/>
          </ac:spMkLst>
        </pc:spChg>
        <pc:spChg chg="add mod">
          <ac:chgData name="Takeuchi, Koichiro" userId="b3848a05-443b-4434-8fa5-7398ca0c03c9" providerId="ADAL" clId="{AE71EA6D-8CAE-4CA8-A4AE-CBE82EA043E5}" dt="2024-09-25T03:33:25.995" v="1425" actId="1035"/>
          <ac:spMkLst>
            <pc:docMk/>
            <pc:sldMk cId="3295928436" sldId="2147480846"/>
            <ac:spMk id="102" creationId="{AE02E812-78C0-9A05-D223-231BA62F3BE9}"/>
          </ac:spMkLst>
        </pc:spChg>
        <pc:spChg chg="add mod">
          <ac:chgData name="Takeuchi, Koichiro" userId="b3848a05-443b-4434-8fa5-7398ca0c03c9" providerId="ADAL" clId="{AE71EA6D-8CAE-4CA8-A4AE-CBE82EA043E5}" dt="2024-09-25T03:33:25.995" v="1425" actId="1035"/>
          <ac:spMkLst>
            <pc:docMk/>
            <pc:sldMk cId="3295928436" sldId="2147480846"/>
            <ac:spMk id="103" creationId="{22E6D17C-B1F7-0B91-5CAB-F7BECB36DD61}"/>
          </ac:spMkLst>
        </pc:spChg>
        <pc:spChg chg="add mod">
          <ac:chgData name="Takeuchi, Koichiro" userId="b3848a05-443b-4434-8fa5-7398ca0c03c9" providerId="ADAL" clId="{AE71EA6D-8CAE-4CA8-A4AE-CBE82EA043E5}" dt="2024-09-25T03:33:25.995" v="1425" actId="1035"/>
          <ac:spMkLst>
            <pc:docMk/>
            <pc:sldMk cId="3295928436" sldId="2147480846"/>
            <ac:spMk id="104" creationId="{1FD1A212-764D-1A0B-8ECD-BC8D398CB9FF}"/>
          </ac:spMkLst>
        </pc:spChg>
        <pc:spChg chg="add mod">
          <ac:chgData name="Takeuchi, Koichiro" userId="b3848a05-443b-4434-8fa5-7398ca0c03c9" providerId="ADAL" clId="{AE71EA6D-8CAE-4CA8-A4AE-CBE82EA043E5}" dt="2024-09-25T03:33:25.995" v="1425" actId="1035"/>
          <ac:spMkLst>
            <pc:docMk/>
            <pc:sldMk cId="3295928436" sldId="2147480846"/>
            <ac:spMk id="105" creationId="{5168B759-48F6-63C4-0C1D-9A6B9E0CE3A0}"/>
          </ac:spMkLst>
        </pc:spChg>
        <pc:spChg chg="mod topLvl">
          <ac:chgData name="Takeuchi, Koichiro" userId="b3848a05-443b-4434-8fa5-7398ca0c03c9" providerId="ADAL" clId="{AE71EA6D-8CAE-4CA8-A4AE-CBE82EA043E5}" dt="2024-09-25T03:33:48.804" v="1463" actId="12789"/>
          <ac:spMkLst>
            <pc:docMk/>
            <pc:sldMk cId="3295928436" sldId="2147480846"/>
            <ac:spMk id="107" creationId="{70F7B9B1-59A8-E46A-057D-6A193DFCEC2C}"/>
          </ac:spMkLst>
        </pc:spChg>
        <pc:spChg chg="mod topLvl">
          <ac:chgData name="Takeuchi, Koichiro" userId="b3848a05-443b-4434-8fa5-7398ca0c03c9" providerId="ADAL" clId="{AE71EA6D-8CAE-4CA8-A4AE-CBE82EA043E5}" dt="2024-09-25T03:33:48.804" v="1463" actId="12789"/>
          <ac:spMkLst>
            <pc:docMk/>
            <pc:sldMk cId="3295928436" sldId="2147480846"/>
            <ac:spMk id="108" creationId="{59C29506-608B-3483-4D63-7CA803B6CC47}"/>
          </ac:spMkLst>
        </pc:spChg>
        <pc:spChg chg="mod topLvl">
          <ac:chgData name="Takeuchi, Koichiro" userId="b3848a05-443b-4434-8fa5-7398ca0c03c9" providerId="ADAL" clId="{AE71EA6D-8CAE-4CA8-A4AE-CBE82EA043E5}" dt="2024-09-25T03:33:48.804" v="1463" actId="12789"/>
          <ac:spMkLst>
            <pc:docMk/>
            <pc:sldMk cId="3295928436" sldId="2147480846"/>
            <ac:spMk id="109" creationId="{DAFC7DB2-C75E-454D-1F5A-5CBEC94138DE}"/>
          </ac:spMkLst>
        </pc:spChg>
        <pc:spChg chg="mod topLvl">
          <ac:chgData name="Takeuchi, Koichiro" userId="b3848a05-443b-4434-8fa5-7398ca0c03c9" providerId="ADAL" clId="{AE71EA6D-8CAE-4CA8-A4AE-CBE82EA043E5}" dt="2024-09-25T03:33:48.804" v="1463" actId="12789"/>
          <ac:spMkLst>
            <pc:docMk/>
            <pc:sldMk cId="3295928436" sldId="2147480846"/>
            <ac:spMk id="110" creationId="{9663EA8B-FFEF-79FC-4ADF-F9090DAC823F}"/>
          </ac:spMkLst>
        </pc:spChg>
        <pc:spChg chg="mod">
          <ac:chgData name="Takeuchi, Koichiro" userId="b3848a05-443b-4434-8fa5-7398ca0c03c9" providerId="ADAL" clId="{AE71EA6D-8CAE-4CA8-A4AE-CBE82EA043E5}" dt="2024-09-25T03:32:26.996" v="1396" actId="1036"/>
          <ac:spMkLst>
            <pc:docMk/>
            <pc:sldMk cId="3295928436" sldId="2147480846"/>
            <ac:spMk id="112" creationId="{233E5FF0-32E7-82E1-B895-AF5282504B5F}"/>
          </ac:spMkLst>
        </pc:spChg>
        <pc:spChg chg="mod">
          <ac:chgData name="Takeuchi, Koichiro" userId="b3848a05-443b-4434-8fa5-7398ca0c03c9" providerId="ADAL" clId="{AE71EA6D-8CAE-4CA8-A4AE-CBE82EA043E5}" dt="2024-09-25T03:32:26.996" v="1396" actId="1036"/>
          <ac:spMkLst>
            <pc:docMk/>
            <pc:sldMk cId="3295928436" sldId="2147480846"/>
            <ac:spMk id="113" creationId="{A4C37493-4BDA-0A8C-2247-604984E33C55}"/>
          </ac:spMkLst>
        </pc:spChg>
        <pc:spChg chg="mod">
          <ac:chgData name="Takeuchi, Koichiro" userId="b3848a05-443b-4434-8fa5-7398ca0c03c9" providerId="ADAL" clId="{AE71EA6D-8CAE-4CA8-A4AE-CBE82EA043E5}" dt="2024-09-25T03:32:26.996" v="1396" actId="1036"/>
          <ac:spMkLst>
            <pc:docMk/>
            <pc:sldMk cId="3295928436" sldId="2147480846"/>
            <ac:spMk id="114" creationId="{1060A6FC-FD68-B995-053F-F162CADE8C2C}"/>
          </ac:spMkLst>
        </pc:spChg>
        <pc:spChg chg="mod">
          <ac:chgData name="Takeuchi, Koichiro" userId="b3848a05-443b-4434-8fa5-7398ca0c03c9" providerId="ADAL" clId="{AE71EA6D-8CAE-4CA8-A4AE-CBE82EA043E5}" dt="2024-09-25T03:32:26.996" v="1396" actId="1036"/>
          <ac:spMkLst>
            <pc:docMk/>
            <pc:sldMk cId="3295928436" sldId="2147480846"/>
            <ac:spMk id="115" creationId="{F6365041-3A66-DBDE-4F40-BB549DC7F7A0}"/>
          </ac:spMkLst>
        </pc:spChg>
        <pc:spChg chg="mod">
          <ac:chgData name="Takeuchi, Koichiro" userId="b3848a05-443b-4434-8fa5-7398ca0c03c9" providerId="ADAL" clId="{AE71EA6D-8CAE-4CA8-A4AE-CBE82EA043E5}" dt="2024-09-25T03:32:26.996" v="1396" actId="1036"/>
          <ac:spMkLst>
            <pc:docMk/>
            <pc:sldMk cId="3295928436" sldId="2147480846"/>
            <ac:spMk id="116" creationId="{2F8C15D9-AFF6-4A9C-19BE-98A01851F510}"/>
          </ac:spMkLst>
        </pc:spChg>
        <pc:spChg chg="mod">
          <ac:chgData name="Takeuchi, Koichiro" userId="b3848a05-443b-4434-8fa5-7398ca0c03c9" providerId="ADAL" clId="{AE71EA6D-8CAE-4CA8-A4AE-CBE82EA043E5}" dt="2024-09-25T03:32:26.996" v="1396" actId="1036"/>
          <ac:spMkLst>
            <pc:docMk/>
            <pc:sldMk cId="3295928436" sldId="2147480846"/>
            <ac:spMk id="117" creationId="{89926D85-64AE-08B3-27B4-3DC0F5FD1005}"/>
          </ac:spMkLst>
        </pc:spChg>
        <pc:spChg chg="mod">
          <ac:chgData name="Takeuchi, Koichiro" userId="b3848a05-443b-4434-8fa5-7398ca0c03c9" providerId="ADAL" clId="{AE71EA6D-8CAE-4CA8-A4AE-CBE82EA043E5}" dt="2024-09-25T03:32:26.996" v="1396" actId="1036"/>
          <ac:spMkLst>
            <pc:docMk/>
            <pc:sldMk cId="3295928436" sldId="2147480846"/>
            <ac:spMk id="119" creationId="{4FC440F7-F442-4171-25DE-11CD977D0F66}"/>
          </ac:spMkLst>
        </pc:spChg>
        <pc:spChg chg="mod">
          <ac:chgData name="Takeuchi, Koichiro" userId="b3848a05-443b-4434-8fa5-7398ca0c03c9" providerId="ADAL" clId="{AE71EA6D-8CAE-4CA8-A4AE-CBE82EA043E5}" dt="2024-09-25T03:32:26.996" v="1396" actId="1036"/>
          <ac:spMkLst>
            <pc:docMk/>
            <pc:sldMk cId="3295928436" sldId="2147480846"/>
            <ac:spMk id="120" creationId="{0889F8A1-6CCD-0D49-E0D7-02AA0D23B940}"/>
          </ac:spMkLst>
        </pc:spChg>
        <pc:spChg chg="mod">
          <ac:chgData name="Takeuchi, Koichiro" userId="b3848a05-443b-4434-8fa5-7398ca0c03c9" providerId="ADAL" clId="{AE71EA6D-8CAE-4CA8-A4AE-CBE82EA043E5}" dt="2024-09-25T03:32:26.996" v="1396" actId="1036"/>
          <ac:spMkLst>
            <pc:docMk/>
            <pc:sldMk cId="3295928436" sldId="2147480846"/>
            <ac:spMk id="121" creationId="{E4D662CE-7486-49E0-B19A-2E118180D126}"/>
          </ac:spMkLst>
        </pc:spChg>
        <pc:spChg chg="mod">
          <ac:chgData name="Takeuchi, Koichiro" userId="b3848a05-443b-4434-8fa5-7398ca0c03c9" providerId="ADAL" clId="{AE71EA6D-8CAE-4CA8-A4AE-CBE82EA043E5}" dt="2024-09-25T03:32:26.996" v="1396" actId="1036"/>
          <ac:spMkLst>
            <pc:docMk/>
            <pc:sldMk cId="3295928436" sldId="2147480846"/>
            <ac:spMk id="122" creationId="{EF670FE8-B01F-B38D-284C-1139D93D56B5}"/>
          </ac:spMkLst>
        </pc:spChg>
        <pc:spChg chg="mod">
          <ac:chgData name="Takeuchi, Koichiro" userId="b3848a05-443b-4434-8fa5-7398ca0c03c9" providerId="ADAL" clId="{AE71EA6D-8CAE-4CA8-A4AE-CBE82EA043E5}" dt="2024-09-25T03:32:26.996" v="1396" actId="1036"/>
          <ac:spMkLst>
            <pc:docMk/>
            <pc:sldMk cId="3295928436" sldId="2147480846"/>
            <ac:spMk id="123" creationId="{47E3B0DB-8BB7-9801-AFB1-46425AD35928}"/>
          </ac:spMkLst>
        </pc:spChg>
        <pc:spChg chg="mod">
          <ac:chgData name="Takeuchi, Koichiro" userId="b3848a05-443b-4434-8fa5-7398ca0c03c9" providerId="ADAL" clId="{AE71EA6D-8CAE-4CA8-A4AE-CBE82EA043E5}" dt="2024-09-25T03:32:26.996" v="1396" actId="1036"/>
          <ac:spMkLst>
            <pc:docMk/>
            <pc:sldMk cId="3295928436" sldId="2147480846"/>
            <ac:spMk id="124" creationId="{6FA6AEB1-4C1E-EBB5-CF4B-4A913EFF4914}"/>
          </ac:spMkLst>
        </pc:spChg>
        <pc:spChg chg="mod">
          <ac:chgData name="Takeuchi, Koichiro" userId="b3848a05-443b-4434-8fa5-7398ca0c03c9" providerId="ADAL" clId="{AE71EA6D-8CAE-4CA8-A4AE-CBE82EA043E5}" dt="2024-09-25T03:32:26.996" v="1396" actId="1036"/>
          <ac:spMkLst>
            <pc:docMk/>
            <pc:sldMk cId="3295928436" sldId="2147480846"/>
            <ac:spMk id="125" creationId="{B1F9E637-DB50-2A3D-77D3-F5426E1974BD}"/>
          </ac:spMkLst>
        </pc:spChg>
        <pc:spChg chg="mod">
          <ac:chgData name="Takeuchi, Koichiro" userId="b3848a05-443b-4434-8fa5-7398ca0c03c9" providerId="ADAL" clId="{AE71EA6D-8CAE-4CA8-A4AE-CBE82EA043E5}" dt="2024-09-25T03:32:26.996" v="1396" actId="1036"/>
          <ac:spMkLst>
            <pc:docMk/>
            <pc:sldMk cId="3295928436" sldId="2147480846"/>
            <ac:spMk id="126" creationId="{A27D9C9A-BDCF-3E08-C417-8F0E79C2FC16}"/>
          </ac:spMkLst>
        </pc:spChg>
        <pc:spChg chg="mod">
          <ac:chgData name="Takeuchi, Koichiro" userId="b3848a05-443b-4434-8fa5-7398ca0c03c9" providerId="ADAL" clId="{AE71EA6D-8CAE-4CA8-A4AE-CBE82EA043E5}" dt="2024-09-25T03:32:26.996" v="1396" actId="1036"/>
          <ac:spMkLst>
            <pc:docMk/>
            <pc:sldMk cId="3295928436" sldId="2147480846"/>
            <ac:spMk id="128" creationId="{708010EE-37B3-3B35-3FA8-741701FF6355}"/>
          </ac:spMkLst>
        </pc:spChg>
        <pc:spChg chg="mod">
          <ac:chgData name="Takeuchi, Koichiro" userId="b3848a05-443b-4434-8fa5-7398ca0c03c9" providerId="ADAL" clId="{AE71EA6D-8CAE-4CA8-A4AE-CBE82EA043E5}" dt="2024-09-25T03:32:26.996" v="1396" actId="1036"/>
          <ac:spMkLst>
            <pc:docMk/>
            <pc:sldMk cId="3295928436" sldId="2147480846"/>
            <ac:spMk id="130" creationId="{3FF09B22-DB3D-3EFF-6ECE-D03825F24B29}"/>
          </ac:spMkLst>
        </pc:spChg>
        <pc:spChg chg="mod">
          <ac:chgData name="Takeuchi, Koichiro" userId="b3848a05-443b-4434-8fa5-7398ca0c03c9" providerId="ADAL" clId="{AE71EA6D-8CAE-4CA8-A4AE-CBE82EA043E5}" dt="2024-09-25T03:32:26.996" v="1396" actId="1036"/>
          <ac:spMkLst>
            <pc:docMk/>
            <pc:sldMk cId="3295928436" sldId="2147480846"/>
            <ac:spMk id="131" creationId="{510785AF-4E62-796E-D1C6-4250D864E3E7}"/>
          </ac:spMkLst>
        </pc:spChg>
        <pc:spChg chg="mod">
          <ac:chgData name="Takeuchi, Koichiro" userId="b3848a05-443b-4434-8fa5-7398ca0c03c9" providerId="ADAL" clId="{AE71EA6D-8CAE-4CA8-A4AE-CBE82EA043E5}" dt="2024-09-25T03:32:26.996" v="1396" actId="1036"/>
          <ac:spMkLst>
            <pc:docMk/>
            <pc:sldMk cId="3295928436" sldId="2147480846"/>
            <ac:spMk id="132" creationId="{462B064D-7F59-6313-D50A-32A5927F8AB3}"/>
          </ac:spMkLst>
        </pc:spChg>
        <pc:spChg chg="mod">
          <ac:chgData name="Takeuchi, Koichiro" userId="b3848a05-443b-4434-8fa5-7398ca0c03c9" providerId="ADAL" clId="{AE71EA6D-8CAE-4CA8-A4AE-CBE82EA043E5}" dt="2024-09-25T03:32:26.996" v="1396" actId="1036"/>
          <ac:spMkLst>
            <pc:docMk/>
            <pc:sldMk cId="3295928436" sldId="2147480846"/>
            <ac:spMk id="133" creationId="{AAF9389B-170B-DEE4-5349-0ED7C1A9ED7E}"/>
          </ac:spMkLst>
        </pc:spChg>
        <pc:spChg chg="mod">
          <ac:chgData name="Takeuchi, Koichiro" userId="b3848a05-443b-4434-8fa5-7398ca0c03c9" providerId="ADAL" clId="{AE71EA6D-8CAE-4CA8-A4AE-CBE82EA043E5}" dt="2024-09-25T03:32:26.996" v="1396" actId="1036"/>
          <ac:spMkLst>
            <pc:docMk/>
            <pc:sldMk cId="3295928436" sldId="2147480846"/>
            <ac:spMk id="134" creationId="{7C2E5358-7E53-9429-66FE-FBBB3A192D17}"/>
          </ac:spMkLst>
        </pc:spChg>
        <pc:spChg chg="mod">
          <ac:chgData name="Takeuchi, Koichiro" userId="b3848a05-443b-4434-8fa5-7398ca0c03c9" providerId="ADAL" clId="{AE71EA6D-8CAE-4CA8-A4AE-CBE82EA043E5}" dt="2024-09-25T03:32:26.996" v="1396" actId="1036"/>
          <ac:spMkLst>
            <pc:docMk/>
            <pc:sldMk cId="3295928436" sldId="2147480846"/>
            <ac:spMk id="136" creationId="{DB4DBC18-F400-CCFD-861B-5AA19B3474A5}"/>
          </ac:spMkLst>
        </pc:spChg>
        <pc:spChg chg="mod">
          <ac:chgData name="Takeuchi, Koichiro" userId="b3848a05-443b-4434-8fa5-7398ca0c03c9" providerId="ADAL" clId="{AE71EA6D-8CAE-4CA8-A4AE-CBE82EA043E5}" dt="2024-09-25T03:32:26.996" v="1396" actId="1036"/>
          <ac:spMkLst>
            <pc:docMk/>
            <pc:sldMk cId="3295928436" sldId="2147480846"/>
            <ac:spMk id="137" creationId="{19A97A4A-572B-64F9-CA4D-9270D02A9731}"/>
          </ac:spMkLst>
        </pc:spChg>
        <pc:spChg chg="mod">
          <ac:chgData name="Takeuchi, Koichiro" userId="b3848a05-443b-4434-8fa5-7398ca0c03c9" providerId="ADAL" clId="{AE71EA6D-8CAE-4CA8-A4AE-CBE82EA043E5}" dt="2024-09-25T03:32:26.996" v="1396" actId="1036"/>
          <ac:spMkLst>
            <pc:docMk/>
            <pc:sldMk cId="3295928436" sldId="2147480846"/>
            <ac:spMk id="138" creationId="{251CE11C-A7D8-D460-8954-B0E5AFCA0064}"/>
          </ac:spMkLst>
        </pc:spChg>
        <pc:spChg chg="mod">
          <ac:chgData name="Takeuchi, Koichiro" userId="b3848a05-443b-4434-8fa5-7398ca0c03c9" providerId="ADAL" clId="{AE71EA6D-8CAE-4CA8-A4AE-CBE82EA043E5}" dt="2024-09-25T03:32:26.996" v="1396" actId="1036"/>
          <ac:spMkLst>
            <pc:docMk/>
            <pc:sldMk cId="3295928436" sldId="2147480846"/>
            <ac:spMk id="139" creationId="{3AA71CAC-3B0F-48A5-C4CC-B478E81F5631}"/>
          </ac:spMkLst>
        </pc:spChg>
        <pc:spChg chg="mod">
          <ac:chgData name="Takeuchi, Koichiro" userId="b3848a05-443b-4434-8fa5-7398ca0c03c9" providerId="ADAL" clId="{AE71EA6D-8CAE-4CA8-A4AE-CBE82EA043E5}" dt="2024-09-25T03:32:26.996" v="1396" actId="1036"/>
          <ac:spMkLst>
            <pc:docMk/>
            <pc:sldMk cId="3295928436" sldId="2147480846"/>
            <ac:spMk id="140" creationId="{3189937D-F4C4-2B3E-63BF-C68945416188}"/>
          </ac:spMkLst>
        </pc:spChg>
        <pc:spChg chg="mod">
          <ac:chgData name="Takeuchi, Koichiro" userId="b3848a05-443b-4434-8fa5-7398ca0c03c9" providerId="ADAL" clId="{AE71EA6D-8CAE-4CA8-A4AE-CBE82EA043E5}" dt="2024-09-25T03:32:26.996" v="1396" actId="1036"/>
          <ac:spMkLst>
            <pc:docMk/>
            <pc:sldMk cId="3295928436" sldId="2147480846"/>
            <ac:spMk id="141" creationId="{C236A9AD-A8E0-E30A-6ED9-F59267D4F34B}"/>
          </ac:spMkLst>
        </pc:spChg>
        <pc:spChg chg="mod">
          <ac:chgData name="Takeuchi, Koichiro" userId="b3848a05-443b-4434-8fa5-7398ca0c03c9" providerId="ADAL" clId="{AE71EA6D-8CAE-4CA8-A4AE-CBE82EA043E5}" dt="2024-09-25T03:32:26.996" v="1396" actId="1036"/>
          <ac:spMkLst>
            <pc:docMk/>
            <pc:sldMk cId="3295928436" sldId="2147480846"/>
            <ac:spMk id="142" creationId="{F4FBB51B-80B8-D051-D0AB-B488789AC0F1}"/>
          </ac:spMkLst>
        </pc:spChg>
        <pc:spChg chg="mod">
          <ac:chgData name="Takeuchi, Koichiro" userId="b3848a05-443b-4434-8fa5-7398ca0c03c9" providerId="ADAL" clId="{AE71EA6D-8CAE-4CA8-A4AE-CBE82EA043E5}" dt="2024-09-25T03:32:26.996" v="1396" actId="1036"/>
          <ac:spMkLst>
            <pc:docMk/>
            <pc:sldMk cId="3295928436" sldId="2147480846"/>
            <ac:spMk id="143" creationId="{3821C1C2-D378-8873-4D55-46CD071E0AE7}"/>
          </ac:spMkLst>
        </pc:spChg>
        <pc:spChg chg="mod">
          <ac:chgData name="Takeuchi, Koichiro" userId="b3848a05-443b-4434-8fa5-7398ca0c03c9" providerId="ADAL" clId="{AE71EA6D-8CAE-4CA8-A4AE-CBE82EA043E5}" dt="2024-09-25T03:32:26.996" v="1396" actId="1036"/>
          <ac:spMkLst>
            <pc:docMk/>
            <pc:sldMk cId="3295928436" sldId="2147480846"/>
            <ac:spMk id="144" creationId="{FAA170BF-EBD1-1E47-4131-BC555D32CEA3}"/>
          </ac:spMkLst>
        </pc:spChg>
        <pc:spChg chg="mod">
          <ac:chgData name="Takeuchi, Koichiro" userId="b3848a05-443b-4434-8fa5-7398ca0c03c9" providerId="ADAL" clId="{AE71EA6D-8CAE-4CA8-A4AE-CBE82EA043E5}" dt="2024-09-25T03:32:26.996" v="1396" actId="1036"/>
          <ac:spMkLst>
            <pc:docMk/>
            <pc:sldMk cId="3295928436" sldId="2147480846"/>
            <ac:spMk id="145" creationId="{CCF95FFA-0107-B1E6-64D1-7E3332675DAC}"/>
          </ac:spMkLst>
        </pc:spChg>
        <pc:spChg chg="mod">
          <ac:chgData name="Takeuchi, Koichiro" userId="b3848a05-443b-4434-8fa5-7398ca0c03c9" providerId="ADAL" clId="{AE71EA6D-8CAE-4CA8-A4AE-CBE82EA043E5}" dt="2024-09-25T03:32:26.996" v="1396" actId="1036"/>
          <ac:spMkLst>
            <pc:docMk/>
            <pc:sldMk cId="3295928436" sldId="2147480846"/>
            <ac:spMk id="146" creationId="{D17CA41C-1087-E653-3C3A-6CA46829129B}"/>
          </ac:spMkLst>
        </pc:spChg>
        <pc:spChg chg="mod">
          <ac:chgData name="Takeuchi, Koichiro" userId="b3848a05-443b-4434-8fa5-7398ca0c03c9" providerId="ADAL" clId="{AE71EA6D-8CAE-4CA8-A4AE-CBE82EA043E5}" dt="2024-09-25T03:32:26.996" v="1396" actId="1036"/>
          <ac:spMkLst>
            <pc:docMk/>
            <pc:sldMk cId="3295928436" sldId="2147480846"/>
            <ac:spMk id="147" creationId="{25B61379-75F7-A37F-1E1B-B747AAD2E8BF}"/>
          </ac:spMkLst>
        </pc:spChg>
        <pc:spChg chg="mod">
          <ac:chgData name="Takeuchi, Koichiro" userId="b3848a05-443b-4434-8fa5-7398ca0c03c9" providerId="ADAL" clId="{AE71EA6D-8CAE-4CA8-A4AE-CBE82EA043E5}" dt="2024-09-25T03:32:26.996" v="1396" actId="1036"/>
          <ac:spMkLst>
            <pc:docMk/>
            <pc:sldMk cId="3295928436" sldId="2147480846"/>
            <ac:spMk id="149" creationId="{65E61CF7-62F1-839E-6297-249FD21F811F}"/>
          </ac:spMkLst>
        </pc:spChg>
        <pc:spChg chg="mod">
          <ac:chgData name="Takeuchi, Koichiro" userId="b3848a05-443b-4434-8fa5-7398ca0c03c9" providerId="ADAL" clId="{AE71EA6D-8CAE-4CA8-A4AE-CBE82EA043E5}" dt="2024-09-25T03:32:26.996" v="1396" actId="1036"/>
          <ac:spMkLst>
            <pc:docMk/>
            <pc:sldMk cId="3295928436" sldId="2147480846"/>
            <ac:spMk id="150" creationId="{A8E5A7F2-F002-732F-604D-0312E7DEFC5B}"/>
          </ac:spMkLst>
        </pc:spChg>
        <pc:spChg chg="mod">
          <ac:chgData name="Takeuchi, Koichiro" userId="b3848a05-443b-4434-8fa5-7398ca0c03c9" providerId="ADAL" clId="{AE71EA6D-8CAE-4CA8-A4AE-CBE82EA043E5}" dt="2024-09-25T03:32:26.996" v="1396" actId="1036"/>
          <ac:spMkLst>
            <pc:docMk/>
            <pc:sldMk cId="3295928436" sldId="2147480846"/>
            <ac:spMk id="151" creationId="{BCEE3A59-1BC7-8CBC-1B4B-A2F61768A116}"/>
          </ac:spMkLst>
        </pc:spChg>
        <pc:spChg chg="mod">
          <ac:chgData name="Takeuchi, Koichiro" userId="b3848a05-443b-4434-8fa5-7398ca0c03c9" providerId="ADAL" clId="{AE71EA6D-8CAE-4CA8-A4AE-CBE82EA043E5}" dt="2024-09-25T03:32:26.996" v="1396" actId="1036"/>
          <ac:spMkLst>
            <pc:docMk/>
            <pc:sldMk cId="3295928436" sldId="2147480846"/>
            <ac:spMk id="152" creationId="{11EA1274-DC90-9397-1302-EA9784DB2231}"/>
          </ac:spMkLst>
        </pc:spChg>
        <pc:spChg chg="mod">
          <ac:chgData name="Takeuchi, Koichiro" userId="b3848a05-443b-4434-8fa5-7398ca0c03c9" providerId="ADAL" clId="{AE71EA6D-8CAE-4CA8-A4AE-CBE82EA043E5}" dt="2024-09-25T03:32:26.996" v="1396" actId="1036"/>
          <ac:spMkLst>
            <pc:docMk/>
            <pc:sldMk cId="3295928436" sldId="2147480846"/>
            <ac:spMk id="153" creationId="{4185DB5E-4F7C-2D8B-9A25-177340A52374}"/>
          </ac:spMkLst>
        </pc:spChg>
        <pc:spChg chg="mod">
          <ac:chgData name="Takeuchi, Koichiro" userId="b3848a05-443b-4434-8fa5-7398ca0c03c9" providerId="ADAL" clId="{AE71EA6D-8CAE-4CA8-A4AE-CBE82EA043E5}" dt="2024-09-25T03:32:26.996" v="1396" actId="1036"/>
          <ac:spMkLst>
            <pc:docMk/>
            <pc:sldMk cId="3295928436" sldId="2147480846"/>
            <ac:spMk id="154" creationId="{8F728E9E-1A7C-945C-DA91-2ECADC4591E7}"/>
          </ac:spMkLst>
        </pc:spChg>
        <pc:spChg chg="mod">
          <ac:chgData name="Takeuchi, Koichiro" userId="b3848a05-443b-4434-8fa5-7398ca0c03c9" providerId="ADAL" clId="{AE71EA6D-8CAE-4CA8-A4AE-CBE82EA043E5}" dt="2024-09-25T03:32:26.996" v="1396" actId="1036"/>
          <ac:spMkLst>
            <pc:docMk/>
            <pc:sldMk cId="3295928436" sldId="2147480846"/>
            <ac:spMk id="156" creationId="{04217D00-E0E7-52DD-B88E-988E0D35B56C}"/>
          </ac:spMkLst>
        </pc:spChg>
        <pc:spChg chg="mod">
          <ac:chgData name="Takeuchi, Koichiro" userId="b3848a05-443b-4434-8fa5-7398ca0c03c9" providerId="ADAL" clId="{AE71EA6D-8CAE-4CA8-A4AE-CBE82EA043E5}" dt="2024-09-25T03:32:26.996" v="1396" actId="1036"/>
          <ac:spMkLst>
            <pc:docMk/>
            <pc:sldMk cId="3295928436" sldId="2147480846"/>
            <ac:spMk id="157" creationId="{A623CBB0-4E23-A96B-B99A-9179AB00C506}"/>
          </ac:spMkLst>
        </pc:spChg>
        <pc:spChg chg="mod">
          <ac:chgData name="Takeuchi, Koichiro" userId="b3848a05-443b-4434-8fa5-7398ca0c03c9" providerId="ADAL" clId="{AE71EA6D-8CAE-4CA8-A4AE-CBE82EA043E5}" dt="2024-09-25T03:32:26.996" v="1396" actId="1036"/>
          <ac:spMkLst>
            <pc:docMk/>
            <pc:sldMk cId="3295928436" sldId="2147480846"/>
            <ac:spMk id="158" creationId="{6AB9A70F-5F1F-730D-D5F6-84B9AA31CA06}"/>
          </ac:spMkLst>
        </pc:spChg>
        <pc:spChg chg="mod">
          <ac:chgData name="Takeuchi, Koichiro" userId="b3848a05-443b-4434-8fa5-7398ca0c03c9" providerId="ADAL" clId="{AE71EA6D-8CAE-4CA8-A4AE-CBE82EA043E5}" dt="2024-09-25T03:32:26.996" v="1396" actId="1036"/>
          <ac:spMkLst>
            <pc:docMk/>
            <pc:sldMk cId="3295928436" sldId="2147480846"/>
            <ac:spMk id="159" creationId="{64154C04-EDED-AF94-429F-332278C10303}"/>
          </ac:spMkLst>
        </pc:spChg>
        <pc:spChg chg="mod">
          <ac:chgData name="Takeuchi, Koichiro" userId="b3848a05-443b-4434-8fa5-7398ca0c03c9" providerId="ADAL" clId="{AE71EA6D-8CAE-4CA8-A4AE-CBE82EA043E5}" dt="2024-09-25T03:32:26.996" v="1396" actId="1036"/>
          <ac:spMkLst>
            <pc:docMk/>
            <pc:sldMk cId="3295928436" sldId="2147480846"/>
            <ac:spMk id="160" creationId="{5AA219F7-3FB7-4BDA-A0EA-ADB120C2176A}"/>
          </ac:spMkLst>
        </pc:spChg>
        <pc:spChg chg="mod">
          <ac:chgData name="Takeuchi, Koichiro" userId="b3848a05-443b-4434-8fa5-7398ca0c03c9" providerId="ADAL" clId="{AE71EA6D-8CAE-4CA8-A4AE-CBE82EA043E5}" dt="2024-09-25T03:32:26.996" v="1396" actId="1036"/>
          <ac:spMkLst>
            <pc:docMk/>
            <pc:sldMk cId="3295928436" sldId="2147480846"/>
            <ac:spMk id="161" creationId="{1499251F-6A98-0DF4-BD5A-1CF426770DBA}"/>
          </ac:spMkLst>
        </pc:spChg>
        <pc:spChg chg="mod">
          <ac:chgData name="Takeuchi, Koichiro" userId="b3848a05-443b-4434-8fa5-7398ca0c03c9" providerId="ADAL" clId="{AE71EA6D-8CAE-4CA8-A4AE-CBE82EA043E5}" dt="2024-09-25T03:32:17.250" v="1384" actId="1035"/>
          <ac:spMkLst>
            <pc:docMk/>
            <pc:sldMk cId="3295928436" sldId="2147480846"/>
            <ac:spMk id="163" creationId="{CCE8E8E5-9618-F364-4E83-414A9820D827}"/>
          </ac:spMkLst>
        </pc:spChg>
        <pc:spChg chg="mod">
          <ac:chgData name="Takeuchi, Koichiro" userId="b3848a05-443b-4434-8fa5-7398ca0c03c9" providerId="ADAL" clId="{AE71EA6D-8CAE-4CA8-A4AE-CBE82EA043E5}" dt="2024-09-25T03:32:17.250" v="1384" actId="1035"/>
          <ac:spMkLst>
            <pc:docMk/>
            <pc:sldMk cId="3295928436" sldId="2147480846"/>
            <ac:spMk id="164" creationId="{C039F5C8-C920-5D0A-CEFA-2B10CE30F37F}"/>
          </ac:spMkLst>
        </pc:spChg>
        <pc:spChg chg="mod">
          <ac:chgData name="Takeuchi, Koichiro" userId="b3848a05-443b-4434-8fa5-7398ca0c03c9" providerId="ADAL" clId="{AE71EA6D-8CAE-4CA8-A4AE-CBE82EA043E5}" dt="2024-09-25T03:32:17.250" v="1384" actId="1035"/>
          <ac:spMkLst>
            <pc:docMk/>
            <pc:sldMk cId="3295928436" sldId="2147480846"/>
            <ac:spMk id="165" creationId="{5081DDBA-B04C-E320-DE7A-C96548FAF21D}"/>
          </ac:spMkLst>
        </pc:spChg>
        <pc:spChg chg="mod">
          <ac:chgData name="Takeuchi, Koichiro" userId="b3848a05-443b-4434-8fa5-7398ca0c03c9" providerId="ADAL" clId="{AE71EA6D-8CAE-4CA8-A4AE-CBE82EA043E5}" dt="2024-09-25T03:32:17.250" v="1384" actId="1035"/>
          <ac:spMkLst>
            <pc:docMk/>
            <pc:sldMk cId="3295928436" sldId="2147480846"/>
            <ac:spMk id="166" creationId="{8A4FBA20-B933-0D53-C46D-11818A8FD700}"/>
          </ac:spMkLst>
        </pc:spChg>
        <pc:spChg chg="mod">
          <ac:chgData name="Takeuchi, Koichiro" userId="b3848a05-443b-4434-8fa5-7398ca0c03c9" providerId="ADAL" clId="{AE71EA6D-8CAE-4CA8-A4AE-CBE82EA043E5}" dt="2024-09-25T03:32:17.250" v="1384" actId="1035"/>
          <ac:spMkLst>
            <pc:docMk/>
            <pc:sldMk cId="3295928436" sldId="2147480846"/>
            <ac:spMk id="167" creationId="{C0791E2E-29D3-8FFB-A74D-6789E334E4B0}"/>
          </ac:spMkLst>
        </pc:spChg>
        <pc:spChg chg="mod">
          <ac:chgData name="Takeuchi, Koichiro" userId="b3848a05-443b-4434-8fa5-7398ca0c03c9" providerId="ADAL" clId="{AE71EA6D-8CAE-4CA8-A4AE-CBE82EA043E5}" dt="2024-09-25T03:32:17.250" v="1384" actId="1035"/>
          <ac:spMkLst>
            <pc:docMk/>
            <pc:sldMk cId="3295928436" sldId="2147480846"/>
            <ac:spMk id="168" creationId="{434EAF8F-15F0-25D3-C47E-CE0B1A1FD73B}"/>
          </ac:spMkLst>
        </pc:spChg>
        <pc:grpChg chg="add mod">
          <ac:chgData name="Takeuchi, Koichiro" userId="b3848a05-443b-4434-8fa5-7398ca0c03c9" providerId="ADAL" clId="{AE71EA6D-8CAE-4CA8-A4AE-CBE82EA043E5}" dt="2024-09-25T03:32:08.529" v="1362"/>
          <ac:grpSpMkLst>
            <pc:docMk/>
            <pc:sldMk cId="3295928436" sldId="2147480846"/>
            <ac:grpSpMk id="25" creationId="{07BB4F84-FEBC-00B1-E222-5971D4C49397}"/>
          </ac:grpSpMkLst>
        </pc:grpChg>
        <pc:grpChg chg="add mod">
          <ac:chgData name="Takeuchi, Koichiro" userId="b3848a05-443b-4434-8fa5-7398ca0c03c9" providerId="ADAL" clId="{AE71EA6D-8CAE-4CA8-A4AE-CBE82EA043E5}" dt="2024-09-25T03:32:08.529" v="1362"/>
          <ac:grpSpMkLst>
            <pc:docMk/>
            <pc:sldMk cId="3295928436" sldId="2147480846"/>
            <ac:grpSpMk id="30" creationId="{A6EEC3F3-A60E-F59F-776E-823F26A7D83B}"/>
          </ac:grpSpMkLst>
        </pc:grpChg>
        <pc:grpChg chg="add mod">
          <ac:chgData name="Takeuchi, Koichiro" userId="b3848a05-443b-4434-8fa5-7398ca0c03c9" providerId="ADAL" clId="{AE71EA6D-8CAE-4CA8-A4AE-CBE82EA043E5}" dt="2024-09-25T03:32:08.529" v="1362"/>
          <ac:grpSpMkLst>
            <pc:docMk/>
            <pc:sldMk cId="3295928436" sldId="2147480846"/>
            <ac:grpSpMk id="37" creationId="{E90155E1-14BF-9337-ED32-252642B9B17B}"/>
          </ac:grpSpMkLst>
        </pc:grpChg>
        <pc:grpChg chg="add mod">
          <ac:chgData name="Takeuchi, Koichiro" userId="b3848a05-443b-4434-8fa5-7398ca0c03c9" providerId="ADAL" clId="{AE71EA6D-8CAE-4CA8-A4AE-CBE82EA043E5}" dt="2024-09-25T03:32:08.529" v="1362"/>
          <ac:grpSpMkLst>
            <pc:docMk/>
            <pc:sldMk cId="3295928436" sldId="2147480846"/>
            <ac:grpSpMk id="46" creationId="{6D2EE493-FE9B-125F-4256-EE39F20B6FEA}"/>
          </ac:grpSpMkLst>
        </pc:grpChg>
        <pc:grpChg chg="mod">
          <ac:chgData name="Takeuchi, Koichiro" userId="b3848a05-443b-4434-8fa5-7398ca0c03c9" providerId="ADAL" clId="{AE71EA6D-8CAE-4CA8-A4AE-CBE82EA043E5}" dt="2024-09-25T03:32:08.529" v="1362"/>
          <ac:grpSpMkLst>
            <pc:docMk/>
            <pc:sldMk cId="3295928436" sldId="2147480846"/>
            <ac:grpSpMk id="48" creationId="{0A4AFF0D-2219-3A0F-8D54-9DDB4E7699B1}"/>
          </ac:grpSpMkLst>
        </pc:grpChg>
        <pc:grpChg chg="add mod">
          <ac:chgData name="Takeuchi, Koichiro" userId="b3848a05-443b-4434-8fa5-7398ca0c03c9" providerId="ADAL" clId="{AE71EA6D-8CAE-4CA8-A4AE-CBE82EA043E5}" dt="2024-09-25T03:32:08.529" v="1362"/>
          <ac:grpSpMkLst>
            <pc:docMk/>
            <pc:sldMk cId="3295928436" sldId="2147480846"/>
            <ac:grpSpMk id="54" creationId="{54A00E61-87C6-AF64-EFA5-6C2B47E7A390}"/>
          </ac:grpSpMkLst>
        </pc:grpChg>
        <pc:grpChg chg="add mod">
          <ac:chgData name="Takeuchi, Koichiro" userId="b3848a05-443b-4434-8fa5-7398ca0c03c9" providerId="ADAL" clId="{AE71EA6D-8CAE-4CA8-A4AE-CBE82EA043E5}" dt="2024-09-25T03:32:08.529" v="1362"/>
          <ac:grpSpMkLst>
            <pc:docMk/>
            <pc:sldMk cId="3295928436" sldId="2147480846"/>
            <ac:grpSpMk id="67" creationId="{AC79B2F0-F6FD-8EF5-2884-16F82F12D479}"/>
          </ac:grpSpMkLst>
        </pc:grpChg>
        <pc:grpChg chg="add mod">
          <ac:chgData name="Takeuchi, Koichiro" userId="b3848a05-443b-4434-8fa5-7398ca0c03c9" providerId="ADAL" clId="{AE71EA6D-8CAE-4CA8-A4AE-CBE82EA043E5}" dt="2024-09-25T03:32:08.529" v="1362"/>
          <ac:grpSpMkLst>
            <pc:docMk/>
            <pc:sldMk cId="3295928436" sldId="2147480846"/>
            <ac:grpSpMk id="74" creationId="{A9F2CD2D-B312-8FC8-6D22-8E0F8E728023}"/>
          </ac:grpSpMkLst>
        </pc:grpChg>
        <pc:grpChg chg="add mod">
          <ac:chgData name="Takeuchi, Koichiro" userId="b3848a05-443b-4434-8fa5-7398ca0c03c9" providerId="ADAL" clId="{AE71EA6D-8CAE-4CA8-A4AE-CBE82EA043E5}" dt="2024-09-25T03:32:08.529" v="1362"/>
          <ac:grpSpMkLst>
            <pc:docMk/>
            <pc:sldMk cId="3295928436" sldId="2147480846"/>
            <ac:grpSpMk id="81" creationId="{91F225D4-8B4C-4234-D89F-E8FD82722108}"/>
          </ac:grpSpMkLst>
        </pc:grpChg>
        <pc:grpChg chg="add del mod">
          <ac:chgData name="Takeuchi, Koichiro" userId="b3848a05-443b-4434-8fa5-7398ca0c03c9" providerId="ADAL" clId="{AE71EA6D-8CAE-4CA8-A4AE-CBE82EA043E5}" dt="2024-09-25T03:33:43.874" v="1462" actId="165"/>
          <ac:grpSpMkLst>
            <pc:docMk/>
            <pc:sldMk cId="3295928436" sldId="2147480846"/>
            <ac:grpSpMk id="106" creationId="{1FF97EF4-CE4F-1AE1-6772-19AC9CB8AFA1}"/>
          </ac:grpSpMkLst>
        </pc:grpChg>
        <pc:grpChg chg="add mod">
          <ac:chgData name="Takeuchi, Koichiro" userId="b3848a05-443b-4434-8fa5-7398ca0c03c9" providerId="ADAL" clId="{AE71EA6D-8CAE-4CA8-A4AE-CBE82EA043E5}" dt="2024-09-25T03:32:54.844" v="1398" actId="207"/>
          <ac:grpSpMkLst>
            <pc:docMk/>
            <pc:sldMk cId="3295928436" sldId="2147480846"/>
            <ac:grpSpMk id="111" creationId="{FCE964D6-0006-8DBA-FBE1-2975D4A444E9}"/>
          </ac:grpSpMkLst>
        </pc:grpChg>
        <pc:grpChg chg="add mod">
          <ac:chgData name="Takeuchi, Koichiro" userId="b3848a05-443b-4434-8fa5-7398ca0c03c9" providerId="ADAL" clId="{AE71EA6D-8CAE-4CA8-A4AE-CBE82EA043E5}" dt="2024-09-25T03:32:54.844" v="1398" actId="207"/>
          <ac:grpSpMkLst>
            <pc:docMk/>
            <pc:sldMk cId="3295928436" sldId="2147480846"/>
            <ac:grpSpMk id="118" creationId="{C7901D35-CEC4-317B-D786-EF842C643F46}"/>
          </ac:grpSpMkLst>
        </pc:grpChg>
        <pc:grpChg chg="add mod">
          <ac:chgData name="Takeuchi, Koichiro" userId="b3848a05-443b-4434-8fa5-7398ca0c03c9" providerId="ADAL" clId="{AE71EA6D-8CAE-4CA8-A4AE-CBE82EA043E5}" dt="2024-09-25T03:32:54.844" v="1398" actId="207"/>
          <ac:grpSpMkLst>
            <pc:docMk/>
            <pc:sldMk cId="3295928436" sldId="2147480846"/>
            <ac:grpSpMk id="127" creationId="{54BFC7D1-D222-272A-D5F1-06F3C262CC4D}"/>
          </ac:grpSpMkLst>
        </pc:grpChg>
        <pc:grpChg chg="mod">
          <ac:chgData name="Takeuchi, Koichiro" userId="b3848a05-443b-4434-8fa5-7398ca0c03c9" providerId="ADAL" clId="{AE71EA6D-8CAE-4CA8-A4AE-CBE82EA043E5}" dt="2024-09-25T03:32:26.996" v="1396" actId="1036"/>
          <ac:grpSpMkLst>
            <pc:docMk/>
            <pc:sldMk cId="3295928436" sldId="2147480846"/>
            <ac:grpSpMk id="129" creationId="{9C9B8A70-8109-A480-C85E-ED5010E64A07}"/>
          </ac:grpSpMkLst>
        </pc:grpChg>
        <pc:grpChg chg="add mod">
          <ac:chgData name="Takeuchi, Koichiro" userId="b3848a05-443b-4434-8fa5-7398ca0c03c9" providerId="ADAL" clId="{AE71EA6D-8CAE-4CA8-A4AE-CBE82EA043E5}" dt="2024-09-25T03:32:54.844" v="1398" actId="207"/>
          <ac:grpSpMkLst>
            <pc:docMk/>
            <pc:sldMk cId="3295928436" sldId="2147480846"/>
            <ac:grpSpMk id="135" creationId="{D5DA4217-0D0B-B3D3-F03A-2FC883CC8287}"/>
          </ac:grpSpMkLst>
        </pc:grpChg>
        <pc:grpChg chg="add mod">
          <ac:chgData name="Takeuchi, Koichiro" userId="b3848a05-443b-4434-8fa5-7398ca0c03c9" providerId="ADAL" clId="{AE71EA6D-8CAE-4CA8-A4AE-CBE82EA043E5}" dt="2024-09-25T03:32:54.844" v="1398" actId="207"/>
          <ac:grpSpMkLst>
            <pc:docMk/>
            <pc:sldMk cId="3295928436" sldId="2147480846"/>
            <ac:grpSpMk id="148" creationId="{3C12E1E3-F54C-8C57-9FCB-436057104984}"/>
          </ac:grpSpMkLst>
        </pc:grpChg>
        <pc:grpChg chg="add mod">
          <ac:chgData name="Takeuchi, Koichiro" userId="b3848a05-443b-4434-8fa5-7398ca0c03c9" providerId="ADAL" clId="{AE71EA6D-8CAE-4CA8-A4AE-CBE82EA043E5}" dt="2024-09-25T03:32:54.844" v="1398" actId="207"/>
          <ac:grpSpMkLst>
            <pc:docMk/>
            <pc:sldMk cId="3295928436" sldId="2147480846"/>
            <ac:grpSpMk id="155" creationId="{C17F3465-7D0C-0F46-2EB8-4E6ECC09BB60}"/>
          </ac:grpSpMkLst>
        </pc:grpChg>
        <pc:grpChg chg="add mod">
          <ac:chgData name="Takeuchi, Koichiro" userId="b3848a05-443b-4434-8fa5-7398ca0c03c9" providerId="ADAL" clId="{AE71EA6D-8CAE-4CA8-A4AE-CBE82EA043E5}" dt="2024-09-25T03:32:17.250" v="1384" actId="1035"/>
          <ac:grpSpMkLst>
            <pc:docMk/>
            <pc:sldMk cId="3295928436" sldId="2147480846"/>
            <ac:grpSpMk id="162" creationId="{7FE6969C-485F-22C1-9FEA-021E6993037B}"/>
          </ac:grpSpMkLst>
        </pc:grpChg>
        <pc:cxnChg chg="add mod">
          <ac:chgData name="Takeuchi, Koichiro" userId="b3848a05-443b-4434-8fa5-7398ca0c03c9" providerId="ADAL" clId="{AE71EA6D-8CAE-4CA8-A4AE-CBE82EA043E5}" dt="2024-09-25T03:32:08.529" v="1362"/>
          <ac:cxnSpMkLst>
            <pc:docMk/>
            <pc:sldMk cId="3295928436" sldId="2147480846"/>
            <ac:cxnSpMk id="18" creationId="{8BD09A39-5CB2-CDD0-583E-A7C4DE62B22F}"/>
          </ac:cxnSpMkLst>
        </pc:cxnChg>
        <pc:cxnChg chg="add mod">
          <ac:chgData name="Takeuchi, Koichiro" userId="b3848a05-443b-4434-8fa5-7398ca0c03c9" providerId="ADAL" clId="{AE71EA6D-8CAE-4CA8-A4AE-CBE82EA043E5}" dt="2024-09-25T03:32:08.529" v="1362"/>
          <ac:cxnSpMkLst>
            <pc:docMk/>
            <pc:sldMk cId="3295928436" sldId="2147480846"/>
            <ac:cxnSpMk id="88" creationId="{2BBA03EF-8410-CDA4-70FA-035CED85F4D8}"/>
          </ac:cxnSpMkLst>
        </pc:cxnChg>
        <pc:cxnChg chg="add mod">
          <ac:chgData name="Takeuchi, Koichiro" userId="b3848a05-443b-4434-8fa5-7398ca0c03c9" providerId="ADAL" clId="{AE71EA6D-8CAE-4CA8-A4AE-CBE82EA043E5}" dt="2024-09-25T03:32:26.996" v="1396" actId="1036"/>
          <ac:cxnSpMkLst>
            <pc:docMk/>
            <pc:sldMk cId="3295928436" sldId="2147480846"/>
            <ac:cxnSpMk id="99" creationId="{5EA1F0EA-E477-8ADD-82C3-3523B76EF4E1}"/>
          </ac:cxnSpMkLst>
        </pc:cxnChg>
        <pc:cxnChg chg="add del mod">
          <ac:chgData name="Takeuchi, Koichiro" userId="b3848a05-443b-4434-8fa5-7398ca0c03c9" providerId="ADAL" clId="{AE71EA6D-8CAE-4CA8-A4AE-CBE82EA043E5}" dt="2024-09-25T03:33:15.736" v="1403" actId="478"/>
          <ac:cxnSpMkLst>
            <pc:docMk/>
            <pc:sldMk cId="3295928436" sldId="2147480846"/>
            <ac:cxnSpMk id="169" creationId="{438C008D-B598-6782-54A4-D235792A33AE}"/>
          </ac:cxnSpMkLst>
        </pc:cxnChg>
      </pc:sldChg>
      <pc:sldChg chg="addSp delSp modSp new mod">
        <pc:chgData name="Takeuchi, Koichiro" userId="b3848a05-443b-4434-8fa5-7398ca0c03c9" providerId="ADAL" clId="{AE71EA6D-8CAE-4CA8-A4AE-CBE82EA043E5}" dt="2024-09-25T03:38:30.608" v="1844" actId="113"/>
        <pc:sldMkLst>
          <pc:docMk/>
          <pc:sldMk cId="2214497710" sldId="2147480847"/>
        </pc:sldMkLst>
        <pc:spChg chg="mod">
          <ac:chgData name="Takeuchi, Koichiro" userId="b3848a05-443b-4434-8fa5-7398ca0c03c9" providerId="ADAL" clId="{AE71EA6D-8CAE-4CA8-A4AE-CBE82EA043E5}" dt="2024-09-25T03:34:15.418" v="1497" actId="20577"/>
          <ac:spMkLst>
            <pc:docMk/>
            <pc:sldMk cId="2214497710" sldId="2147480847"/>
            <ac:spMk id="2" creationId="{59332DE4-31ED-6D61-8459-C1529D690603}"/>
          </ac:spMkLst>
        </pc:spChg>
        <pc:spChg chg="mod">
          <ac:chgData name="Takeuchi, Koichiro" userId="b3848a05-443b-4434-8fa5-7398ca0c03c9" providerId="ADAL" clId="{AE71EA6D-8CAE-4CA8-A4AE-CBE82EA043E5}" dt="2024-09-25T03:35:47.078" v="1791" actId="20577"/>
          <ac:spMkLst>
            <pc:docMk/>
            <pc:sldMk cId="2214497710" sldId="2147480847"/>
            <ac:spMk id="3" creationId="{27618F08-FE21-CBF2-43E5-3A8A4DE013A5}"/>
          </ac:spMkLst>
        </pc:spChg>
        <pc:spChg chg="del">
          <ac:chgData name="Takeuchi, Koichiro" userId="b3848a05-443b-4434-8fa5-7398ca0c03c9" providerId="ADAL" clId="{AE71EA6D-8CAE-4CA8-A4AE-CBE82EA043E5}" dt="2024-09-25T03:34:17.180" v="1498" actId="478"/>
          <ac:spMkLst>
            <pc:docMk/>
            <pc:sldMk cId="2214497710" sldId="2147480847"/>
            <ac:spMk id="4" creationId="{A682F04B-A821-5A5D-1562-CBB03849E22A}"/>
          </ac:spMkLst>
        </pc:spChg>
        <pc:spChg chg="mod topLvl">
          <ac:chgData name="Takeuchi, Koichiro" userId="b3848a05-443b-4434-8fa5-7398ca0c03c9" providerId="ADAL" clId="{AE71EA6D-8CAE-4CA8-A4AE-CBE82EA043E5}" dt="2024-09-25T03:37:41.853" v="1828" actId="1036"/>
          <ac:spMkLst>
            <pc:docMk/>
            <pc:sldMk cId="2214497710" sldId="2147480847"/>
            <ac:spMk id="8" creationId="{DD141445-2DEB-5191-40AE-D619718EC1CE}"/>
          </ac:spMkLst>
        </pc:spChg>
        <pc:spChg chg="mod topLvl">
          <ac:chgData name="Takeuchi, Koichiro" userId="b3848a05-443b-4434-8fa5-7398ca0c03c9" providerId="ADAL" clId="{AE71EA6D-8CAE-4CA8-A4AE-CBE82EA043E5}" dt="2024-09-25T03:37:30.001" v="1815" actId="208"/>
          <ac:spMkLst>
            <pc:docMk/>
            <pc:sldMk cId="2214497710" sldId="2147480847"/>
            <ac:spMk id="9" creationId="{55936FF6-A349-324E-AB8D-A1FEFC25E06A}"/>
          </ac:spMkLst>
        </pc:spChg>
        <pc:spChg chg="mod topLvl">
          <ac:chgData name="Takeuchi, Koichiro" userId="b3848a05-443b-4434-8fa5-7398ca0c03c9" providerId="ADAL" clId="{AE71EA6D-8CAE-4CA8-A4AE-CBE82EA043E5}" dt="2024-09-25T03:37:41.853" v="1828" actId="1036"/>
          <ac:spMkLst>
            <pc:docMk/>
            <pc:sldMk cId="2214497710" sldId="2147480847"/>
            <ac:spMk id="11" creationId="{05A93FCC-4E3C-1604-2786-BAEC3D562356}"/>
          </ac:spMkLst>
        </pc:spChg>
        <pc:spChg chg="mod topLvl">
          <ac:chgData name="Takeuchi, Koichiro" userId="b3848a05-443b-4434-8fa5-7398ca0c03c9" providerId="ADAL" clId="{AE71EA6D-8CAE-4CA8-A4AE-CBE82EA043E5}" dt="2024-09-25T03:37:30.001" v="1815" actId="208"/>
          <ac:spMkLst>
            <pc:docMk/>
            <pc:sldMk cId="2214497710" sldId="2147480847"/>
            <ac:spMk id="12" creationId="{3E11CD22-5627-B641-FBF4-E23FF21D5D15}"/>
          </ac:spMkLst>
        </pc:spChg>
        <pc:spChg chg="mod topLvl">
          <ac:chgData name="Takeuchi, Koichiro" userId="b3848a05-443b-4434-8fa5-7398ca0c03c9" providerId="ADAL" clId="{AE71EA6D-8CAE-4CA8-A4AE-CBE82EA043E5}" dt="2024-09-25T03:37:17.892" v="1814" actId="208"/>
          <ac:spMkLst>
            <pc:docMk/>
            <pc:sldMk cId="2214497710" sldId="2147480847"/>
            <ac:spMk id="14" creationId="{39AB8683-F9B8-BCEB-4A94-BB811B23AEA7}"/>
          </ac:spMkLst>
        </pc:spChg>
        <pc:spChg chg="mod topLvl">
          <ac:chgData name="Takeuchi, Koichiro" userId="b3848a05-443b-4434-8fa5-7398ca0c03c9" providerId="ADAL" clId="{AE71EA6D-8CAE-4CA8-A4AE-CBE82EA043E5}" dt="2024-09-25T03:37:17.892" v="1814" actId="208"/>
          <ac:spMkLst>
            <pc:docMk/>
            <pc:sldMk cId="2214497710" sldId="2147480847"/>
            <ac:spMk id="15" creationId="{03AF9DC5-2182-7C07-BAB3-17B4B6204FB1}"/>
          </ac:spMkLst>
        </pc:spChg>
        <pc:spChg chg="add mod topLvl">
          <ac:chgData name="Takeuchi, Koichiro" userId="b3848a05-443b-4434-8fa5-7398ca0c03c9" providerId="ADAL" clId="{AE71EA6D-8CAE-4CA8-A4AE-CBE82EA043E5}" dt="2024-09-25T03:36:14.376" v="1795" actId="165"/>
          <ac:spMkLst>
            <pc:docMk/>
            <pc:sldMk cId="2214497710" sldId="2147480847"/>
            <ac:spMk id="16" creationId="{E601DD87-1763-3DF0-16B1-22DFFDC9C96D}"/>
          </ac:spMkLst>
        </pc:spChg>
        <pc:spChg chg="add mod topLvl">
          <ac:chgData name="Takeuchi, Koichiro" userId="b3848a05-443b-4434-8fa5-7398ca0c03c9" providerId="ADAL" clId="{AE71EA6D-8CAE-4CA8-A4AE-CBE82EA043E5}" dt="2024-09-25T03:36:14.376" v="1795" actId="165"/>
          <ac:spMkLst>
            <pc:docMk/>
            <pc:sldMk cId="2214497710" sldId="2147480847"/>
            <ac:spMk id="17" creationId="{30000EFA-A04E-BFC6-1963-2E62333E1A65}"/>
          </ac:spMkLst>
        </pc:spChg>
        <pc:spChg chg="add mod topLvl">
          <ac:chgData name="Takeuchi, Koichiro" userId="b3848a05-443b-4434-8fa5-7398ca0c03c9" providerId="ADAL" clId="{AE71EA6D-8CAE-4CA8-A4AE-CBE82EA043E5}" dt="2024-09-25T03:36:14.376" v="1795" actId="165"/>
          <ac:spMkLst>
            <pc:docMk/>
            <pc:sldMk cId="2214497710" sldId="2147480847"/>
            <ac:spMk id="18" creationId="{808317AD-2CEE-AA82-23A3-860EC22D0001}"/>
          </ac:spMkLst>
        </pc:spChg>
        <pc:spChg chg="add mod topLvl">
          <ac:chgData name="Takeuchi, Koichiro" userId="b3848a05-443b-4434-8fa5-7398ca0c03c9" providerId="ADAL" clId="{AE71EA6D-8CAE-4CA8-A4AE-CBE82EA043E5}" dt="2024-09-25T03:37:59.247" v="1832" actId="113"/>
          <ac:spMkLst>
            <pc:docMk/>
            <pc:sldMk cId="2214497710" sldId="2147480847"/>
            <ac:spMk id="19" creationId="{D7EBD5AD-56F7-D109-E66F-A9CB7B0DBF76}"/>
          </ac:spMkLst>
        </pc:spChg>
        <pc:spChg chg="mod">
          <ac:chgData name="Takeuchi, Koichiro" userId="b3848a05-443b-4434-8fa5-7398ca0c03c9" providerId="ADAL" clId="{AE71EA6D-8CAE-4CA8-A4AE-CBE82EA043E5}" dt="2024-09-25T03:36:14.376" v="1795" actId="165"/>
          <ac:spMkLst>
            <pc:docMk/>
            <pc:sldMk cId="2214497710" sldId="2147480847"/>
            <ac:spMk id="21" creationId="{BA188733-F3E1-2950-AF44-5C648FC3392A}"/>
          </ac:spMkLst>
        </pc:spChg>
        <pc:spChg chg="mod">
          <ac:chgData name="Takeuchi, Koichiro" userId="b3848a05-443b-4434-8fa5-7398ca0c03c9" providerId="ADAL" clId="{AE71EA6D-8CAE-4CA8-A4AE-CBE82EA043E5}" dt="2024-09-25T03:36:14.376" v="1795" actId="165"/>
          <ac:spMkLst>
            <pc:docMk/>
            <pc:sldMk cId="2214497710" sldId="2147480847"/>
            <ac:spMk id="22" creationId="{C941B47A-C1D5-2C01-0554-473C969227C8}"/>
          </ac:spMkLst>
        </pc:spChg>
        <pc:spChg chg="mod">
          <ac:chgData name="Takeuchi, Koichiro" userId="b3848a05-443b-4434-8fa5-7398ca0c03c9" providerId="ADAL" clId="{AE71EA6D-8CAE-4CA8-A4AE-CBE82EA043E5}" dt="2024-09-25T03:36:14.376" v="1795" actId="165"/>
          <ac:spMkLst>
            <pc:docMk/>
            <pc:sldMk cId="2214497710" sldId="2147480847"/>
            <ac:spMk id="23" creationId="{C4DEAAC2-5C73-A443-258C-8ABB7B308887}"/>
          </ac:spMkLst>
        </pc:spChg>
        <pc:spChg chg="mod">
          <ac:chgData name="Takeuchi, Koichiro" userId="b3848a05-443b-4434-8fa5-7398ca0c03c9" providerId="ADAL" clId="{AE71EA6D-8CAE-4CA8-A4AE-CBE82EA043E5}" dt="2024-09-25T03:36:14.376" v="1795" actId="165"/>
          <ac:spMkLst>
            <pc:docMk/>
            <pc:sldMk cId="2214497710" sldId="2147480847"/>
            <ac:spMk id="24" creationId="{C07FC5A0-7313-6B02-6E88-B53864C229F0}"/>
          </ac:spMkLst>
        </pc:spChg>
        <pc:spChg chg="mod">
          <ac:chgData name="Takeuchi, Koichiro" userId="b3848a05-443b-4434-8fa5-7398ca0c03c9" providerId="ADAL" clId="{AE71EA6D-8CAE-4CA8-A4AE-CBE82EA043E5}" dt="2024-09-25T03:36:14.376" v="1795" actId="165"/>
          <ac:spMkLst>
            <pc:docMk/>
            <pc:sldMk cId="2214497710" sldId="2147480847"/>
            <ac:spMk id="26" creationId="{BA933207-7E92-D46C-17CB-6FADD117CE63}"/>
          </ac:spMkLst>
        </pc:spChg>
        <pc:spChg chg="mod">
          <ac:chgData name="Takeuchi, Koichiro" userId="b3848a05-443b-4434-8fa5-7398ca0c03c9" providerId="ADAL" clId="{AE71EA6D-8CAE-4CA8-A4AE-CBE82EA043E5}" dt="2024-09-25T03:36:14.376" v="1795" actId="165"/>
          <ac:spMkLst>
            <pc:docMk/>
            <pc:sldMk cId="2214497710" sldId="2147480847"/>
            <ac:spMk id="27" creationId="{EE02E690-C05C-9E87-6D63-A4279CAF5341}"/>
          </ac:spMkLst>
        </pc:spChg>
        <pc:spChg chg="mod">
          <ac:chgData name="Takeuchi, Koichiro" userId="b3848a05-443b-4434-8fa5-7398ca0c03c9" providerId="ADAL" clId="{AE71EA6D-8CAE-4CA8-A4AE-CBE82EA043E5}" dt="2024-09-25T03:36:14.376" v="1795" actId="165"/>
          <ac:spMkLst>
            <pc:docMk/>
            <pc:sldMk cId="2214497710" sldId="2147480847"/>
            <ac:spMk id="28" creationId="{01D0D6FA-28EB-694E-3A4F-3E8E33A89994}"/>
          </ac:spMkLst>
        </pc:spChg>
        <pc:spChg chg="mod">
          <ac:chgData name="Takeuchi, Koichiro" userId="b3848a05-443b-4434-8fa5-7398ca0c03c9" providerId="ADAL" clId="{AE71EA6D-8CAE-4CA8-A4AE-CBE82EA043E5}" dt="2024-09-25T03:36:14.376" v="1795" actId="165"/>
          <ac:spMkLst>
            <pc:docMk/>
            <pc:sldMk cId="2214497710" sldId="2147480847"/>
            <ac:spMk id="29" creationId="{748917EA-EE06-2A0F-7EB3-0B319BCA052F}"/>
          </ac:spMkLst>
        </pc:spChg>
        <pc:spChg chg="mod">
          <ac:chgData name="Takeuchi, Koichiro" userId="b3848a05-443b-4434-8fa5-7398ca0c03c9" providerId="ADAL" clId="{AE71EA6D-8CAE-4CA8-A4AE-CBE82EA043E5}" dt="2024-09-25T03:36:14.376" v="1795" actId="165"/>
          <ac:spMkLst>
            <pc:docMk/>
            <pc:sldMk cId="2214497710" sldId="2147480847"/>
            <ac:spMk id="30" creationId="{9DA0415D-FDA2-D5B3-74A4-1DE709E65825}"/>
          </ac:spMkLst>
        </pc:spChg>
        <pc:spChg chg="mod">
          <ac:chgData name="Takeuchi, Koichiro" userId="b3848a05-443b-4434-8fa5-7398ca0c03c9" providerId="ADAL" clId="{AE71EA6D-8CAE-4CA8-A4AE-CBE82EA043E5}" dt="2024-09-25T03:36:14.376" v="1795" actId="165"/>
          <ac:spMkLst>
            <pc:docMk/>
            <pc:sldMk cId="2214497710" sldId="2147480847"/>
            <ac:spMk id="31" creationId="{961566C9-A522-A2F2-6FE9-5CBA5981EB1D}"/>
          </ac:spMkLst>
        </pc:spChg>
        <pc:spChg chg="mod topLvl">
          <ac:chgData name="Takeuchi, Koichiro" userId="b3848a05-443b-4434-8fa5-7398ca0c03c9" providerId="ADAL" clId="{AE71EA6D-8CAE-4CA8-A4AE-CBE82EA043E5}" dt="2024-09-25T03:37:17.892" v="1814" actId="208"/>
          <ac:spMkLst>
            <pc:docMk/>
            <pc:sldMk cId="2214497710" sldId="2147480847"/>
            <ac:spMk id="33" creationId="{24B4E104-E240-EDE0-50AE-293C2729777E}"/>
          </ac:spMkLst>
        </pc:spChg>
        <pc:spChg chg="mod topLvl">
          <ac:chgData name="Takeuchi, Koichiro" userId="b3848a05-443b-4434-8fa5-7398ca0c03c9" providerId="ADAL" clId="{AE71EA6D-8CAE-4CA8-A4AE-CBE82EA043E5}" dt="2024-09-25T03:37:17.892" v="1814" actId="208"/>
          <ac:spMkLst>
            <pc:docMk/>
            <pc:sldMk cId="2214497710" sldId="2147480847"/>
            <ac:spMk id="34" creationId="{44DC8549-83A6-731A-BAE0-26DF4DFED8F2}"/>
          </ac:spMkLst>
        </pc:spChg>
        <pc:spChg chg="mod topLvl">
          <ac:chgData name="Takeuchi, Koichiro" userId="b3848a05-443b-4434-8fa5-7398ca0c03c9" providerId="ADAL" clId="{AE71EA6D-8CAE-4CA8-A4AE-CBE82EA043E5}" dt="2024-09-25T03:37:05.363" v="1813" actId="555"/>
          <ac:spMkLst>
            <pc:docMk/>
            <pc:sldMk cId="2214497710" sldId="2147480847"/>
            <ac:spMk id="36" creationId="{AEA4679F-98E3-F8AD-D6BF-745B1B7B1B8E}"/>
          </ac:spMkLst>
        </pc:spChg>
        <pc:spChg chg="mod topLvl">
          <ac:chgData name="Takeuchi, Koichiro" userId="b3848a05-443b-4434-8fa5-7398ca0c03c9" providerId="ADAL" clId="{AE71EA6D-8CAE-4CA8-A4AE-CBE82EA043E5}" dt="2024-09-25T03:37:17.892" v="1814" actId="208"/>
          <ac:spMkLst>
            <pc:docMk/>
            <pc:sldMk cId="2214497710" sldId="2147480847"/>
            <ac:spMk id="37" creationId="{2547189F-8958-788F-90CF-2BDF5FE65504}"/>
          </ac:spMkLst>
        </pc:spChg>
        <pc:spChg chg="add mod topLvl">
          <ac:chgData name="Takeuchi, Koichiro" userId="b3848a05-443b-4434-8fa5-7398ca0c03c9" providerId="ADAL" clId="{AE71EA6D-8CAE-4CA8-A4AE-CBE82EA043E5}" dt="2024-09-25T03:36:14.376" v="1795" actId="165"/>
          <ac:spMkLst>
            <pc:docMk/>
            <pc:sldMk cId="2214497710" sldId="2147480847"/>
            <ac:spMk id="38" creationId="{D23ADEAE-ADB8-1488-1179-13A3E968D9AB}"/>
          </ac:spMkLst>
        </pc:spChg>
        <pc:spChg chg="mod">
          <ac:chgData name="Takeuchi, Koichiro" userId="b3848a05-443b-4434-8fa5-7398ca0c03c9" providerId="ADAL" clId="{AE71EA6D-8CAE-4CA8-A4AE-CBE82EA043E5}" dt="2024-09-25T03:36:14.376" v="1795" actId="165"/>
          <ac:spMkLst>
            <pc:docMk/>
            <pc:sldMk cId="2214497710" sldId="2147480847"/>
            <ac:spMk id="40" creationId="{5324DC87-FB68-6F29-DF0A-DAA01C90BC68}"/>
          </ac:spMkLst>
        </pc:spChg>
        <pc:spChg chg="mod">
          <ac:chgData name="Takeuchi, Koichiro" userId="b3848a05-443b-4434-8fa5-7398ca0c03c9" providerId="ADAL" clId="{AE71EA6D-8CAE-4CA8-A4AE-CBE82EA043E5}" dt="2024-09-25T03:36:14.376" v="1795" actId="165"/>
          <ac:spMkLst>
            <pc:docMk/>
            <pc:sldMk cId="2214497710" sldId="2147480847"/>
            <ac:spMk id="41" creationId="{6F55BFA0-3658-2718-FB83-71C1E2947B57}"/>
          </ac:spMkLst>
        </pc:spChg>
        <pc:spChg chg="mod">
          <ac:chgData name="Takeuchi, Koichiro" userId="b3848a05-443b-4434-8fa5-7398ca0c03c9" providerId="ADAL" clId="{AE71EA6D-8CAE-4CA8-A4AE-CBE82EA043E5}" dt="2024-09-25T03:36:14.376" v="1795" actId="165"/>
          <ac:spMkLst>
            <pc:docMk/>
            <pc:sldMk cId="2214497710" sldId="2147480847"/>
            <ac:spMk id="42" creationId="{34DA6AB9-6492-6747-AA08-F54FE6A0238B}"/>
          </ac:spMkLst>
        </pc:spChg>
        <pc:spChg chg="mod">
          <ac:chgData name="Takeuchi, Koichiro" userId="b3848a05-443b-4434-8fa5-7398ca0c03c9" providerId="ADAL" clId="{AE71EA6D-8CAE-4CA8-A4AE-CBE82EA043E5}" dt="2024-09-25T03:36:14.376" v="1795" actId="165"/>
          <ac:spMkLst>
            <pc:docMk/>
            <pc:sldMk cId="2214497710" sldId="2147480847"/>
            <ac:spMk id="44" creationId="{403295C4-2D88-42AA-3069-DC1808C1F6DB}"/>
          </ac:spMkLst>
        </pc:spChg>
        <pc:spChg chg="mod">
          <ac:chgData name="Takeuchi, Koichiro" userId="b3848a05-443b-4434-8fa5-7398ca0c03c9" providerId="ADAL" clId="{AE71EA6D-8CAE-4CA8-A4AE-CBE82EA043E5}" dt="2024-09-25T03:36:14.376" v="1795" actId="165"/>
          <ac:spMkLst>
            <pc:docMk/>
            <pc:sldMk cId="2214497710" sldId="2147480847"/>
            <ac:spMk id="45" creationId="{63CCFC90-7687-B322-9E10-35061D8A7238}"/>
          </ac:spMkLst>
        </pc:spChg>
        <pc:spChg chg="mod">
          <ac:chgData name="Takeuchi, Koichiro" userId="b3848a05-443b-4434-8fa5-7398ca0c03c9" providerId="ADAL" clId="{AE71EA6D-8CAE-4CA8-A4AE-CBE82EA043E5}" dt="2024-09-25T03:36:14.376" v="1795" actId="165"/>
          <ac:spMkLst>
            <pc:docMk/>
            <pc:sldMk cId="2214497710" sldId="2147480847"/>
            <ac:spMk id="46" creationId="{09D42013-A99A-BD77-C01D-E5476E71074C}"/>
          </ac:spMkLst>
        </pc:spChg>
        <pc:spChg chg="mod">
          <ac:chgData name="Takeuchi, Koichiro" userId="b3848a05-443b-4434-8fa5-7398ca0c03c9" providerId="ADAL" clId="{AE71EA6D-8CAE-4CA8-A4AE-CBE82EA043E5}" dt="2024-09-25T03:36:14.376" v="1795" actId="165"/>
          <ac:spMkLst>
            <pc:docMk/>
            <pc:sldMk cId="2214497710" sldId="2147480847"/>
            <ac:spMk id="47" creationId="{5F02CE21-DE64-F5F0-E99F-30189B6B7452}"/>
          </ac:spMkLst>
        </pc:spChg>
        <pc:spChg chg="mod">
          <ac:chgData name="Takeuchi, Koichiro" userId="b3848a05-443b-4434-8fa5-7398ca0c03c9" providerId="ADAL" clId="{AE71EA6D-8CAE-4CA8-A4AE-CBE82EA043E5}" dt="2024-09-25T03:36:14.376" v="1795" actId="165"/>
          <ac:spMkLst>
            <pc:docMk/>
            <pc:sldMk cId="2214497710" sldId="2147480847"/>
            <ac:spMk id="48" creationId="{B30E1D94-230E-DB8B-5D6C-FB910E49ECC3}"/>
          </ac:spMkLst>
        </pc:spChg>
        <pc:spChg chg="mod">
          <ac:chgData name="Takeuchi, Koichiro" userId="b3848a05-443b-4434-8fa5-7398ca0c03c9" providerId="ADAL" clId="{AE71EA6D-8CAE-4CA8-A4AE-CBE82EA043E5}" dt="2024-09-25T03:36:14.376" v="1795" actId="165"/>
          <ac:spMkLst>
            <pc:docMk/>
            <pc:sldMk cId="2214497710" sldId="2147480847"/>
            <ac:spMk id="49" creationId="{1AB8C9B4-56DC-4811-CF7D-058DA1F1EA80}"/>
          </ac:spMkLst>
        </pc:spChg>
        <pc:spChg chg="mod">
          <ac:chgData name="Takeuchi, Koichiro" userId="b3848a05-443b-4434-8fa5-7398ca0c03c9" providerId="ADAL" clId="{AE71EA6D-8CAE-4CA8-A4AE-CBE82EA043E5}" dt="2024-09-25T03:36:14.376" v="1795" actId="165"/>
          <ac:spMkLst>
            <pc:docMk/>
            <pc:sldMk cId="2214497710" sldId="2147480847"/>
            <ac:spMk id="50" creationId="{268BB4DA-91CD-B610-F09B-D1E9B1A5ED30}"/>
          </ac:spMkLst>
        </pc:spChg>
        <pc:spChg chg="mod">
          <ac:chgData name="Takeuchi, Koichiro" userId="b3848a05-443b-4434-8fa5-7398ca0c03c9" providerId="ADAL" clId="{AE71EA6D-8CAE-4CA8-A4AE-CBE82EA043E5}" dt="2024-09-25T03:36:14.376" v="1795" actId="165"/>
          <ac:spMkLst>
            <pc:docMk/>
            <pc:sldMk cId="2214497710" sldId="2147480847"/>
            <ac:spMk id="51" creationId="{745CAC4E-673A-7D9F-73B6-83170678648F}"/>
          </ac:spMkLst>
        </pc:spChg>
        <pc:spChg chg="mod">
          <ac:chgData name="Takeuchi, Koichiro" userId="b3848a05-443b-4434-8fa5-7398ca0c03c9" providerId="ADAL" clId="{AE71EA6D-8CAE-4CA8-A4AE-CBE82EA043E5}" dt="2024-09-25T03:36:14.376" v="1795" actId="165"/>
          <ac:spMkLst>
            <pc:docMk/>
            <pc:sldMk cId="2214497710" sldId="2147480847"/>
            <ac:spMk id="52" creationId="{3CAB2F35-0B82-3A8F-8525-A6D193546CAE}"/>
          </ac:spMkLst>
        </pc:spChg>
        <pc:spChg chg="mod">
          <ac:chgData name="Takeuchi, Koichiro" userId="b3848a05-443b-4434-8fa5-7398ca0c03c9" providerId="ADAL" clId="{AE71EA6D-8CAE-4CA8-A4AE-CBE82EA043E5}" dt="2024-09-25T03:36:14.376" v="1795" actId="165"/>
          <ac:spMkLst>
            <pc:docMk/>
            <pc:sldMk cId="2214497710" sldId="2147480847"/>
            <ac:spMk id="53" creationId="{826B1F2C-6480-1781-D06B-1DB894D78B92}"/>
          </ac:spMkLst>
        </pc:spChg>
        <pc:spChg chg="mod topLvl">
          <ac:chgData name="Takeuchi, Koichiro" userId="b3848a05-443b-4434-8fa5-7398ca0c03c9" providerId="ADAL" clId="{AE71EA6D-8CAE-4CA8-A4AE-CBE82EA043E5}" dt="2024-09-25T03:37:41.853" v="1828" actId="1036"/>
          <ac:spMkLst>
            <pc:docMk/>
            <pc:sldMk cId="2214497710" sldId="2147480847"/>
            <ac:spMk id="55" creationId="{4B413A36-E418-B443-6F28-17100E3639AC}"/>
          </ac:spMkLst>
        </pc:spChg>
        <pc:spChg chg="mod topLvl">
          <ac:chgData name="Takeuchi, Koichiro" userId="b3848a05-443b-4434-8fa5-7398ca0c03c9" providerId="ADAL" clId="{AE71EA6D-8CAE-4CA8-A4AE-CBE82EA043E5}" dt="2024-09-25T03:37:30.001" v="1815" actId="208"/>
          <ac:spMkLst>
            <pc:docMk/>
            <pc:sldMk cId="2214497710" sldId="2147480847"/>
            <ac:spMk id="56" creationId="{AE77D9D5-4DD7-106A-1D08-66EAA0F3ED20}"/>
          </ac:spMkLst>
        </pc:spChg>
        <pc:spChg chg="add mod topLvl">
          <ac:chgData name="Takeuchi, Koichiro" userId="b3848a05-443b-4434-8fa5-7398ca0c03c9" providerId="ADAL" clId="{AE71EA6D-8CAE-4CA8-A4AE-CBE82EA043E5}" dt="2024-09-25T03:36:14.376" v="1795" actId="165"/>
          <ac:spMkLst>
            <pc:docMk/>
            <pc:sldMk cId="2214497710" sldId="2147480847"/>
            <ac:spMk id="57" creationId="{3EC3703B-B5A5-1191-1B24-0CCD41D9C541}"/>
          </ac:spMkLst>
        </pc:spChg>
        <pc:spChg chg="mod">
          <ac:chgData name="Takeuchi, Koichiro" userId="b3848a05-443b-4434-8fa5-7398ca0c03c9" providerId="ADAL" clId="{AE71EA6D-8CAE-4CA8-A4AE-CBE82EA043E5}" dt="2024-09-25T03:36:14.376" v="1795" actId="165"/>
          <ac:spMkLst>
            <pc:docMk/>
            <pc:sldMk cId="2214497710" sldId="2147480847"/>
            <ac:spMk id="59" creationId="{179269BD-A397-FD23-1F59-189CE121A8A0}"/>
          </ac:spMkLst>
        </pc:spChg>
        <pc:spChg chg="mod">
          <ac:chgData name="Takeuchi, Koichiro" userId="b3848a05-443b-4434-8fa5-7398ca0c03c9" providerId="ADAL" clId="{AE71EA6D-8CAE-4CA8-A4AE-CBE82EA043E5}" dt="2024-09-25T03:36:14.376" v="1795" actId="165"/>
          <ac:spMkLst>
            <pc:docMk/>
            <pc:sldMk cId="2214497710" sldId="2147480847"/>
            <ac:spMk id="60" creationId="{145E7F05-9CE4-B9FD-FABB-C5BE5BBA00C2}"/>
          </ac:spMkLst>
        </pc:spChg>
        <pc:spChg chg="mod">
          <ac:chgData name="Takeuchi, Koichiro" userId="b3848a05-443b-4434-8fa5-7398ca0c03c9" providerId="ADAL" clId="{AE71EA6D-8CAE-4CA8-A4AE-CBE82EA043E5}" dt="2024-09-25T03:36:14.376" v="1795" actId="165"/>
          <ac:spMkLst>
            <pc:docMk/>
            <pc:sldMk cId="2214497710" sldId="2147480847"/>
            <ac:spMk id="61" creationId="{0C40A85F-1466-89EA-6213-E6170C492133}"/>
          </ac:spMkLst>
        </pc:spChg>
        <pc:spChg chg="mod">
          <ac:chgData name="Takeuchi, Koichiro" userId="b3848a05-443b-4434-8fa5-7398ca0c03c9" providerId="ADAL" clId="{AE71EA6D-8CAE-4CA8-A4AE-CBE82EA043E5}" dt="2024-09-25T03:36:14.376" v="1795" actId="165"/>
          <ac:spMkLst>
            <pc:docMk/>
            <pc:sldMk cId="2214497710" sldId="2147480847"/>
            <ac:spMk id="62" creationId="{E8997FDC-A3D8-4A09-6AA3-5D4BA4E72E8A}"/>
          </ac:spMkLst>
        </pc:spChg>
        <pc:spChg chg="mod">
          <ac:chgData name="Takeuchi, Koichiro" userId="b3848a05-443b-4434-8fa5-7398ca0c03c9" providerId="ADAL" clId="{AE71EA6D-8CAE-4CA8-A4AE-CBE82EA043E5}" dt="2024-09-25T03:36:14.376" v="1795" actId="165"/>
          <ac:spMkLst>
            <pc:docMk/>
            <pc:sldMk cId="2214497710" sldId="2147480847"/>
            <ac:spMk id="63" creationId="{680FE476-7E0A-58B6-12C6-CC8A36247D8B}"/>
          </ac:spMkLst>
        </pc:spChg>
        <pc:spChg chg="mod">
          <ac:chgData name="Takeuchi, Koichiro" userId="b3848a05-443b-4434-8fa5-7398ca0c03c9" providerId="ADAL" clId="{AE71EA6D-8CAE-4CA8-A4AE-CBE82EA043E5}" dt="2024-09-25T03:36:14.376" v="1795" actId="165"/>
          <ac:spMkLst>
            <pc:docMk/>
            <pc:sldMk cId="2214497710" sldId="2147480847"/>
            <ac:spMk id="64" creationId="{813A0BE6-11BF-1958-387E-41E45D6E52F0}"/>
          </ac:spMkLst>
        </pc:spChg>
        <pc:spChg chg="add mod topLvl">
          <ac:chgData name="Takeuchi, Koichiro" userId="b3848a05-443b-4434-8fa5-7398ca0c03c9" providerId="ADAL" clId="{AE71EA6D-8CAE-4CA8-A4AE-CBE82EA043E5}" dt="2024-09-25T03:38:05.135" v="1834" actId="113"/>
          <ac:spMkLst>
            <pc:docMk/>
            <pc:sldMk cId="2214497710" sldId="2147480847"/>
            <ac:spMk id="65" creationId="{665D071A-04EA-4032-BDC2-55BEF0455241}"/>
          </ac:spMkLst>
        </pc:spChg>
        <pc:spChg chg="add mod topLvl">
          <ac:chgData name="Takeuchi, Koichiro" userId="b3848a05-443b-4434-8fa5-7398ca0c03c9" providerId="ADAL" clId="{AE71EA6D-8CAE-4CA8-A4AE-CBE82EA043E5}" dt="2024-09-25T03:38:09.523" v="1836" actId="113"/>
          <ac:spMkLst>
            <pc:docMk/>
            <pc:sldMk cId="2214497710" sldId="2147480847"/>
            <ac:spMk id="66" creationId="{3738863F-15AF-84D0-FEBA-C82876E44418}"/>
          </ac:spMkLst>
        </pc:spChg>
        <pc:spChg chg="add mod topLvl">
          <ac:chgData name="Takeuchi, Koichiro" userId="b3848a05-443b-4434-8fa5-7398ca0c03c9" providerId="ADAL" clId="{AE71EA6D-8CAE-4CA8-A4AE-CBE82EA043E5}" dt="2024-09-25T03:38:14.085" v="1838" actId="113"/>
          <ac:spMkLst>
            <pc:docMk/>
            <pc:sldMk cId="2214497710" sldId="2147480847"/>
            <ac:spMk id="67" creationId="{36C7B207-B487-A6BF-6D5B-D61516D86334}"/>
          </ac:spMkLst>
        </pc:spChg>
        <pc:spChg chg="add mod topLvl">
          <ac:chgData name="Takeuchi, Koichiro" userId="b3848a05-443b-4434-8fa5-7398ca0c03c9" providerId="ADAL" clId="{AE71EA6D-8CAE-4CA8-A4AE-CBE82EA043E5}" dt="2024-09-25T03:38:19.574" v="1840" actId="113"/>
          <ac:spMkLst>
            <pc:docMk/>
            <pc:sldMk cId="2214497710" sldId="2147480847"/>
            <ac:spMk id="68" creationId="{439DDBDB-191A-D1CE-F5CC-640CC7A4CF43}"/>
          </ac:spMkLst>
        </pc:spChg>
        <pc:spChg chg="add mod topLvl">
          <ac:chgData name="Takeuchi, Koichiro" userId="b3848a05-443b-4434-8fa5-7398ca0c03c9" providerId="ADAL" clId="{AE71EA6D-8CAE-4CA8-A4AE-CBE82EA043E5}" dt="2024-09-25T03:38:30.608" v="1844" actId="113"/>
          <ac:spMkLst>
            <pc:docMk/>
            <pc:sldMk cId="2214497710" sldId="2147480847"/>
            <ac:spMk id="69" creationId="{7D10903B-8D3C-810A-ECD9-4851585094FE}"/>
          </ac:spMkLst>
        </pc:spChg>
        <pc:spChg chg="add mod topLvl">
          <ac:chgData name="Takeuchi, Koichiro" userId="b3848a05-443b-4434-8fa5-7398ca0c03c9" providerId="ADAL" clId="{AE71EA6D-8CAE-4CA8-A4AE-CBE82EA043E5}" dt="2024-09-25T03:36:14.376" v="1795" actId="165"/>
          <ac:spMkLst>
            <pc:docMk/>
            <pc:sldMk cId="2214497710" sldId="2147480847"/>
            <ac:spMk id="70" creationId="{5490D7F4-5054-E414-9BFB-20615A51423F}"/>
          </ac:spMkLst>
        </pc:spChg>
        <pc:spChg chg="mod">
          <ac:chgData name="Takeuchi, Koichiro" userId="b3848a05-443b-4434-8fa5-7398ca0c03c9" providerId="ADAL" clId="{AE71EA6D-8CAE-4CA8-A4AE-CBE82EA043E5}" dt="2024-09-25T03:36:14.376" v="1795" actId="165"/>
          <ac:spMkLst>
            <pc:docMk/>
            <pc:sldMk cId="2214497710" sldId="2147480847"/>
            <ac:spMk id="72" creationId="{2A2AE329-6543-D329-A06B-9CFEC52F2345}"/>
          </ac:spMkLst>
        </pc:spChg>
        <pc:spChg chg="mod">
          <ac:chgData name="Takeuchi, Koichiro" userId="b3848a05-443b-4434-8fa5-7398ca0c03c9" providerId="ADAL" clId="{AE71EA6D-8CAE-4CA8-A4AE-CBE82EA043E5}" dt="2024-09-25T03:36:14.376" v="1795" actId="165"/>
          <ac:spMkLst>
            <pc:docMk/>
            <pc:sldMk cId="2214497710" sldId="2147480847"/>
            <ac:spMk id="73" creationId="{9FBCEAB1-5F06-2EFD-FB8E-CB4962B6AF42}"/>
          </ac:spMkLst>
        </pc:spChg>
        <pc:spChg chg="mod">
          <ac:chgData name="Takeuchi, Koichiro" userId="b3848a05-443b-4434-8fa5-7398ca0c03c9" providerId="ADAL" clId="{AE71EA6D-8CAE-4CA8-A4AE-CBE82EA043E5}" dt="2024-09-25T03:36:14.376" v="1795" actId="165"/>
          <ac:spMkLst>
            <pc:docMk/>
            <pc:sldMk cId="2214497710" sldId="2147480847"/>
            <ac:spMk id="74" creationId="{76A8D065-C48A-7575-164A-963FE7C38B14}"/>
          </ac:spMkLst>
        </pc:spChg>
        <pc:spChg chg="mod">
          <ac:chgData name="Takeuchi, Koichiro" userId="b3848a05-443b-4434-8fa5-7398ca0c03c9" providerId="ADAL" clId="{AE71EA6D-8CAE-4CA8-A4AE-CBE82EA043E5}" dt="2024-09-25T03:36:14.376" v="1795" actId="165"/>
          <ac:spMkLst>
            <pc:docMk/>
            <pc:sldMk cId="2214497710" sldId="2147480847"/>
            <ac:spMk id="75" creationId="{CC69B1D5-FBF2-AC7B-19D6-43061BC8BBCE}"/>
          </ac:spMkLst>
        </pc:spChg>
        <pc:spChg chg="mod">
          <ac:chgData name="Takeuchi, Koichiro" userId="b3848a05-443b-4434-8fa5-7398ca0c03c9" providerId="ADAL" clId="{AE71EA6D-8CAE-4CA8-A4AE-CBE82EA043E5}" dt="2024-09-25T03:36:14.376" v="1795" actId="165"/>
          <ac:spMkLst>
            <pc:docMk/>
            <pc:sldMk cId="2214497710" sldId="2147480847"/>
            <ac:spMk id="76" creationId="{378F07C1-D992-55D4-276D-01CE5BFC65B6}"/>
          </ac:spMkLst>
        </pc:spChg>
        <pc:grpChg chg="add del mod topLvl">
          <ac:chgData name="Takeuchi, Koichiro" userId="b3848a05-443b-4434-8fa5-7398ca0c03c9" providerId="ADAL" clId="{AE71EA6D-8CAE-4CA8-A4AE-CBE82EA043E5}" dt="2024-09-25T03:36:28.440" v="1801" actId="165"/>
          <ac:grpSpMkLst>
            <pc:docMk/>
            <pc:sldMk cId="2214497710" sldId="2147480847"/>
            <ac:grpSpMk id="7" creationId="{AD7967E2-3D97-D002-28E7-CA0ED8239C02}"/>
          </ac:grpSpMkLst>
        </pc:grpChg>
        <pc:grpChg chg="add del mod topLvl">
          <ac:chgData name="Takeuchi, Koichiro" userId="b3848a05-443b-4434-8fa5-7398ca0c03c9" providerId="ADAL" clId="{AE71EA6D-8CAE-4CA8-A4AE-CBE82EA043E5}" dt="2024-09-25T03:36:22.081" v="1797" actId="165"/>
          <ac:grpSpMkLst>
            <pc:docMk/>
            <pc:sldMk cId="2214497710" sldId="2147480847"/>
            <ac:grpSpMk id="10" creationId="{E56F17A4-0D2E-5DC3-8DEB-64178FD3E9F1}"/>
          </ac:grpSpMkLst>
        </pc:grpChg>
        <pc:grpChg chg="add del mod topLvl">
          <ac:chgData name="Takeuchi, Koichiro" userId="b3848a05-443b-4434-8fa5-7398ca0c03c9" providerId="ADAL" clId="{AE71EA6D-8CAE-4CA8-A4AE-CBE82EA043E5}" dt="2024-09-25T03:36:17.728" v="1796" actId="165"/>
          <ac:grpSpMkLst>
            <pc:docMk/>
            <pc:sldMk cId="2214497710" sldId="2147480847"/>
            <ac:grpSpMk id="13" creationId="{A3CCA1DE-82E6-9787-AFD2-29C3C1CCA91B}"/>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20" creationId="{66A684ED-C583-A817-E1E0-B1971B80908D}"/>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25" creationId="{C376C20C-1D7A-B020-F439-A58B0F18A731}"/>
          </ac:grpSpMkLst>
        </pc:grpChg>
        <pc:grpChg chg="add del mod topLvl">
          <ac:chgData name="Takeuchi, Koichiro" userId="b3848a05-443b-4434-8fa5-7398ca0c03c9" providerId="ADAL" clId="{AE71EA6D-8CAE-4CA8-A4AE-CBE82EA043E5}" dt="2024-09-25T03:36:26.418" v="1800" actId="165"/>
          <ac:grpSpMkLst>
            <pc:docMk/>
            <pc:sldMk cId="2214497710" sldId="2147480847"/>
            <ac:grpSpMk id="32" creationId="{A5C9C969-A63E-9B71-9C03-0A0B8D1F2B02}"/>
          </ac:grpSpMkLst>
        </pc:grpChg>
        <pc:grpChg chg="add del mod topLvl">
          <ac:chgData name="Takeuchi, Koichiro" userId="b3848a05-443b-4434-8fa5-7398ca0c03c9" providerId="ADAL" clId="{AE71EA6D-8CAE-4CA8-A4AE-CBE82EA043E5}" dt="2024-09-25T03:36:25.501" v="1799" actId="165"/>
          <ac:grpSpMkLst>
            <pc:docMk/>
            <pc:sldMk cId="2214497710" sldId="2147480847"/>
            <ac:grpSpMk id="35" creationId="{AC6A750A-AD2C-C583-3107-A4C484DF72EA}"/>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39" creationId="{B2CCDB6B-63F0-2087-90B5-E5E5A9045353}"/>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43" creationId="{AB983349-1555-B440-B4BA-FBA3B76D1D38}"/>
          </ac:grpSpMkLst>
        </pc:grpChg>
        <pc:grpChg chg="add del mod topLvl">
          <ac:chgData name="Takeuchi, Koichiro" userId="b3848a05-443b-4434-8fa5-7398ca0c03c9" providerId="ADAL" clId="{AE71EA6D-8CAE-4CA8-A4AE-CBE82EA043E5}" dt="2024-09-25T03:36:24.535" v="1798" actId="165"/>
          <ac:grpSpMkLst>
            <pc:docMk/>
            <pc:sldMk cId="2214497710" sldId="2147480847"/>
            <ac:grpSpMk id="54" creationId="{295909B9-C5B6-DA8B-22F7-E1FAD3C7E752}"/>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58" creationId="{0439BF88-4742-8FEF-C4A7-3FF1DCAB6AA5}"/>
          </ac:grpSpMkLst>
        </pc:grpChg>
        <pc:grpChg chg="add mod topLvl">
          <ac:chgData name="Takeuchi, Koichiro" userId="b3848a05-443b-4434-8fa5-7398ca0c03c9" providerId="ADAL" clId="{AE71EA6D-8CAE-4CA8-A4AE-CBE82EA043E5}" dt="2024-09-25T03:36:14.376" v="1795" actId="165"/>
          <ac:grpSpMkLst>
            <pc:docMk/>
            <pc:sldMk cId="2214497710" sldId="2147480847"/>
            <ac:grpSpMk id="71" creationId="{2E103005-97F3-04E9-81E4-9A0BA289E338}"/>
          </ac:grpSpMkLst>
        </pc:grpChg>
        <pc:grpChg chg="add del mod">
          <ac:chgData name="Takeuchi, Koichiro" userId="b3848a05-443b-4434-8fa5-7398ca0c03c9" providerId="ADAL" clId="{AE71EA6D-8CAE-4CA8-A4AE-CBE82EA043E5}" dt="2024-09-25T03:36:14.376" v="1795" actId="165"/>
          <ac:grpSpMkLst>
            <pc:docMk/>
            <pc:sldMk cId="2214497710" sldId="2147480847"/>
            <ac:grpSpMk id="77" creationId="{DC09BCAA-82B3-F22B-4E8F-355264EEEA25}"/>
          </ac:grpSpMkLst>
        </pc:grpChg>
      </pc:sldChg>
      <pc:sldChg chg="addSp modSp new mod">
        <pc:chgData name="Takeuchi, Koichiro" userId="b3848a05-443b-4434-8fa5-7398ca0c03c9" providerId="ADAL" clId="{AE71EA6D-8CAE-4CA8-A4AE-CBE82EA043E5}" dt="2024-09-25T04:07:25.395" v="2446" actId="20577"/>
        <pc:sldMkLst>
          <pc:docMk/>
          <pc:sldMk cId="3586072663" sldId="2147480848"/>
        </pc:sldMkLst>
        <pc:spChg chg="mod">
          <ac:chgData name="Takeuchi, Koichiro" userId="b3848a05-443b-4434-8fa5-7398ca0c03c9" providerId="ADAL" clId="{AE71EA6D-8CAE-4CA8-A4AE-CBE82EA043E5}" dt="2024-09-25T04:07:25.395" v="2446" actId="20577"/>
          <ac:spMkLst>
            <pc:docMk/>
            <pc:sldMk cId="3586072663" sldId="2147480848"/>
            <ac:spMk id="2" creationId="{66A42B93-ACB6-1347-E826-42AB263B73C2}"/>
          </ac:spMkLst>
        </pc:spChg>
        <pc:spChg chg="mod">
          <ac:chgData name="Takeuchi, Koichiro" userId="b3848a05-443b-4434-8fa5-7398ca0c03c9" providerId="ADAL" clId="{AE71EA6D-8CAE-4CA8-A4AE-CBE82EA043E5}" dt="2024-09-25T03:49:34.833" v="2356" actId="20577"/>
          <ac:spMkLst>
            <pc:docMk/>
            <pc:sldMk cId="3586072663" sldId="2147480848"/>
            <ac:spMk id="3" creationId="{4EC543D2-01F1-F07D-FCC8-4634DC1AE5A9}"/>
          </ac:spMkLst>
        </pc:spChg>
        <pc:spChg chg="mod">
          <ac:chgData name="Takeuchi, Koichiro" userId="b3848a05-443b-4434-8fa5-7398ca0c03c9" providerId="ADAL" clId="{AE71EA6D-8CAE-4CA8-A4AE-CBE82EA043E5}" dt="2024-09-25T03:38:54.609" v="1875" actId="20577"/>
          <ac:spMkLst>
            <pc:docMk/>
            <pc:sldMk cId="3586072663" sldId="2147480848"/>
            <ac:spMk id="4" creationId="{53EFCC04-ACAB-49F7-46C0-847081B7E7FD}"/>
          </ac:spMkLst>
        </pc:spChg>
        <pc:spChg chg="add mod">
          <ac:chgData name="Takeuchi, Koichiro" userId="b3848a05-443b-4434-8fa5-7398ca0c03c9" providerId="ADAL" clId="{AE71EA6D-8CAE-4CA8-A4AE-CBE82EA043E5}" dt="2024-09-25T03:49:42.510" v="2372" actId="164"/>
          <ac:spMkLst>
            <pc:docMk/>
            <pc:sldMk cId="3586072663" sldId="2147480848"/>
            <ac:spMk id="7" creationId="{4B5D81A5-77BC-D140-A34E-5D8BD855B0D5}"/>
          </ac:spMkLst>
        </pc:spChg>
        <pc:spChg chg="add mod">
          <ac:chgData name="Takeuchi, Koichiro" userId="b3848a05-443b-4434-8fa5-7398ca0c03c9" providerId="ADAL" clId="{AE71EA6D-8CAE-4CA8-A4AE-CBE82EA043E5}" dt="2024-09-25T03:49:42.510" v="2372" actId="164"/>
          <ac:spMkLst>
            <pc:docMk/>
            <pc:sldMk cId="3586072663" sldId="2147480848"/>
            <ac:spMk id="8" creationId="{A7502A32-B7A9-F5DB-C383-F5EDDFE76A76}"/>
          </ac:spMkLst>
        </pc:spChg>
        <pc:spChg chg="add mod">
          <ac:chgData name="Takeuchi, Koichiro" userId="b3848a05-443b-4434-8fa5-7398ca0c03c9" providerId="ADAL" clId="{AE71EA6D-8CAE-4CA8-A4AE-CBE82EA043E5}" dt="2024-09-25T03:49:42.510" v="2372" actId="164"/>
          <ac:spMkLst>
            <pc:docMk/>
            <pc:sldMk cId="3586072663" sldId="2147480848"/>
            <ac:spMk id="9" creationId="{5D35F092-DFA7-9ACA-BEA5-E08E97813231}"/>
          </ac:spMkLst>
        </pc:spChg>
        <pc:spChg chg="add mod">
          <ac:chgData name="Takeuchi, Koichiro" userId="b3848a05-443b-4434-8fa5-7398ca0c03c9" providerId="ADAL" clId="{AE71EA6D-8CAE-4CA8-A4AE-CBE82EA043E5}" dt="2024-09-25T03:49:42.510" v="2372" actId="164"/>
          <ac:spMkLst>
            <pc:docMk/>
            <pc:sldMk cId="3586072663" sldId="2147480848"/>
            <ac:spMk id="10" creationId="{A568483D-E96A-28A3-8FB7-104EF2DF1CA5}"/>
          </ac:spMkLst>
        </pc:spChg>
        <pc:spChg chg="add mod">
          <ac:chgData name="Takeuchi, Koichiro" userId="b3848a05-443b-4434-8fa5-7398ca0c03c9" providerId="ADAL" clId="{AE71EA6D-8CAE-4CA8-A4AE-CBE82EA043E5}" dt="2024-09-25T03:49:42.510" v="2372" actId="164"/>
          <ac:spMkLst>
            <pc:docMk/>
            <pc:sldMk cId="3586072663" sldId="2147480848"/>
            <ac:spMk id="11" creationId="{D5B02DF6-13CD-E18F-1652-6A615AE8F124}"/>
          </ac:spMkLst>
        </pc:spChg>
        <pc:spChg chg="add mod">
          <ac:chgData name="Takeuchi, Koichiro" userId="b3848a05-443b-4434-8fa5-7398ca0c03c9" providerId="ADAL" clId="{AE71EA6D-8CAE-4CA8-A4AE-CBE82EA043E5}" dt="2024-09-25T03:49:42.510" v="2372" actId="164"/>
          <ac:spMkLst>
            <pc:docMk/>
            <pc:sldMk cId="3586072663" sldId="2147480848"/>
            <ac:spMk id="12" creationId="{60868F46-A020-AB40-E05A-1856DB64360F}"/>
          </ac:spMkLst>
        </pc:spChg>
        <pc:spChg chg="add mod">
          <ac:chgData name="Takeuchi, Koichiro" userId="b3848a05-443b-4434-8fa5-7398ca0c03c9" providerId="ADAL" clId="{AE71EA6D-8CAE-4CA8-A4AE-CBE82EA043E5}" dt="2024-09-25T03:49:42.510" v="2372" actId="164"/>
          <ac:spMkLst>
            <pc:docMk/>
            <pc:sldMk cId="3586072663" sldId="2147480848"/>
            <ac:spMk id="13" creationId="{E9AC019E-D95F-79EE-0960-0035377D790A}"/>
          </ac:spMkLst>
        </pc:spChg>
        <pc:spChg chg="add mod">
          <ac:chgData name="Takeuchi, Koichiro" userId="b3848a05-443b-4434-8fa5-7398ca0c03c9" providerId="ADAL" clId="{AE71EA6D-8CAE-4CA8-A4AE-CBE82EA043E5}" dt="2024-09-25T03:49:42.510" v="2372" actId="164"/>
          <ac:spMkLst>
            <pc:docMk/>
            <pc:sldMk cId="3586072663" sldId="2147480848"/>
            <ac:spMk id="14" creationId="{A8A0B116-92E6-E37F-DB93-069B32754FAF}"/>
          </ac:spMkLst>
        </pc:spChg>
        <pc:spChg chg="add mod">
          <ac:chgData name="Takeuchi, Koichiro" userId="b3848a05-443b-4434-8fa5-7398ca0c03c9" providerId="ADAL" clId="{AE71EA6D-8CAE-4CA8-A4AE-CBE82EA043E5}" dt="2024-09-25T03:49:42.510" v="2372" actId="164"/>
          <ac:spMkLst>
            <pc:docMk/>
            <pc:sldMk cId="3586072663" sldId="2147480848"/>
            <ac:spMk id="15" creationId="{DC558AE9-C7ED-A18B-8E2C-DEF0E54773FB}"/>
          </ac:spMkLst>
        </pc:spChg>
        <pc:spChg chg="add mod">
          <ac:chgData name="Takeuchi, Koichiro" userId="b3848a05-443b-4434-8fa5-7398ca0c03c9" providerId="ADAL" clId="{AE71EA6D-8CAE-4CA8-A4AE-CBE82EA043E5}" dt="2024-09-25T03:49:42.510" v="2372" actId="164"/>
          <ac:spMkLst>
            <pc:docMk/>
            <pc:sldMk cId="3586072663" sldId="2147480848"/>
            <ac:spMk id="16" creationId="{03FB8849-DC97-DB14-1BAA-BE74FBC29316}"/>
          </ac:spMkLst>
        </pc:spChg>
        <pc:spChg chg="add mod">
          <ac:chgData name="Takeuchi, Koichiro" userId="b3848a05-443b-4434-8fa5-7398ca0c03c9" providerId="ADAL" clId="{AE71EA6D-8CAE-4CA8-A4AE-CBE82EA043E5}" dt="2024-09-25T03:49:42.510" v="2372" actId="164"/>
          <ac:spMkLst>
            <pc:docMk/>
            <pc:sldMk cId="3586072663" sldId="2147480848"/>
            <ac:spMk id="17" creationId="{312470BC-2D00-0C1E-D338-58189524122A}"/>
          </ac:spMkLst>
        </pc:spChg>
        <pc:spChg chg="add mod">
          <ac:chgData name="Takeuchi, Koichiro" userId="b3848a05-443b-4434-8fa5-7398ca0c03c9" providerId="ADAL" clId="{AE71EA6D-8CAE-4CA8-A4AE-CBE82EA043E5}" dt="2024-09-25T03:49:42.510" v="2372" actId="164"/>
          <ac:spMkLst>
            <pc:docMk/>
            <pc:sldMk cId="3586072663" sldId="2147480848"/>
            <ac:spMk id="18" creationId="{21C5E5C0-E6A2-B8EE-C0EC-AE19DB1183F3}"/>
          </ac:spMkLst>
        </pc:spChg>
        <pc:spChg chg="add mod">
          <ac:chgData name="Takeuchi, Koichiro" userId="b3848a05-443b-4434-8fa5-7398ca0c03c9" providerId="ADAL" clId="{AE71EA6D-8CAE-4CA8-A4AE-CBE82EA043E5}" dt="2024-09-25T03:49:42.510" v="2372" actId="164"/>
          <ac:spMkLst>
            <pc:docMk/>
            <pc:sldMk cId="3586072663" sldId="2147480848"/>
            <ac:spMk id="19" creationId="{A12D3A73-BFFC-70AF-3830-F329B47BBDEE}"/>
          </ac:spMkLst>
        </pc:spChg>
        <pc:spChg chg="add mod">
          <ac:chgData name="Takeuchi, Koichiro" userId="b3848a05-443b-4434-8fa5-7398ca0c03c9" providerId="ADAL" clId="{AE71EA6D-8CAE-4CA8-A4AE-CBE82EA043E5}" dt="2024-09-25T03:49:42.510" v="2372" actId="164"/>
          <ac:spMkLst>
            <pc:docMk/>
            <pc:sldMk cId="3586072663" sldId="2147480848"/>
            <ac:spMk id="20" creationId="{0F5FB360-67B7-411E-A34A-AAB8F495910C}"/>
          </ac:spMkLst>
        </pc:spChg>
        <pc:spChg chg="add mod">
          <ac:chgData name="Takeuchi, Koichiro" userId="b3848a05-443b-4434-8fa5-7398ca0c03c9" providerId="ADAL" clId="{AE71EA6D-8CAE-4CA8-A4AE-CBE82EA043E5}" dt="2024-09-25T03:49:42.510" v="2372" actId="164"/>
          <ac:spMkLst>
            <pc:docMk/>
            <pc:sldMk cId="3586072663" sldId="2147480848"/>
            <ac:spMk id="21" creationId="{8D864488-F907-C265-4137-CB0C53EAC7F0}"/>
          </ac:spMkLst>
        </pc:spChg>
        <pc:spChg chg="add mod">
          <ac:chgData name="Takeuchi, Koichiro" userId="b3848a05-443b-4434-8fa5-7398ca0c03c9" providerId="ADAL" clId="{AE71EA6D-8CAE-4CA8-A4AE-CBE82EA043E5}" dt="2024-09-25T03:49:42.510" v="2372" actId="164"/>
          <ac:spMkLst>
            <pc:docMk/>
            <pc:sldMk cId="3586072663" sldId="2147480848"/>
            <ac:spMk id="22" creationId="{3B936B70-30DD-D814-4873-C6F06D0FE39C}"/>
          </ac:spMkLst>
        </pc:spChg>
        <pc:spChg chg="add mod">
          <ac:chgData name="Takeuchi, Koichiro" userId="b3848a05-443b-4434-8fa5-7398ca0c03c9" providerId="ADAL" clId="{AE71EA6D-8CAE-4CA8-A4AE-CBE82EA043E5}" dt="2024-09-25T03:49:42.510" v="2372" actId="164"/>
          <ac:spMkLst>
            <pc:docMk/>
            <pc:sldMk cId="3586072663" sldId="2147480848"/>
            <ac:spMk id="23" creationId="{0FD184B2-466A-ED18-5A1B-DE3C61FC8447}"/>
          </ac:spMkLst>
        </pc:spChg>
        <pc:spChg chg="add mod">
          <ac:chgData name="Takeuchi, Koichiro" userId="b3848a05-443b-4434-8fa5-7398ca0c03c9" providerId="ADAL" clId="{AE71EA6D-8CAE-4CA8-A4AE-CBE82EA043E5}" dt="2024-09-25T03:49:42.510" v="2372" actId="164"/>
          <ac:spMkLst>
            <pc:docMk/>
            <pc:sldMk cId="3586072663" sldId="2147480848"/>
            <ac:spMk id="27" creationId="{98E2143D-7F5A-3263-8138-E12036CD3F33}"/>
          </ac:spMkLst>
        </pc:spChg>
        <pc:grpChg chg="add mod">
          <ac:chgData name="Takeuchi, Koichiro" userId="b3848a05-443b-4434-8fa5-7398ca0c03c9" providerId="ADAL" clId="{AE71EA6D-8CAE-4CA8-A4AE-CBE82EA043E5}" dt="2024-09-25T03:49:45.813" v="2373" actId="12788"/>
          <ac:grpSpMkLst>
            <pc:docMk/>
            <pc:sldMk cId="3586072663" sldId="2147480848"/>
            <ac:grpSpMk id="28" creationId="{FEAAAACE-04E3-948B-6F26-017319D578C4}"/>
          </ac:grpSpMkLst>
        </pc:grpChg>
        <pc:picChg chg="add mod">
          <ac:chgData name="Takeuchi, Koichiro" userId="b3848a05-443b-4434-8fa5-7398ca0c03c9" providerId="ADAL" clId="{AE71EA6D-8CAE-4CA8-A4AE-CBE82EA043E5}" dt="2024-09-25T03:49:42.510" v="2372" actId="164"/>
          <ac:picMkLst>
            <pc:docMk/>
            <pc:sldMk cId="3586072663" sldId="2147480848"/>
            <ac:picMk id="24" creationId="{60936C72-1494-E60A-25FB-60F5558F841C}"/>
          </ac:picMkLst>
        </pc:picChg>
        <pc:picChg chg="add mod">
          <ac:chgData name="Takeuchi, Koichiro" userId="b3848a05-443b-4434-8fa5-7398ca0c03c9" providerId="ADAL" clId="{AE71EA6D-8CAE-4CA8-A4AE-CBE82EA043E5}" dt="2024-09-25T03:49:42.510" v="2372" actId="164"/>
          <ac:picMkLst>
            <pc:docMk/>
            <pc:sldMk cId="3586072663" sldId="2147480848"/>
            <ac:picMk id="25" creationId="{60FAB3F3-4144-B97A-0BA4-9825A85D634C}"/>
          </ac:picMkLst>
        </pc:picChg>
        <pc:picChg chg="add mod">
          <ac:chgData name="Takeuchi, Koichiro" userId="b3848a05-443b-4434-8fa5-7398ca0c03c9" providerId="ADAL" clId="{AE71EA6D-8CAE-4CA8-A4AE-CBE82EA043E5}" dt="2024-09-25T03:49:42.510" v="2372" actId="164"/>
          <ac:picMkLst>
            <pc:docMk/>
            <pc:sldMk cId="3586072663" sldId="2147480848"/>
            <ac:picMk id="26" creationId="{E3434A31-E37A-09F0-3D8F-262EFA24B110}"/>
          </ac:picMkLst>
        </pc:picChg>
      </pc:sldChg>
      <pc:sldChg chg="addSp delSp modSp new mod">
        <pc:chgData name="Takeuchi, Koichiro" userId="b3848a05-443b-4434-8fa5-7398ca0c03c9" providerId="ADAL" clId="{AE71EA6D-8CAE-4CA8-A4AE-CBE82EA043E5}" dt="2024-09-25T23:01:39.902" v="7820" actId="1036"/>
        <pc:sldMkLst>
          <pc:docMk/>
          <pc:sldMk cId="2371508512" sldId="2147480849"/>
        </pc:sldMkLst>
        <pc:spChg chg="mod">
          <ac:chgData name="Takeuchi, Koichiro" userId="b3848a05-443b-4434-8fa5-7398ca0c03c9" providerId="ADAL" clId="{AE71EA6D-8CAE-4CA8-A4AE-CBE82EA043E5}" dt="2024-09-25T04:07:40.304" v="2458" actId="20577"/>
          <ac:spMkLst>
            <pc:docMk/>
            <pc:sldMk cId="2371508512" sldId="2147480849"/>
            <ac:spMk id="2" creationId="{F4871F63-DD6D-6167-6041-1D262D2745C6}"/>
          </ac:spMkLst>
        </pc:spChg>
        <pc:spChg chg="mod">
          <ac:chgData name="Takeuchi, Koichiro" userId="b3848a05-443b-4434-8fa5-7398ca0c03c9" providerId="ADAL" clId="{AE71EA6D-8CAE-4CA8-A4AE-CBE82EA043E5}" dt="2024-09-25T11:10:03.492" v="5659" actId="20577"/>
          <ac:spMkLst>
            <pc:docMk/>
            <pc:sldMk cId="2371508512" sldId="2147480849"/>
            <ac:spMk id="3" creationId="{0C98F0AC-66A4-A6E6-A50C-620A0DD456A6}"/>
          </ac:spMkLst>
        </pc:spChg>
        <pc:spChg chg="mod">
          <ac:chgData name="Takeuchi, Koichiro" userId="b3848a05-443b-4434-8fa5-7398ca0c03c9" providerId="ADAL" clId="{AE71EA6D-8CAE-4CA8-A4AE-CBE82EA043E5}" dt="2024-09-25T03:50:03.279" v="2375"/>
          <ac:spMkLst>
            <pc:docMk/>
            <pc:sldMk cId="2371508512" sldId="2147480849"/>
            <ac:spMk id="4" creationId="{C8101EB1-9ED2-CF31-0FB9-CE23B61895D6}"/>
          </ac:spMkLst>
        </pc:spChg>
        <pc:spChg chg="add mod topLvl">
          <ac:chgData name="Takeuchi, Koichiro" userId="b3848a05-443b-4434-8fa5-7398ca0c03c9" providerId="ADAL" clId="{AE71EA6D-8CAE-4CA8-A4AE-CBE82EA043E5}" dt="2024-09-25T23:01:29.434" v="7796" actId="164"/>
          <ac:spMkLst>
            <pc:docMk/>
            <pc:sldMk cId="2371508512" sldId="2147480849"/>
            <ac:spMk id="11" creationId="{C31BCB5F-31E3-BAFF-9992-9DF2CC3AECB2}"/>
          </ac:spMkLst>
        </pc:spChg>
        <pc:spChg chg="add mod topLvl">
          <ac:chgData name="Takeuchi, Koichiro" userId="b3848a05-443b-4434-8fa5-7398ca0c03c9" providerId="ADAL" clId="{AE71EA6D-8CAE-4CA8-A4AE-CBE82EA043E5}" dt="2024-09-25T23:01:29.434" v="7796" actId="164"/>
          <ac:spMkLst>
            <pc:docMk/>
            <pc:sldMk cId="2371508512" sldId="2147480849"/>
            <ac:spMk id="12" creationId="{E12022C5-AB78-3FA6-7B87-88DBDE42659B}"/>
          </ac:spMkLst>
        </pc:spChg>
        <pc:spChg chg="add mod">
          <ac:chgData name="Takeuchi, Koichiro" userId="b3848a05-443b-4434-8fa5-7398ca0c03c9" providerId="ADAL" clId="{AE71EA6D-8CAE-4CA8-A4AE-CBE82EA043E5}" dt="2024-09-25T23:01:29.434" v="7796" actId="164"/>
          <ac:spMkLst>
            <pc:docMk/>
            <pc:sldMk cId="2371508512" sldId="2147480849"/>
            <ac:spMk id="14" creationId="{AA64C16A-B209-2A5B-796B-56D751CA8FA8}"/>
          </ac:spMkLst>
        </pc:spChg>
        <pc:spChg chg="add mod">
          <ac:chgData name="Takeuchi, Koichiro" userId="b3848a05-443b-4434-8fa5-7398ca0c03c9" providerId="ADAL" clId="{AE71EA6D-8CAE-4CA8-A4AE-CBE82EA043E5}" dt="2024-09-25T23:01:29.434" v="7796" actId="164"/>
          <ac:spMkLst>
            <pc:docMk/>
            <pc:sldMk cId="2371508512" sldId="2147480849"/>
            <ac:spMk id="15" creationId="{E2AF5D4B-C51B-5020-53B2-C8C2CCF6EEAC}"/>
          </ac:spMkLst>
        </pc:spChg>
        <pc:spChg chg="add mod">
          <ac:chgData name="Takeuchi, Koichiro" userId="b3848a05-443b-4434-8fa5-7398ca0c03c9" providerId="ADAL" clId="{AE71EA6D-8CAE-4CA8-A4AE-CBE82EA043E5}" dt="2024-09-25T05:14:28.218" v="5352" actId="1037"/>
          <ac:spMkLst>
            <pc:docMk/>
            <pc:sldMk cId="2371508512" sldId="2147480849"/>
            <ac:spMk id="16" creationId="{32812AF3-1533-4C09-A3A8-57B04DCAA817}"/>
          </ac:spMkLst>
        </pc:spChg>
        <pc:spChg chg="add mod ord">
          <ac:chgData name="Takeuchi, Koichiro" userId="b3848a05-443b-4434-8fa5-7398ca0c03c9" providerId="ADAL" clId="{AE71EA6D-8CAE-4CA8-A4AE-CBE82EA043E5}" dt="2024-09-25T05:14:28.218" v="5352" actId="1037"/>
          <ac:spMkLst>
            <pc:docMk/>
            <pc:sldMk cId="2371508512" sldId="2147480849"/>
            <ac:spMk id="17" creationId="{813E4F5C-8202-4931-05FD-B273C0D2FFC7}"/>
          </ac:spMkLst>
        </pc:spChg>
        <pc:spChg chg="add mod">
          <ac:chgData name="Takeuchi, Koichiro" userId="b3848a05-443b-4434-8fa5-7398ca0c03c9" providerId="ADAL" clId="{AE71EA6D-8CAE-4CA8-A4AE-CBE82EA043E5}" dt="2024-09-25T05:14:28.218" v="5352" actId="1037"/>
          <ac:spMkLst>
            <pc:docMk/>
            <pc:sldMk cId="2371508512" sldId="2147480849"/>
            <ac:spMk id="18" creationId="{C9925B9B-4BAF-3881-B6B3-C210A0D1A4B5}"/>
          </ac:spMkLst>
        </pc:spChg>
        <pc:spChg chg="add mod">
          <ac:chgData name="Takeuchi, Koichiro" userId="b3848a05-443b-4434-8fa5-7398ca0c03c9" providerId="ADAL" clId="{AE71EA6D-8CAE-4CA8-A4AE-CBE82EA043E5}" dt="2024-09-25T05:14:28.218" v="5352" actId="1037"/>
          <ac:spMkLst>
            <pc:docMk/>
            <pc:sldMk cId="2371508512" sldId="2147480849"/>
            <ac:spMk id="19" creationId="{B9D5D212-975C-5E37-88A0-38CD9165E701}"/>
          </ac:spMkLst>
        </pc:spChg>
        <pc:spChg chg="add mod">
          <ac:chgData name="Takeuchi, Koichiro" userId="b3848a05-443b-4434-8fa5-7398ca0c03c9" providerId="ADAL" clId="{AE71EA6D-8CAE-4CA8-A4AE-CBE82EA043E5}" dt="2024-09-25T05:14:28.218" v="5352" actId="1037"/>
          <ac:spMkLst>
            <pc:docMk/>
            <pc:sldMk cId="2371508512" sldId="2147480849"/>
            <ac:spMk id="20" creationId="{9EB74300-1502-32F5-88AE-5FF9D2C51566}"/>
          </ac:spMkLst>
        </pc:spChg>
        <pc:spChg chg="add mod">
          <ac:chgData name="Takeuchi, Koichiro" userId="b3848a05-443b-4434-8fa5-7398ca0c03c9" providerId="ADAL" clId="{AE71EA6D-8CAE-4CA8-A4AE-CBE82EA043E5}" dt="2024-09-25T05:14:28.218" v="5352" actId="1037"/>
          <ac:spMkLst>
            <pc:docMk/>
            <pc:sldMk cId="2371508512" sldId="2147480849"/>
            <ac:spMk id="21" creationId="{EEDBE511-7B5A-F39F-91A3-AA747558E2F3}"/>
          </ac:spMkLst>
        </pc:spChg>
        <pc:spChg chg="add mod">
          <ac:chgData name="Takeuchi, Koichiro" userId="b3848a05-443b-4434-8fa5-7398ca0c03c9" providerId="ADAL" clId="{AE71EA6D-8CAE-4CA8-A4AE-CBE82EA043E5}" dt="2024-09-25T05:14:28.218" v="5352" actId="1037"/>
          <ac:spMkLst>
            <pc:docMk/>
            <pc:sldMk cId="2371508512" sldId="2147480849"/>
            <ac:spMk id="22" creationId="{D399909A-C331-AD0B-2161-254320A5A142}"/>
          </ac:spMkLst>
        </pc:spChg>
        <pc:spChg chg="add mod">
          <ac:chgData name="Takeuchi, Koichiro" userId="b3848a05-443b-4434-8fa5-7398ca0c03c9" providerId="ADAL" clId="{AE71EA6D-8CAE-4CA8-A4AE-CBE82EA043E5}" dt="2024-09-25T05:14:28.218" v="5352" actId="1037"/>
          <ac:spMkLst>
            <pc:docMk/>
            <pc:sldMk cId="2371508512" sldId="2147480849"/>
            <ac:spMk id="23" creationId="{E093ED8A-3091-B51D-7074-E470357147D2}"/>
          </ac:spMkLst>
        </pc:spChg>
        <pc:spChg chg="add mod">
          <ac:chgData name="Takeuchi, Koichiro" userId="b3848a05-443b-4434-8fa5-7398ca0c03c9" providerId="ADAL" clId="{AE71EA6D-8CAE-4CA8-A4AE-CBE82EA043E5}" dt="2024-09-25T05:01:10.899" v="4612"/>
          <ac:spMkLst>
            <pc:docMk/>
            <pc:sldMk cId="2371508512" sldId="2147480849"/>
            <ac:spMk id="24" creationId="{B680E7DC-7610-BDB8-3203-DBA74EBA5156}"/>
          </ac:spMkLst>
        </pc:spChg>
        <pc:spChg chg="add mod">
          <ac:chgData name="Takeuchi, Koichiro" userId="b3848a05-443b-4434-8fa5-7398ca0c03c9" providerId="ADAL" clId="{AE71EA6D-8CAE-4CA8-A4AE-CBE82EA043E5}" dt="2024-09-25T05:01:10.899" v="4612"/>
          <ac:spMkLst>
            <pc:docMk/>
            <pc:sldMk cId="2371508512" sldId="2147480849"/>
            <ac:spMk id="25" creationId="{1ADE0EDB-29F4-DCAE-265B-A11A30FCAB13}"/>
          </ac:spMkLst>
        </pc:spChg>
        <pc:spChg chg="add mod ord">
          <ac:chgData name="Takeuchi, Koichiro" userId="b3848a05-443b-4434-8fa5-7398ca0c03c9" providerId="ADAL" clId="{AE71EA6D-8CAE-4CA8-A4AE-CBE82EA043E5}" dt="2024-09-25T05:14:28.218" v="5352" actId="1037"/>
          <ac:spMkLst>
            <pc:docMk/>
            <pc:sldMk cId="2371508512" sldId="2147480849"/>
            <ac:spMk id="26" creationId="{0007F55F-2C48-961E-0556-1764DDFFC7F2}"/>
          </ac:spMkLst>
        </pc:spChg>
        <pc:spChg chg="add mod ord">
          <ac:chgData name="Takeuchi, Koichiro" userId="b3848a05-443b-4434-8fa5-7398ca0c03c9" providerId="ADAL" clId="{AE71EA6D-8CAE-4CA8-A4AE-CBE82EA043E5}" dt="2024-09-25T05:14:28.218" v="5352" actId="1037"/>
          <ac:spMkLst>
            <pc:docMk/>
            <pc:sldMk cId="2371508512" sldId="2147480849"/>
            <ac:spMk id="27" creationId="{5BB30AA3-198A-7236-166E-910118D09B2A}"/>
          </ac:spMkLst>
        </pc:spChg>
        <pc:spChg chg="add mod">
          <ac:chgData name="Takeuchi, Koichiro" userId="b3848a05-443b-4434-8fa5-7398ca0c03c9" providerId="ADAL" clId="{AE71EA6D-8CAE-4CA8-A4AE-CBE82EA043E5}" dt="2024-09-25T05:14:28.218" v="5352" actId="1037"/>
          <ac:spMkLst>
            <pc:docMk/>
            <pc:sldMk cId="2371508512" sldId="2147480849"/>
            <ac:spMk id="28" creationId="{A17D9638-4AF9-1407-0658-8BEBEA4CD0E7}"/>
          </ac:spMkLst>
        </pc:spChg>
        <pc:spChg chg="add mod">
          <ac:chgData name="Takeuchi, Koichiro" userId="b3848a05-443b-4434-8fa5-7398ca0c03c9" providerId="ADAL" clId="{AE71EA6D-8CAE-4CA8-A4AE-CBE82EA043E5}" dt="2024-09-25T05:14:28.218" v="5352" actId="1037"/>
          <ac:spMkLst>
            <pc:docMk/>
            <pc:sldMk cId="2371508512" sldId="2147480849"/>
            <ac:spMk id="29" creationId="{28208F67-E3E2-5A24-2911-A976F1F4BC62}"/>
          </ac:spMkLst>
        </pc:spChg>
        <pc:spChg chg="add mod topLvl">
          <ac:chgData name="Takeuchi, Koichiro" userId="b3848a05-443b-4434-8fa5-7398ca0c03c9" providerId="ADAL" clId="{AE71EA6D-8CAE-4CA8-A4AE-CBE82EA043E5}" dt="2024-09-25T05:07:56.342" v="5002" actId="164"/>
          <ac:spMkLst>
            <pc:docMk/>
            <pc:sldMk cId="2371508512" sldId="2147480849"/>
            <ac:spMk id="31" creationId="{DC0091EC-9C34-020F-54D3-424B47E8479D}"/>
          </ac:spMkLst>
        </pc:spChg>
        <pc:spChg chg="add mod ord topLvl">
          <ac:chgData name="Takeuchi, Koichiro" userId="b3848a05-443b-4434-8fa5-7398ca0c03c9" providerId="ADAL" clId="{AE71EA6D-8CAE-4CA8-A4AE-CBE82EA043E5}" dt="2024-09-25T05:07:56.342" v="5002" actId="164"/>
          <ac:spMkLst>
            <pc:docMk/>
            <pc:sldMk cId="2371508512" sldId="2147480849"/>
            <ac:spMk id="32" creationId="{0EF71EEE-9169-2180-2856-5062FEF623CA}"/>
          </ac:spMkLst>
        </pc:spChg>
        <pc:spChg chg="mod">
          <ac:chgData name="Takeuchi, Koichiro" userId="b3848a05-443b-4434-8fa5-7398ca0c03c9" providerId="ADAL" clId="{AE71EA6D-8CAE-4CA8-A4AE-CBE82EA043E5}" dt="2024-09-25T05:08:00.796" v="5004"/>
          <ac:spMkLst>
            <pc:docMk/>
            <pc:sldMk cId="2371508512" sldId="2147480849"/>
            <ac:spMk id="36" creationId="{33F82A94-09B2-ED47-B62D-5420A21B73DC}"/>
          </ac:spMkLst>
        </pc:spChg>
        <pc:spChg chg="mod">
          <ac:chgData name="Takeuchi, Koichiro" userId="b3848a05-443b-4434-8fa5-7398ca0c03c9" providerId="ADAL" clId="{AE71EA6D-8CAE-4CA8-A4AE-CBE82EA043E5}" dt="2024-09-25T05:08:12.758" v="5008" actId="20577"/>
          <ac:spMkLst>
            <pc:docMk/>
            <pc:sldMk cId="2371508512" sldId="2147480849"/>
            <ac:spMk id="38" creationId="{9A525F87-A554-5323-16ED-D346CD051704}"/>
          </ac:spMkLst>
        </pc:spChg>
        <pc:spChg chg="mod">
          <ac:chgData name="Takeuchi, Koichiro" userId="b3848a05-443b-4434-8fa5-7398ca0c03c9" providerId="ADAL" clId="{AE71EA6D-8CAE-4CA8-A4AE-CBE82EA043E5}" dt="2024-09-25T05:08:20.953" v="5011"/>
          <ac:spMkLst>
            <pc:docMk/>
            <pc:sldMk cId="2371508512" sldId="2147480849"/>
            <ac:spMk id="40" creationId="{C9F7B709-3BCC-21E8-8FD7-450DE2D81E40}"/>
          </ac:spMkLst>
        </pc:spChg>
        <pc:spChg chg="mod">
          <ac:chgData name="Takeuchi, Koichiro" userId="b3848a05-443b-4434-8fa5-7398ca0c03c9" providerId="ADAL" clId="{AE71EA6D-8CAE-4CA8-A4AE-CBE82EA043E5}" dt="2024-09-25T05:09:08.011" v="5053" actId="20577"/>
          <ac:spMkLst>
            <pc:docMk/>
            <pc:sldMk cId="2371508512" sldId="2147480849"/>
            <ac:spMk id="42" creationId="{1B2FFBFC-8275-861B-321F-B27C7AC9C341}"/>
          </ac:spMkLst>
        </pc:spChg>
        <pc:spChg chg="mod">
          <ac:chgData name="Takeuchi, Koichiro" userId="b3848a05-443b-4434-8fa5-7398ca0c03c9" providerId="ADAL" clId="{AE71EA6D-8CAE-4CA8-A4AE-CBE82EA043E5}" dt="2024-09-25T05:08:20.953" v="5011"/>
          <ac:spMkLst>
            <pc:docMk/>
            <pc:sldMk cId="2371508512" sldId="2147480849"/>
            <ac:spMk id="44" creationId="{98B14ECB-14A9-3245-6998-4CE8BE975865}"/>
          </ac:spMkLst>
        </pc:spChg>
        <pc:spChg chg="mod">
          <ac:chgData name="Takeuchi, Koichiro" userId="b3848a05-443b-4434-8fa5-7398ca0c03c9" providerId="ADAL" clId="{AE71EA6D-8CAE-4CA8-A4AE-CBE82EA043E5}" dt="2024-09-25T05:09:17.098" v="5055" actId="20577"/>
          <ac:spMkLst>
            <pc:docMk/>
            <pc:sldMk cId="2371508512" sldId="2147480849"/>
            <ac:spMk id="46" creationId="{F882E28E-0DA8-7D6E-62DF-1278520FE3D9}"/>
          </ac:spMkLst>
        </pc:spChg>
        <pc:spChg chg="mod">
          <ac:chgData name="Takeuchi, Koichiro" userId="b3848a05-443b-4434-8fa5-7398ca0c03c9" providerId="ADAL" clId="{AE71EA6D-8CAE-4CA8-A4AE-CBE82EA043E5}" dt="2024-09-25T05:08:43.582" v="5044"/>
          <ac:spMkLst>
            <pc:docMk/>
            <pc:sldMk cId="2371508512" sldId="2147480849"/>
            <ac:spMk id="52" creationId="{AA33B8D7-027C-05FA-1894-AF9F421A9DFF}"/>
          </ac:spMkLst>
        </pc:spChg>
        <pc:spChg chg="mod">
          <ac:chgData name="Takeuchi, Koichiro" userId="b3848a05-443b-4434-8fa5-7398ca0c03c9" providerId="ADAL" clId="{AE71EA6D-8CAE-4CA8-A4AE-CBE82EA043E5}" dt="2024-09-25T05:09:27.193" v="5061" actId="20577"/>
          <ac:spMkLst>
            <pc:docMk/>
            <pc:sldMk cId="2371508512" sldId="2147480849"/>
            <ac:spMk id="54" creationId="{0C75F47A-37E4-D665-31DB-D8AC484942FE}"/>
          </ac:spMkLst>
        </pc:spChg>
        <pc:spChg chg="mod">
          <ac:chgData name="Takeuchi, Koichiro" userId="b3848a05-443b-4434-8fa5-7398ca0c03c9" providerId="ADAL" clId="{AE71EA6D-8CAE-4CA8-A4AE-CBE82EA043E5}" dt="2024-09-25T05:08:43.582" v="5044"/>
          <ac:spMkLst>
            <pc:docMk/>
            <pc:sldMk cId="2371508512" sldId="2147480849"/>
            <ac:spMk id="55" creationId="{502B76F4-C7B1-FCE1-93EA-17A4F8E154DB}"/>
          </ac:spMkLst>
        </pc:spChg>
        <pc:spChg chg="mod">
          <ac:chgData name="Takeuchi, Koichiro" userId="b3848a05-443b-4434-8fa5-7398ca0c03c9" providerId="ADAL" clId="{AE71EA6D-8CAE-4CA8-A4AE-CBE82EA043E5}" dt="2024-09-25T05:09:19.661" v="5057" actId="20577"/>
          <ac:spMkLst>
            <pc:docMk/>
            <pc:sldMk cId="2371508512" sldId="2147480849"/>
            <ac:spMk id="57" creationId="{BF6A83A9-CF61-050D-96C8-8AA9ACC81D4D}"/>
          </ac:spMkLst>
        </pc:spChg>
        <pc:spChg chg="mod">
          <ac:chgData name="Takeuchi, Koichiro" userId="b3848a05-443b-4434-8fa5-7398ca0c03c9" providerId="ADAL" clId="{AE71EA6D-8CAE-4CA8-A4AE-CBE82EA043E5}" dt="2024-09-25T05:08:58.634" v="5047"/>
          <ac:spMkLst>
            <pc:docMk/>
            <pc:sldMk cId="2371508512" sldId="2147480849"/>
            <ac:spMk id="61" creationId="{B2ECC667-5639-0F5D-B59D-729E04724676}"/>
          </ac:spMkLst>
        </pc:spChg>
        <pc:spChg chg="mod">
          <ac:chgData name="Takeuchi, Koichiro" userId="b3848a05-443b-4434-8fa5-7398ca0c03c9" providerId="ADAL" clId="{AE71EA6D-8CAE-4CA8-A4AE-CBE82EA043E5}" dt="2024-09-25T05:09:32.484" v="5065" actId="20577"/>
          <ac:spMkLst>
            <pc:docMk/>
            <pc:sldMk cId="2371508512" sldId="2147480849"/>
            <ac:spMk id="63" creationId="{093C0969-2E80-3D43-8D80-23AA73EAF72A}"/>
          </ac:spMkLst>
        </pc:spChg>
        <pc:spChg chg="mod">
          <ac:chgData name="Takeuchi, Koichiro" userId="b3848a05-443b-4434-8fa5-7398ca0c03c9" providerId="ADAL" clId="{AE71EA6D-8CAE-4CA8-A4AE-CBE82EA043E5}" dt="2024-09-25T05:08:58.634" v="5047"/>
          <ac:spMkLst>
            <pc:docMk/>
            <pc:sldMk cId="2371508512" sldId="2147480849"/>
            <ac:spMk id="64" creationId="{0529D70B-E3B4-7635-F68A-B6A9F688233E}"/>
          </ac:spMkLst>
        </pc:spChg>
        <pc:spChg chg="mod">
          <ac:chgData name="Takeuchi, Koichiro" userId="b3848a05-443b-4434-8fa5-7398ca0c03c9" providerId="ADAL" clId="{AE71EA6D-8CAE-4CA8-A4AE-CBE82EA043E5}" dt="2024-09-25T05:09:29.791" v="5063" actId="20577"/>
          <ac:spMkLst>
            <pc:docMk/>
            <pc:sldMk cId="2371508512" sldId="2147480849"/>
            <ac:spMk id="66" creationId="{EE2E8D2B-9E70-986F-E2A0-07A82B61B3E6}"/>
          </ac:spMkLst>
        </pc:spChg>
        <pc:spChg chg="add del mod">
          <ac:chgData name="Takeuchi, Koichiro" userId="b3848a05-443b-4434-8fa5-7398ca0c03c9" providerId="ADAL" clId="{AE71EA6D-8CAE-4CA8-A4AE-CBE82EA043E5}" dt="2024-09-25T05:10:03.960" v="5068" actId="478"/>
          <ac:spMkLst>
            <pc:docMk/>
            <pc:sldMk cId="2371508512" sldId="2147480849"/>
            <ac:spMk id="67" creationId="{3558F2A0-1FF1-64F9-B6F4-8AA549E1AD3A}"/>
          </ac:spMkLst>
        </pc:spChg>
        <pc:spChg chg="add mod">
          <ac:chgData name="Takeuchi, Koichiro" userId="b3848a05-443b-4434-8fa5-7398ca0c03c9" providerId="ADAL" clId="{AE71EA6D-8CAE-4CA8-A4AE-CBE82EA043E5}" dt="2024-09-25T11:10:17.408" v="5671" actId="947"/>
          <ac:spMkLst>
            <pc:docMk/>
            <pc:sldMk cId="2371508512" sldId="2147480849"/>
            <ac:spMk id="68" creationId="{78224FF3-FC45-4C1E-B2D4-39E91DD1BA6B}"/>
          </ac:spMkLst>
        </pc:spChg>
        <pc:spChg chg="add mod">
          <ac:chgData name="Takeuchi, Koichiro" userId="b3848a05-443b-4434-8fa5-7398ca0c03c9" providerId="ADAL" clId="{AE71EA6D-8CAE-4CA8-A4AE-CBE82EA043E5}" dt="2024-09-25T05:14:28.218" v="5352" actId="1037"/>
          <ac:spMkLst>
            <pc:docMk/>
            <pc:sldMk cId="2371508512" sldId="2147480849"/>
            <ac:spMk id="69" creationId="{C9F0B1BF-2D51-9CB8-90DA-50F0CD092929}"/>
          </ac:spMkLst>
        </pc:spChg>
        <pc:spChg chg="add del mod">
          <ac:chgData name="Takeuchi, Koichiro" userId="b3848a05-443b-4434-8fa5-7398ca0c03c9" providerId="ADAL" clId="{AE71EA6D-8CAE-4CA8-A4AE-CBE82EA043E5}" dt="2024-09-25T05:12:49.008" v="5281" actId="478"/>
          <ac:spMkLst>
            <pc:docMk/>
            <pc:sldMk cId="2371508512" sldId="2147480849"/>
            <ac:spMk id="70" creationId="{8DBA923A-54B4-CBD0-F69F-5F20645ED341}"/>
          </ac:spMkLst>
        </pc:spChg>
        <pc:spChg chg="mod">
          <ac:chgData name="Takeuchi, Koichiro" userId="b3848a05-443b-4434-8fa5-7398ca0c03c9" providerId="ADAL" clId="{AE71EA6D-8CAE-4CA8-A4AE-CBE82EA043E5}" dt="2024-09-25T05:12:56.179" v="5282"/>
          <ac:spMkLst>
            <pc:docMk/>
            <pc:sldMk cId="2371508512" sldId="2147480849"/>
            <ac:spMk id="74" creationId="{5A6213E7-16DA-0C51-625C-4429C745F567}"/>
          </ac:spMkLst>
        </pc:spChg>
        <pc:spChg chg="mod">
          <ac:chgData name="Takeuchi, Koichiro" userId="b3848a05-443b-4434-8fa5-7398ca0c03c9" providerId="ADAL" clId="{AE71EA6D-8CAE-4CA8-A4AE-CBE82EA043E5}" dt="2024-09-25T05:12:56.179" v="5282"/>
          <ac:spMkLst>
            <pc:docMk/>
            <pc:sldMk cId="2371508512" sldId="2147480849"/>
            <ac:spMk id="76" creationId="{EEC8E359-41C0-787D-3917-BCA7ECADE0FC}"/>
          </ac:spMkLst>
        </pc:spChg>
        <pc:spChg chg="mod">
          <ac:chgData name="Takeuchi, Koichiro" userId="b3848a05-443b-4434-8fa5-7398ca0c03c9" providerId="ADAL" clId="{AE71EA6D-8CAE-4CA8-A4AE-CBE82EA043E5}" dt="2024-09-25T05:12:56.179" v="5282"/>
          <ac:spMkLst>
            <pc:docMk/>
            <pc:sldMk cId="2371508512" sldId="2147480849"/>
            <ac:spMk id="77" creationId="{6C328E14-40C2-705F-AE9A-30B0A870F42B}"/>
          </ac:spMkLst>
        </pc:spChg>
        <pc:spChg chg="mod">
          <ac:chgData name="Takeuchi, Koichiro" userId="b3848a05-443b-4434-8fa5-7398ca0c03c9" providerId="ADAL" clId="{AE71EA6D-8CAE-4CA8-A4AE-CBE82EA043E5}" dt="2024-09-25T05:12:56.179" v="5282"/>
          <ac:spMkLst>
            <pc:docMk/>
            <pc:sldMk cId="2371508512" sldId="2147480849"/>
            <ac:spMk id="79" creationId="{22F9D256-EAC0-CA5F-FDE1-4A7C9AB940A3}"/>
          </ac:spMkLst>
        </pc:spChg>
        <pc:spChg chg="add mod">
          <ac:chgData name="Takeuchi, Koichiro" userId="b3848a05-443b-4434-8fa5-7398ca0c03c9" providerId="ADAL" clId="{AE71EA6D-8CAE-4CA8-A4AE-CBE82EA043E5}" dt="2024-09-25T05:14:28.218" v="5352" actId="1037"/>
          <ac:spMkLst>
            <pc:docMk/>
            <pc:sldMk cId="2371508512" sldId="2147480849"/>
            <ac:spMk id="80" creationId="{E0365989-CA2F-7083-A760-26BE1FBBEDFC}"/>
          </ac:spMkLst>
        </pc:spChg>
        <pc:spChg chg="add mod">
          <ac:chgData name="Takeuchi, Koichiro" userId="b3848a05-443b-4434-8fa5-7398ca0c03c9" providerId="ADAL" clId="{AE71EA6D-8CAE-4CA8-A4AE-CBE82EA043E5}" dt="2024-09-25T05:14:28.218" v="5352" actId="1037"/>
          <ac:spMkLst>
            <pc:docMk/>
            <pc:sldMk cId="2371508512" sldId="2147480849"/>
            <ac:spMk id="81" creationId="{C09A1A30-7D2E-1983-17DB-6BE5C1289B1D}"/>
          </ac:spMkLst>
        </pc:spChg>
        <pc:spChg chg="add mod">
          <ac:chgData name="Takeuchi, Koichiro" userId="b3848a05-443b-4434-8fa5-7398ca0c03c9" providerId="ADAL" clId="{AE71EA6D-8CAE-4CA8-A4AE-CBE82EA043E5}" dt="2024-09-25T05:14:28.218" v="5352" actId="1037"/>
          <ac:spMkLst>
            <pc:docMk/>
            <pc:sldMk cId="2371508512" sldId="2147480849"/>
            <ac:spMk id="82" creationId="{4594B8C7-E951-E8CA-58A4-31D171AE0DFB}"/>
          </ac:spMkLst>
        </pc:spChg>
        <pc:spChg chg="add mod">
          <ac:chgData name="Takeuchi, Koichiro" userId="b3848a05-443b-4434-8fa5-7398ca0c03c9" providerId="ADAL" clId="{AE71EA6D-8CAE-4CA8-A4AE-CBE82EA043E5}" dt="2024-09-25T05:14:28.218" v="5352" actId="1037"/>
          <ac:spMkLst>
            <pc:docMk/>
            <pc:sldMk cId="2371508512" sldId="2147480849"/>
            <ac:spMk id="83" creationId="{CA6ED5D1-DCBE-DEAF-718D-15B9BFB29B2D}"/>
          </ac:spMkLst>
        </pc:spChg>
        <pc:spChg chg="add mod">
          <ac:chgData name="Takeuchi, Koichiro" userId="b3848a05-443b-4434-8fa5-7398ca0c03c9" providerId="ADAL" clId="{AE71EA6D-8CAE-4CA8-A4AE-CBE82EA043E5}" dt="2024-09-25T11:24:29.939" v="6494" actId="20577"/>
          <ac:spMkLst>
            <pc:docMk/>
            <pc:sldMk cId="2371508512" sldId="2147480849"/>
            <ac:spMk id="84" creationId="{11E16BF4-7306-4541-C57B-DC8373C340B5}"/>
          </ac:spMkLst>
        </pc:spChg>
        <pc:spChg chg="add mod">
          <ac:chgData name="Takeuchi, Koichiro" userId="b3848a05-443b-4434-8fa5-7398ca0c03c9" providerId="ADAL" clId="{AE71EA6D-8CAE-4CA8-A4AE-CBE82EA043E5}" dt="2024-09-25T11:12:28.256" v="5924" actId="1037"/>
          <ac:spMkLst>
            <pc:docMk/>
            <pc:sldMk cId="2371508512" sldId="2147480849"/>
            <ac:spMk id="85" creationId="{DCB8FC62-BDC2-2CF6-8C09-D5A6CD2BC3E1}"/>
          </ac:spMkLst>
        </pc:spChg>
        <pc:spChg chg="add mod">
          <ac:chgData name="Takeuchi, Koichiro" userId="b3848a05-443b-4434-8fa5-7398ca0c03c9" providerId="ADAL" clId="{AE71EA6D-8CAE-4CA8-A4AE-CBE82EA043E5}" dt="2024-09-25T23:01:29.434" v="7796" actId="164"/>
          <ac:spMkLst>
            <pc:docMk/>
            <pc:sldMk cId="2371508512" sldId="2147480849"/>
            <ac:spMk id="86" creationId="{26F92125-2DBD-2D8F-6A35-2854C18E0C2A}"/>
          </ac:spMkLst>
        </pc:spChg>
        <pc:grpChg chg="add del mod">
          <ac:chgData name="Takeuchi, Koichiro" userId="b3848a05-443b-4434-8fa5-7398ca0c03c9" providerId="ADAL" clId="{AE71EA6D-8CAE-4CA8-A4AE-CBE82EA043E5}" dt="2024-09-25T23:01:10.138" v="7771" actId="165"/>
          <ac:grpSpMkLst>
            <pc:docMk/>
            <pc:sldMk cId="2371508512" sldId="2147480849"/>
            <ac:grpSpMk id="13" creationId="{5C5E99E5-708B-B4E2-D577-494B5D69BA62}"/>
          </ac:grpSpMkLst>
        </pc:grpChg>
        <pc:grpChg chg="add del mod">
          <ac:chgData name="Takeuchi, Koichiro" userId="b3848a05-443b-4434-8fa5-7398ca0c03c9" providerId="ADAL" clId="{AE71EA6D-8CAE-4CA8-A4AE-CBE82EA043E5}" dt="2024-09-25T05:07:23.609" v="4984" actId="165"/>
          <ac:grpSpMkLst>
            <pc:docMk/>
            <pc:sldMk cId="2371508512" sldId="2147480849"/>
            <ac:grpSpMk id="33" creationId="{D2471F2E-3CDA-2B4B-E71E-6115A952175D}"/>
          </ac:grpSpMkLst>
        </pc:grpChg>
        <pc:grpChg chg="add mod">
          <ac:chgData name="Takeuchi, Koichiro" userId="b3848a05-443b-4434-8fa5-7398ca0c03c9" providerId="ADAL" clId="{AE71EA6D-8CAE-4CA8-A4AE-CBE82EA043E5}" dt="2024-09-25T05:08:34.219" v="5025" actId="164"/>
          <ac:grpSpMkLst>
            <pc:docMk/>
            <pc:sldMk cId="2371508512" sldId="2147480849"/>
            <ac:grpSpMk id="34" creationId="{DDC8AA3C-59F8-B5CD-5E6B-10B42E61DCC4}"/>
          </ac:grpSpMkLst>
        </pc:grpChg>
        <pc:grpChg chg="add mod">
          <ac:chgData name="Takeuchi, Koichiro" userId="b3848a05-443b-4434-8fa5-7398ca0c03c9" providerId="ADAL" clId="{AE71EA6D-8CAE-4CA8-A4AE-CBE82EA043E5}" dt="2024-09-25T05:08:34.219" v="5025" actId="164"/>
          <ac:grpSpMkLst>
            <pc:docMk/>
            <pc:sldMk cId="2371508512" sldId="2147480849"/>
            <ac:grpSpMk id="35" creationId="{BC1C2B7F-3812-398B-DC47-EB7839122DA1}"/>
          </ac:grpSpMkLst>
        </pc:grpChg>
        <pc:grpChg chg="add mod">
          <ac:chgData name="Takeuchi, Koichiro" userId="b3848a05-443b-4434-8fa5-7398ca0c03c9" providerId="ADAL" clId="{AE71EA6D-8CAE-4CA8-A4AE-CBE82EA043E5}" dt="2024-09-25T05:08:29.884" v="5023" actId="164"/>
          <ac:grpSpMkLst>
            <pc:docMk/>
            <pc:sldMk cId="2371508512" sldId="2147480849"/>
            <ac:grpSpMk id="39" creationId="{06919D7E-286D-07F2-209C-500C121962B9}"/>
          </ac:grpSpMkLst>
        </pc:grpChg>
        <pc:grpChg chg="add mod">
          <ac:chgData name="Takeuchi, Koichiro" userId="b3848a05-443b-4434-8fa5-7398ca0c03c9" providerId="ADAL" clId="{AE71EA6D-8CAE-4CA8-A4AE-CBE82EA043E5}" dt="2024-09-25T05:08:29.884" v="5023" actId="164"/>
          <ac:grpSpMkLst>
            <pc:docMk/>
            <pc:sldMk cId="2371508512" sldId="2147480849"/>
            <ac:grpSpMk id="43" creationId="{F86D0214-56C6-A2C0-32AE-AB2FFE80B8CA}"/>
          </ac:grpSpMkLst>
        </pc:grpChg>
        <pc:grpChg chg="add mod">
          <ac:chgData name="Takeuchi, Koichiro" userId="b3848a05-443b-4434-8fa5-7398ca0c03c9" providerId="ADAL" clId="{AE71EA6D-8CAE-4CA8-A4AE-CBE82EA043E5}" dt="2024-09-25T05:14:28.218" v="5352" actId="1037"/>
          <ac:grpSpMkLst>
            <pc:docMk/>
            <pc:sldMk cId="2371508512" sldId="2147480849"/>
            <ac:grpSpMk id="47" creationId="{E70F471B-F500-CC93-AE52-C5D2630CA66F}"/>
          </ac:grpSpMkLst>
        </pc:grpChg>
        <pc:grpChg chg="add mod">
          <ac:chgData name="Takeuchi, Koichiro" userId="b3848a05-443b-4434-8fa5-7398ca0c03c9" providerId="ADAL" clId="{AE71EA6D-8CAE-4CA8-A4AE-CBE82EA043E5}" dt="2024-09-25T05:14:28.218" v="5352" actId="1037"/>
          <ac:grpSpMkLst>
            <pc:docMk/>
            <pc:sldMk cId="2371508512" sldId="2147480849"/>
            <ac:grpSpMk id="48" creationId="{22521FBB-FB27-B4FE-9EE3-8C2306D2CCBA}"/>
          </ac:grpSpMkLst>
        </pc:grpChg>
        <pc:grpChg chg="add mod">
          <ac:chgData name="Takeuchi, Koichiro" userId="b3848a05-443b-4434-8fa5-7398ca0c03c9" providerId="ADAL" clId="{AE71EA6D-8CAE-4CA8-A4AE-CBE82EA043E5}" dt="2024-09-25T05:14:28.218" v="5352" actId="1037"/>
          <ac:grpSpMkLst>
            <pc:docMk/>
            <pc:sldMk cId="2371508512" sldId="2147480849"/>
            <ac:grpSpMk id="49" creationId="{C728D113-7E16-7741-E4E4-1DA1DDC2A22E}"/>
          </ac:grpSpMkLst>
        </pc:grpChg>
        <pc:grpChg chg="mod">
          <ac:chgData name="Takeuchi, Koichiro" userId="b3848a05-443b-4434-8fa5-7398ca0c03c9" providerId="ADAL" clId="{AE71EA6D-8CAE-4CA8-A4AE-CBE82EA043E5}" dt="2024-09-25T05:08:43.582" v="5044"/>
          <ac:grpSpMkLst>
            <pc:docMk/>
            <pc:sldMk cId="2371508512" sldId="2147480849"/>
            <ac:grpSpMk id="50" creationId="{51471B8C-5235-8388-C9F9-55F313029979}"/>
          </ac:grpSpMkLst>
        </pc:grpChg>
        <pc:grpChg chg="mod">
          <ac:chgData name="Takeuchi, Koichiro" userId="b3848a05-443b-4434-8fa5-7398ca0c03c9" providerId="ADAL" clId="{AE71EA6D-8CAE-4CA8-A4AE-CBE82EA043E5}" dt="2024-09-25T05:08:43.582" v="5044"/>
          <ac:grpSpMkLst>
            <pc:docMk/>
            <pc:sldMk cId="2371508512" sldId="2147480849"/>
            <ac:grpSpMk id="51" creationId="{207260FB-A660-0FF4-D20B-D92FCB13C808}"/>
          </ac:grpSpMkLst>
        </pc:grpChg>
        <pc:grpChg chg="add mod">
          <ac:chgData name="Takeuchi, Koichiro" userId="b3848a05-443b-4434-8fa5-7398ca0c03c9" providerId="ADAL" clId="{AE71EA6D-8CAE-4CA8-A4AE-CBE82EA043E5}" dt="2024-09-25T05:14:28.218" v="5352" actId="1037"/>
          <ac:grpSpMkLst>
            <pc:docMk/>
            <pc:sldMk cId="2371508512" sldId="2147480849"/>
            <ac:grpSpMk id="58" creationId="{02E71618-9A39-6CCE-225F-04C1E91E67A7}"/>
          </ac:grpSpMkLst>
        </pc:grpChg>
        <pc:grpChg chg="mod">
          <ac:chgData name="Takeuchi, Koichiro" userId="b3848a05-443b-4434-8fa5-7398ca0c03c9" providerId="ADAL" clId="{AE71EA6D-8CAE-4CA8-A4AE-CBE82EA043E5}" dt="2024-09-25T05:08:58.634" v="5047"/>
          <ac:grpSpMkLst>
            <pc:docMk/>
            <pc:sldMk cId="2371508512" sldId="2147480849"/>
            <ac:grpSpMk id="59" creationId="{E5FD7A6D-A818-79C7-CF1A-F62681B8D206}"/>
          </ac:grpSpMkLst>
        </pc:grpChg>
        <pc:grpChg chg="mod">
          <ac:chgData name="Takeuchi, Koichiro" userId="b3848a05-443b-4434-8fa5-7398ca0c03c9" providerId="ADAL" clId="{AE71EA6D-8CAE-4CA8-A4AE-CBE82EA043E5}" dt="2024-09-25T05:08:58.634" v="5047"/>
          <ac:grpSpMkLst>
            <pc:docMk/>
            <pc:sldMk cId="2371508512" sldId="2147480849"/>
            <ac:grpSpMk id="60" creationId="{3D111A76-E370-8BEB-1197-7B32ED9FB866}"/>
          </ac:grpSpMkLst>
        </pc:grpChg>
        <pc:grpChg chg="add mod">
          <ac:chgData name="Takeuchi, Koichiro" userId="b3848a05-443b-4434-8fa5-7398ca0c03c9" providerId="ADAL" clId="{AE71EA6D-8CAE-4CA8-A4AE-CBE82EA043E5}" dt="2024-09-25T05:14:28.218" v="5352" actId="1037"/>
          <ac:grpSpMkLst>
            <pc:docMk/>
            <pc:sldMk cId="2371508512" sldId="2147480849"/>
            <ac:grpSpMk id="71" creationId="{9E437840-817A-119F-180D-0F1761543670}"/>
          </ac:grpSpMkLst>
        </pc:grpChg>
        <pc:grpChg chg="mod">
          <ac:chgData name="Takeuchi, Koichiro" userId="b3848a05-443b-4434-8fa5-7398ca0c03c9" providerId="ADAL" clId="{AE71EA6D-8CAE-4CA8-A4AE-CBE82EA043E5}" dt="2024-09-25T05:12:56.179" v="5282"/>
          <ac:grpSpMkLst>
            <pc:docMk/>
            <pc:sldMk cId="2371508512" sldId="2147480849"/>
            <ac:grpSpMk id="72" creationId="{660758BB-E5C3-837B-4C07-17A6F176680D}"/>
          </ac:grpSpMkLst>
        </pc:grpChg>
        <pc:grpChg chg="mod">
          <ac:chgData name="Takeuchi, Koichiro" userId="b3848a05-443b-4434-8fa5-7398ca0c03c9" providerId="ADAL" clId="{AE71EA6D-8CAE-4CA8-A4AE-CBE82EA043E5}" dt="2024-09-25T05:12:56.179" v="5282"/>
          <ac:grpSpMkLst>
            <pc:docMk/>
            <pc:sldMk cId="2371508512" sldId="2147480849"/>
            <ac:grpSpMk id="73" creationId="{2FC907FC-7FC6-B124-79F1-464E830DD66E}"/>
          </ac:grpSpMkLst>
        </pc:grpChg>
        <pc:grpChg chg="add mod">
          <ac:chgData name="Takeuchi, Koichiro" userId="b3848a05-443b-4434-8fa5-7398ca0c03c9" providerId="ADAL" clId="{AE71EA6D-8CAE-4CA8-A4AE-CBE82EA043E5}" dt="2024-09-25T23:01:39.902" v="7820" actId="1036"/>
          <ac:grpSpMkLst>
            <pc:docMk/>
            <pc:sldMk cId="2371508512" sldId="2147480849"/>
            <ac:grpSpMk id="87" creationId="{626C4644-D602-9B6E-BAF9-DB75C5EE51F0}"/>
          </ac:grpSpMkLst>
        </pc:grpChg>
        <pc:picChg chg="add mod">
          <ac:chgData name="Takeuchi, Koichiro" userId="b3848a05-443b-4434-8fa5-7398ca0c03c9" providerId="ADAL" clId="{AE71EA6D-8CAE-4CA8-A4AE-CBE82EA043E5}" dt="2024-09-25T05:14:28.218" v="5352" actId="1037"/>
          <ac:picMkLst>
            <pc:docMk/>
            <pc:sldMk cId="2371508512" sldId="2147480849"/>
            <ac:picMk id="8" creationId="{3D764613-8918-F736-DE34-204B85180D3F}"/>
          </ac:picMkLst>
        </pc:picChg>
        <pc:picChg chg="add mod">
          <ac:chgData name="Takeuchi, Koichiro" userId="b3848a05-443b-4434-8fa5-7398ca0c03c9" providerId="ADAL" clId="{AE71EA6D-8CAE-4CA8-A4AE-CBE82EA043E5}" dt="2024-09-25T05:14:28.218" v="5352" actId="1037"/>
          <ac:picMkLst>
            <pc:docMk/>
            <pc:sldMk cId="2371508512" sldId="2147480849"/>
            <ac:picMk id="10" creationId="{D54926C7-AE94-C884-46A4-580622587C19}"/>
          </ac:picMkLst>
        </pc:picChg>
        <pc:picChg chg="add mod topLvl">
          <ac:chgData name="Takeuchi, Koichiro" userId="b3848a05-443b-4434-8fa5-7398ca0c03c9" providerId="ADAL" clId="{AE71EA6D-8CAE-4CA8-A4AE-CBE82EA043E5}" dt="2024-09-25T05:07:56.342" v="5002" actId="164"/>
          <ac:picMkLst>
            <pc:docMk/>
            <pc:sldMk cId="2371508512" sldId="2147480849"/>
            <ac:picMk id="30" creationId="{00B65249-5709-55B4-826D-1FDA8263804D}"/>
          </ac:picMkLst>
        </pc:picChg>
        <pc:picChg chg="mod">
          <ac:chgData name="Takeuchi, Koichiro" userId="b3848a05-443b-4434-8fa5-7398ca0c03c9" providerId="ADAL" clId="{AE71EA6D-8CAE-4CA8-A4AE-CBE82EA043E5}" dt="2024-09-25T05:08:00.796" v="5004"/>
          <ac:picMkLst>
            <pc:docMk/>
            <pc:sldMk cId="2371508512" sldId="2147480849"/>
            <ac:picMk id="37" creationId="{718FC063-DC72-233D-B1A9-62798ED45098}"/>
          </ac:picMkLst>
        </pc:picChg>
        <pc:picChg chg="mod">
          <ac:chgData name="Takeuchi, Koichiro" userId="b3848a05-443b-4434-8fa5-7398ca0c03c9" providerId="ADAL" clId="{AE71EA6D-8CAE-4CA8-A4AE-CBE82EA043E5}" dt="2024-09-25T05:08:20.953" v="5011"/>
          <ac:picMkLst>
            <pc:docMk/>
            <pc:sldMk cId="2371508512" sldId="2147480849"/>
            <ac:picMk id="41" creationId="{FBF0D9DC-6A5F-DE2B-A010-6E6EA3324521}"/>
          </ac:picMkLst>
        </pc:picChg>
        <pc:picChg chg="mod">
          <ac:chgData name="Takeuchi, Koichiro" userId="b3848a05-443b-4434-8fa5-7398ca0c03c9" providerId="ADAL" clId="{AE71EA6D-8CAE-4CA8-A4AE-CBE82EA043E5}" dt="2024-09-25T05:08:20.953" v="5011"/>
          <ac:picMkLst>
            <pc:docMk/>
            <pc:sldMk cId="2371508512" sldId="2147480849"/>
            <ac:picMk id="45" creationId="{787A196A-2F8C-AB58-F241-1FE2DE654912}"/>
          </ac:picMkLst>
        </pc:picChg>
        <pc:picChg chg="mod">
          <ac:chgData name="Takeuchi, Koichiro" userId="b3848a05-443b-4434-8fa5-7398ca0c03c9" providerId="ADAL" clId="{AE71EA6D-8CAE-4CA8-A4AE-CBE82EA043E5}" dt="2024-09-25T05:08:43.582" v="5044"/>
          <ac:picMkLst>
            <pc:docMk/>
            <pc:sldMk cId="2371508512" sldId="2147480849"/>
            <ac:picMk id="53" creationId="{F40202BB-A074-97AC-7224-2B1ECCB9D3E6}"/>
          </ac:picMkLst>
        </pc:picChg>
        <pc:picChg chg="mod">
          <ac:chgData name="Takeuchi, Koichiro" userId="b3848a05-443b-4434-8fa5-7398ca0c03c9" providerId="ADAL" clId="{AE71EA6D-8CAE-4CA8-A4AE-CBE82EA043E5}" dt="2024-09-25T05:08:43.582" v="5044"/>
          <ac:picMkLst>
            <pc:docMk/>
            <pc:sldMk cId="2371508512" sldId="2147480849"/>
            <ac:picMk id="56" creationId="{8EF56194-25FE-893C-C5BF-ED87D6BDC5E0}"/>
          </ac:picMkLst>
        </pc:picChg>
        <pc:picChg chg="mod">
          <ac:chgData name="Takeuchi, Koichiro" userId="b3848a05-443b-4434-8fa5-7398ca0c03c9" providerId="ADAL" clId="{AE71EA6D-8CAE-4CA8-A4AE-CBE82EA043E5}" dt="2024-09-25T05:08:58.634" v="5047"/>
          <ac:picMkLst>
            <pc:docMk/>
            <pc:sldMk cId="2371508512" sldId="2147480849"/>
            <ac:picMk id="62" creationId="{A2F3D737-146F-1E88-BA37-3576F9342FC6}"/>
          </ac:picMkLst>
        </pc:picChg>
        <pc:picChg chg="mod">
          <ac:chgData name="Takeuchi, Koichiro" userId="b3848a05-443b-4434-8fa5-7398ca0c03c9" providerId="ADAL" clId="{AE71EA6D-8CAE-4CA8-A4AE-CBE82EA043E5}" dt="2024-09-25T05:08:58.634" v="5047"/>
          <ac:picMkLst>
            <pc:docMk/>
            <pc:sldMk cId="2371508512" sldId="2147480849"/>
            <ac:picMk id="65" creationId="{4A3C9ED8-975F-0C60-BAC5-8CDE8D966E98}"/>
          </ac:picMkLst>
        </pc:picChg>
        <pc:picChg chg="mod">
          <ac:chgData name="Takeuchi, Koichiro" userId="b3848a05-443b-4434-8fa5-7398ca0c03c9" providerId="ADAL" clId="{AE71EA6D-8CAE-4CA8-A4AE-CBE82EA043E5}" dt="2024-09-25T05:12:56.179" v="5282"/>
          <ac:picMkLst>
            <pc:docMk/>
            <pc:sldMk cId="2371508512" sldId="2147480849"/>
            <ac:picMk id="75" creationId="{C0017B93-C278-3C0A-7B7B-414F883F4D18}"/>
          </ac:picMkLst>
        </pc:picChg>
        <pc:picChg chg="mod">
          <ac:chgData name="Takeuchi, Koichiro" userId="b3848a05-443b-4434-8fa5-7398ca0c03c9" providerId="ADAL" clId="{AE71EA6D-8CAE-4CA8-A4AE-CBE82EA043E5}" dt="2024-09-25T05:12:56.179" v="5282"/>
          <ac:picMkLst>
            <pc:docMk/>
            <pc:sldMk cId="2371508512" sldId="2147480849"/>
            <ac:picMk id="78" creationId="{1CD1FCA8-F0FF-D660-7F5F-CD0724B3BA51}"/>
          </ac:picMkLst>
        </pc:picChg>
      </pc:sldChg>
      <pc:sldChg chg="addSp delSp modSp new mod">
        <pc:chgData name="Takeuchi, Koichiro" userId="b3848a05-443b-4434-8fa5-7398ca0c03c9" providerId="ADAL" clId="{AE71EA6D-8CAE-4CA8-A4AE-CBE82EA043E5}" dt="2024-09-25T11:52:57.988" v="7723" actId="20577"/>
        <pc:sldMkLst>
          <pc:docMk/>
          <pc:sldMk cId="3401180551" sldId="2147480850"/>
        </pc:sldMkLst>
        <pc:spChg chg="mod">
          <ac:chgData name="Takeuchi, Koichiro" userId="b3848a05-443b-4434-8fa5-7398ca0c03c9" providerId="ADAL" clId="{AE71EA6D-8CAE-4CA8-A4AE-CBE82EA043E5}" dt="2024-09-25T11:52:57.988" v="7723" actId="20577"/>
          <ac:spMkLst>
            <pc:docMk/>
            <pc:sldMk cId="3401180551" sldId="2147480850"/>
            <ac:spMk id="2" creationId="{2E73C4BD-07DA-E92F-E6E6-03E77D0C292E}"/>
          </ac:spMkLst>
        </pc:spChg>
        <pc:spChg chg="mod">
          <ac:chgData name="Takeuchi, Koichiro" userId="b3848a05-443b-4434-8fa5-7398ca0c03c9" providerId="ADAL" clId="{AE71EA6D-8CAE-4CA8-A4AE-CBE82EA043E5}" dt="2024-09-25T11:21:02.590" v="6297" actId="20577"/>
          <ac:spMkLst>
            <pc:docMk/>
            <pc:sldMk cId="3401180551" sldId="2147480850"/>
            <ac:spMk id="3" creationId="{A63CCEC0-4EC9-A937-1737-25F942C96D84}"/>
          </ac:spMkLst>
        </pc:spChg>
        <pc:spChg chg="mod">
          <ac:chgData name="Takeuchi, Koichiro" userId="b3848a05-443b-4434-8fa5-7398ca0c03c9" providerId="ADAL" clId="{AE71EA6D-8CAE-4CA8-A4AE-CBE82EA043E5}" dt="2024-09-25T11:14:35.221" v="5930" actId="20577"/>
          <ac:spMkLst>
            <pc:docMk/>
            <pc:sldMk cId="3401180551" sldId="2147480850"/>
            <ac:spMk id="4" creationId="{726E7864-2102-B59E-0C8D-4ADA30B05C08}"/>
          </ac:spMkLst>
        </pc:spChg>
        <pc:spChg chg="add mod">
          <ac:chgData name="Takeuchi, Koichiro" userId="b3848a05-443b-4434-8fa5-7398ca0c03c9" providerId="ADAL" clId="{AE71EA6D-8CAE-4CA8-A4AE-CBE82EA043E5}" dt="2024-09-25T11:21:22.593" v="6299" actId="1076"/>
          <ac:spMkLst>
            <pc:docMk/>
            <pc:sldMk cId="3401180551" sldId="2147480850"/>
            <ac:spMk id="7" creationId="{04D41AFC-C715-1823-BF6E-ECDEFE0F537A}"/>
          </ac:spMkLst>
        </pc:spChg>
        <pc:spChg chg="mod">
          <ac:chgData name="Takeuchi, Koichiro" userId="b3848a05-443b-4434-8fa5-7398ca0c03c9" providerId="ADAL" clId="{AE71EA6D-8CAE-4CA8-A4AE-CBE82EA043E5}" dt="2024-09-25T11:21:22.593" v="6299" actId="1076"/>
          <ac:spMkLst>
            <pc:docMk/>
            <pc:sldMk cId="3401180551" sldId="2147480850"/>
            <ac:spMk id="9" creationId="{62D9D165-A7B7-E4A2-58DC-A2E551D49880}"/>
          </ac:spMkLst>
        </pc:spChg>
        <pc:spChg chg="mod">
          <ac:chgData name="Takeuchi, Koichiro" userId="b3848a05-443b-4434-8fa5-7398ca0c03c9" providerId="ADAL" clId="{AE71EA6D-8CAE-4CA8-A4AE-CBE82EA043E5}" dt="2024-09-25T11:21:22.593" v="6299" actId="1076"/>
          <ac:spMkLst>
            <pc:docMk/>
            <pc:sldMk cId="3401180551" sldId="2147480850"/>
            <ac:spMk id="10" creationId="{F9476834-AD86-6972-656C-322C6ABBD260}"/>
          </ac:spMkLst>
        </pc:spChg>
        <pc:spChg chg="mod">
          <ac:chgData name="Takeuchi, Koichiro" userId="b3848a05-443b-4434-8fa5-7398ca0c03c9" providerId="ADAL" clId="{AE71EA6D-8CAE-4CA8-A4AE-CBE82EA043E5}" dt="2024-09-25T11:21:22.593" v="6299" actId="1076"/>
          <ac:spMkLst>
            <pc:docMk/>
            <pc:sldMk cId="3401180551" sldId="2147480850"/>
            <ac:spMk id="11" creationId="{4F2B6096-143A-BD02-1488-210F74E086B3}"/>
          </ac:spMkLst>
        </pc:spChg>
        <pc:spChg chg="mod">
          <ac:chgData name="Takeuchi, Koichiro" userId="b3848a05-443b-4434-8fa5-7398ca0c03c9" providerId="ADAL" clId="{AE71EA6D-8CAE-4CA8-A4AE-CBE82EA043E5}" dt="2024-09-25T11:21:22.593" v="6299" actId="1076"/>
          <ac:spMkLst>
            <pc:docMk/>
            <pc:sldMk cId="3401180551" sldId="2147480850"/>
            <ac:spMk id="12" creationId="{9A40CB88-F445-DB7A-1DE7-5BABA1511238}"/>
          </ac:spMkLst>
        </pc:spChg>
        <pc:spChg chg="mod">
          <ac:chgData name="Takeuchi, Koichiro" userId="b3848a05-443b-4434-8fa5-7398ca0c03c9" providerId="ADAL" clId="{AE71EA6D-8CAE-4CA8-A4AE-CBE82EA043E5}" dt="2024-09-25T11:21:22.593" v="6299" actId="1076"/>
          <ac:spMkLst>
            <pc:docMk/>
            <pc:sldMk cId="3401180551" sldId="2147480850"/>
            <ac:spMk id="13" creationId="{75C35750-17C4-605D-AB1F-DCFF9E82F8CB}"/>
          </ac:spMkLst>
        </pc:spChg>
        <pc:spChg chg="add mod">
          <ac:chgData name="Takeuchi, Koichiro" userId="b3848a05-443b-4434-8fa5-7398ca0c03c9" providerId="ADAL" clId="{AE71EA6D-8CAE-4CA8-A4AE-CBE82EA043E5}" dt="2024-09-25T11:21:22.593" v="6299" actId="1076"/>
          <ac:spMkLst>
            <pc:docMk/>
            <pc:sldMk cId="3401180551" sldId="2147480850"/>
            <ac:spMk id="14" creationId="{1B16D3A4-8048-FCC6-10FE-A0F8D2C7D8E5}"/>
          </ac:spMkLst>
        </pc:spChg>
        <pc:spChg chg="mod">
          <ac:chgData name="Takeuchi, Koichiro" userId="b3848a05-443b-4434-8fa5-7398ca0c03c9" providerId="ADAL" clId="{AE71EA6D-8CAE-4CA8-A4AE-CBE82EA043E5}" dt="2024-09-25T11:21:22.593" v="6299" actId="1076"/>
          <ac:spMkLst>
            <pc:docMk/>
            <pc:sldMk cId="3401180551" sldId="2147480850"/>
            <ac:spMk id="16" creationId="{BBF224E6-4F7E-0CC5-A095-172494540299}"/>
          </ac:spMkLst>
        </pc:spChg>
        <pc:spChg chg="mod">
          <ac:chgData name="Takeuchi, Koichiro" userId="b3848a05-443b-4434-8fa5-7398ca0c03c9" providerId="ADAL" clId="{AE71EA6D-8CAE-4CA8-A4AE-CBE82EA043E5}" dt="2024-09-25T11:21:22.593" v="6299" actId="1076"/>
          <ac:spMkLst>
            <pc:docMk/>
            <pc:sldMk cId="3401180551" sldId="2147480850"/>
            <ac:spMk id="17" creationId="{15CCEB5F-573E-879B-A1C0-9358AE7ED84F}"/>
          </ac:spMkLst>
        </pc:spChg>
        <pc:spChg chg="mod">
          <ac:chgData name="Takeuchi, Koichiro" userId="b3848a05-443b-4434-8fa5-7398ca0c03c9" providerId="ADAL" clId="{AE71EA6D-8CAE-4CA8-A4AE-CBE82EA043E5}" dt="2024-09-25T11:21:22.593" v="6299" actId="1076"/>
          <ac:spMkLst>
            <pc:docMk/>
            <pc:sldMk cId="3401180551" sldId="2147480850"/>
            <ac:spMk id="18" creationId="{ACD76C05-5A28-4456-3174-184406806963}"/>
          </ac:spMkLst>
        </pc:spChg>
        <pc:spChg chg="mod">
          <ac:chgData name="Takeuchi, Koichiro" userId="b3848a05-443b-4434-8fa5-7398ca0c03c9" providerId="ADAL" clId="{AE71EA6D-8CAE-4CA8-A4AE-CBE82EA043E5}" dt="2024-09-25T11:21:22.593" v="6299" actId="1076"/>
          <ac:spMkLst>
            <pc:docMk/>
            <pc:sldMk cId="3401180551" sldId="2147480850"/>
            <ac:spMk id="19" creationId="{77523E7A-78BB-2046-FF8F-FAA2B96ABFB6}"/>
          </ac:spMkLst>
        </pc:spChg>
        <pc:spChg chg="mod">
          <ac:chgData name="Takeuchi, Koichiro" userId="b3848a05-443b-4434-8fa5-7398ca0c03c9" providerId="ADAL" clId="{AE71EA6D-8CAE-4CA8-A4AE-CBE82EA043E5}" dt="2024-09-25T11:21:22.593" v="6299" actId="1076"/>
          <ac:spMkLst>
            <pc:docMk/>
            <pc:sldMk cId="3401180551" sldId="2147480850"/>
            <ac:spMk id="20" creationId="{883E186C-B87B-1ABF-028F-5102BDEE229D}"/>
          </ac:spMkLst>
        </pc:spChg>
        <pc:spChg chg="mod">
          <ac:chgData name="Takeuchi, Koichiro" userId="b3848a05-443b-4434-8fa5-7398ca0c03c9" providerId="ADAL" clId="{AE71EA6D-8CAE-4CA8-A4AE-CBE82EA043E5}" dt="2024-09-25T11:21:22.593" v="6299" actId="1076"/>
          <ac:spMkLst>
            <pc:docMk/>
            <pc:sldMk cId="3401180551" sldId="2147480850"/>
            <ac:spMk id="21" creationId="{978E87E8-C55A-FB41-B64C-240920692431}"/>
          </ac:spMkLst>
        </pc:spChg>
        <pc:spChg chg="mod">
          <ac:chgData name="Takeuchi, Koichiro" userId="b3848a05-443b-4434-8fa5-7398ca0c03c9" providerId="ADAL" clId="{AE71EA6D-8CAE-4CA8-A4AE-CBE82EA043E5}" dt="2024-09-25T11:21:22.593" v="6299" actId="1076"/>
          <ac:spMkLst>
            <pc:docMk/>
            <pc:sldMk cId="3401180551" sldId="2147480850"/>
            <ac:spMk id="22" creationId="{E8527FA8-17D1-2AC0-EF09-675A0760106F}"/>
          </ac:spMkLst>
        </pc:spChg>
        <pc:spChg chg="mod">
          <ac:chgData name="Takeuchi, Koichiro" userId="b3848a05-443b-4434-8fa5-7398ca0c03c9" providerId="ADAL" clId="{AE71EA6D-8CAE-4CA8-A4AE-CBE82EA043E5}" dt="2024-09-25T11:21:22.593" v="6299" actId="1076"/>
          <ac:spMkLst>
            <pc:docMk/>
            <pc:sldMk cId="3401180551" sldId="2147480850"/>
            <ac:spMk id="23" creationId="{F3A3F02A-E129-C0CB-300B-E9B796463CAA}"/>
          </ac:spMkLst>
        </pc:spChg>
        <pc:spChg chg="mod">
          <ac:chgData name="Takeuchi, Koichiro" userId="b3848a05-443b-4434-8fa5-7398ca0c03c9" providerId="ADAL" clId="{AE71EA6D-8CAE-4CA8-A4AE-CBE82EA043E5}" dt="2024-09-25T11:21:22.593" v="6299" actId="1076"/>
          <ac:spMkLst>
            <pc:docMk/>
            <pc:sldMk cId="3401180551" sldId="2147480850"/>
            <ac:spMk id="24" creationId="{BF76FE0F-8781-9A24-77A4-F7C55D57478E}"/>
          </ac:spMkLst>
        </pc:spChg>
        <pc:spChg chg="mod">
          <ac:chgData name="Takeuchi, Koichiro" userId="b3848a05-443b-4434-8fa5-7398ca0c03c9" providerId="ADAL" clId="{AE71EA6D-8CAE-4CA8-A4AE-CBE82EA043E5}" dt="2024-09-25T11:21:22.593" v="6299" actId="1076"/>
          <ac:spMkLst>
            <pc:docMk/>
            <pc:sldMk cId="3401180551" sldId="2147480850"/>
            <ac:spMk id="25" creationId="{474341A8-1A25-57F5-0140-C1A862A8D15A}"/>
          </ac:spMkLst>
        </pc:spChg>
        <pc:spChg chg="mod">
          <ac:chgData name="Takeuchi, Koichiro" userId="b3848a05-443b-4434-8fa5-7398ca0c03c9" providerId="ADAL" clId="{AE71EA6D-8CAE-4CA8-A4AE-CBE82EA043E5}" dt="2024-09-25T11:21:22.593" v="6299" actId="1076"/>
          <ac:spMkLst>
            <pc:docMk/>
            <pc:sldMk cId="3401180551" sldId="2147480850"/>
            <ac:spMk id="26" creationId="{AAD239D0-4432-132B-7466-22B2D745D764}"/>
          </ac:spMkLst>
        </pc:spChg>
        <pc:spChg chg="mod">
          <ac:chgData name="Takeuchi, Koichiro" userId="b3848a05-443b-4434-8fa5-7398ca0c03c9" providerId="ADAL" clId="{AE71EA6D-8CAE-4CA8-A4AE-CBE82EA043E5}" dt="2024-09-25T11:21:22.593" v="6299" actId="1076"/>
          <ac:spMkLst>
            <pc:docMk/>
            <pc:sldMk cId="3401180551" sldId="2147480850"/>
            <ac:spMk id="27" creationId="{92592F75-30EB-6CF8-2632-3C084547091F}"/>
          </ac:spMkLst>
        </pc:spChg>
        <pc:spChg chg="add mod">
          <ac:chgData name="Takeuchi, Koichiro" userId="b3848a05-443b-4434-8fa5-7398ca0c03c9" providerId="ADAL" clId="{AE71EA6D-8CAE-4CA8-A4AE-CBE82EA043E5}" dt="2024-09-25T11:21:22.593" v="6299" actId="1076"/>
          <ac:spMkLst>
            <pc:docMk/>
            <pc:sldMk cId="3401180551" sldId="2147480850"/>
            <ac:spMk id="28" creationId="{505F4031-205C-8EFA-4102-9D73C5F793E4}"/>
          </ac:spMkLst>
        </pc:spChg>
        <pc:spChg chg="add mod">
          <ac:chgData name="Takeuchi, Koichiro" userId="b3848a05-443b-4434-8fa5-7398ca0c03c9" providerId="ADAL" clId="{AE71EA6D-8CAE-4CA8-A4AE-CBE82EA043E5}" dt="2024-09-25T11:21:22.593" v="6299" actId="1076"/>
          <ac:spMkLst>
            <pc:docMk/>
            <pc:sldMk cId="3401180551" sldId="2147480850"/>
            <ac:spMk id="29" creationId="{A748A8EB-87B6-8C46-112E-C7ED19C1DDD2}"/>
          </ac:spMkLst>
        </pc:spChg>
        <pc:spChg chg="add mod">
          <ac:chgData name="Takeuchi, Koichiro" userId="b3848a05-443b-4434-8fa5-7398ca0c03c9" providerId="ADAL" clId="{AE71EA6D-8CAE-4CA8-A4AE-CBE82EA043E5}" dt="2024-09-25T11:21:22.593" v="6299" actId="1076"/>
          <ac:spMkLst>
            <pc:docMk/>
            <pc:sldMk cId="3401180551" sldId="2147480850"/>
            <ac:spMk id="39" creationId="{D271E15F-9DA9-0AF9-6DBD-2B89BE93A74D}"/>
          </ac:spMkLst>
        </pc:spChg>
        <pc:spChg chg="add mod">
          <ac:chgData name="Takeuchi, Koichiro" userId="b3848a05-443b-4434-8fa5-7398ca0c03c9" providerId="ADAL" clId="{AE71EA6D-8CAE-4CA8-A4AE-CBE82EA043E5}" dt="2024-09-25T11:21:22.593" v="6299" actId="1076"/>
          <ac:spMkLst>
            <pc:docMk/>
            <pc:sldMk cId="3401180551" sldId="2147480850"/>
            <ac:spMk id="40" creationId="{6B480E5C-B6F1-7070-872B-7E44BC8558CD}"/>
          </ac:spMkLst>
        </pc:spChg>
        <pc:spChg chg="add mod">
          <ac:chgData name="Takeuchi, Koichiro" userId="b3848a05-443b-4434-8fa5-7398ca0c03c9" providerId="ADAL" clId="{AE71EA6D-8CAE-4CA8-A4AE-CBE82EA043E5}" dt="2024-09-25T11:21:22.593" v="6299" actId="1076"/>
          <ac:spMkLst>
            <pc:docMk/>
            <pc:sldMk cId="3401180551" sldId="2147480850"/>
            <ac:spMk id="41" creationId="{D28131A0-047A-05B1-8D5E-65018C7FEF77}"/>
          </ac:spMkLst>
        </pc:spChg>
        <pc:spChg chg="add mod">
          <ac:chgData name="Takeuchi, Koichiro" userId="b3848a05-443b-4434-8fa5-7398ca0c03c9" providerId="ADAL" clId="{AE71EA6D-8CAE-4CA8-A4AE-CBE82EA043E5}" dt="2024-09-25T11:21:22.593" v="6299" actId="1076"/>
          <ac:spMkLst>
            <pc:docMk/>
            <pc:sldMk cId="3401180551" sldId="2147480850"/>
            <ac:spMk id="42" creationId="{E9D67230-30D7-8F0F-1BD0-A6BA820A7D1B}"/>
          </ac:spMkLst>
        </pc:spChg>
        <pc:spChg chg="add mod">
          <ac:chgData name="Takeuchi, Koichiro" userId="b3848a05-443b-4434-8fa5-7398ca0c03c9" providerId="ADAL" clId="{AE71EA6D-8CAE-4CA8-A4AE-CBE82EA043E5}" dt="2024-09-25T11:21:22.593" v="6299" actId="1076"/>
          <ac:spMkLst>
            <pc:docMk/>
            <pc:sldMk cId="3401180551" sldId="2147480850"/>
            <ac:spMk id="43" creationId="{4799A0D8-0238-85E7-EEAF-651EB881A813}"/>
          </ac:spMkLst>
        </pc:spChg>
        <pc:spChg chg="add mod">
          <ac:chgData name="Takeuchi, Koichiro" userId="b3848a05-443b-4434-8fa5-7398ca0c03c9" providerId="ADAL" clId="{AE71EA6D-8CAE-4CA8-A4AE-CBE82EA043E5}" dt="2024-09-25T11:21:22.593" v="6299" actId="1076"/>
          <ac:spMkLst>
            <pc:docMk/>
            <pc:sldMk cId="3401180551" sldId="2147480850"/>
            <ac:spMk id="44" creationId="{C02C02B9-BA8C-84EF-7647-0473130E509F}"/>
          </ac:spMkLst>
        </pc:spChg>
        <pc:spChg chg="add mod">
          <ac:chgData name="Takeuchi, Koichiro" userId="b3848a05-443b-4434-8fa5-7398ca0c03c9" providerId="ADAL" clId="{AE71EA6D-8CAE-4CA8-A4AE-CBE82EA043E5}" dt="2024-09-25T11:21:22.593" v="6299" actId="1076"/>
          <ac:spMkLst>
            <pc:docMk/>
            <pc:sldMk cId="3401180551" sldId="2147480850"/>
            <ac:spMk id="45" creationId="{E91FA006-37C9-2760-094F-E613E764056A}"/>
          </ac:spMkLst>
        </pc:spChg>
        <pc:spChg chg="add mod">
          <ac:chgData name="Takeuchi, Koichiro" userId="b3848a05-443b-4434-8fa5-7398ca0c03c9" providerId="ADAL" clId="{AE71EA6D-8CAE-4CA8-A4AE-CBE82EA043E5}" dt="2024-09-25T11:21:22.593" v="6299" actId="1076"/>
          <ac:spMkLst>
            <pc:docMk/>
            <pc:sldMk cId="3401180551" sldId="2147480850"/>
            <ac:spMk id="46" creationId="{F9239200-0334-8AF6-B770-474F65C7AB8C}"/>
          </ac:spMkLst>
        </pc:spChg>
        <pc:spChg chg="add mod">
          <ac:chgData name="Takeuchi, Koichiro" userId="b3848a05-443b-4434-8fa5-7398ca0c03c9" providerId="ADAL" clId="{AE71EA6D-8CAE-4CA8-A4AE-CBE82EA043E5}" dt="2024-09-25T11:21:22.593" v="6299" actId="1076"/>
          <ac:spMkLst>
            <pc:docMk/>
            <pc:sldMk cId="3401180551" sldId="2147480850"/>
            <ac:spMk id="47" creationId="{561DD742-1C58-6E9B-B8EC-B3B9BC0A4EA5}"/>
          </ac:spMkLst>
        </pc:spChg>
        <pc:spChg chg="add del mod">
          <ac:chgData name="Takeuchi, Koichiro" userId="b3848a05-443b-4434-8fa5-7398ca0c03c9" providerId="ADAL" clId="{AE71EA6D-8CAE-4CA8-A4AE-CBE82EA043E5}" dt="2024-09-25T11:21:33.500" v="6300" actId="478"/>
          <ac:spMkLst>
            <pc:docMk/>
            <pc:sldMk cId="3401180551" sldId="2147480850"/>
            <ac:spMk id="48" creationId="{3F948C03-4090-5A58-B73A-1E265ABD250F}"/>
          </ac:spMkLst>
        </pc:spChg>
        <pc:spChg chg="add del mod">
          <ac:chgData name="Takeuchi, Koichiro" userId="b3848a05-443b-4434-8fa5-7398ca0c03c9" providerId="ADAL" clId="{AE71EA6D-8CAE-4CA8-A4AE-CBE82EA043E5}" dt="2024-09-25T11:21:33.500" v="6300" actId="478"/>
          <ac:spMkLst>
            <pc:docMk/>
            <pc:sldMk cId="3401180551" sldId="2147480850"/>
            <ac:spMk id="49" creationId="{9F527AB2-D50F-7B71-D293-F6DCBF1B12C8}"/>
          </ac:spMkLst>
        </pc:spChg>
        <pc:grpChg chg="add mod">
          <ac:chgData name="Takeuchi, Koichiro" userId="b3848a05-443b-4434-8fa5-7398ca0c03c9" providerId="ADAL" clId="{AE71EA6D-8CAE-4CA8-A4AE-CBE82EA043E5}" dt="2024-09-25T11:21:22.593" v="6299" actId="1076"/>
          <ac:grpSpMkLst>
            <pc:docMk/>
            <pc:sldMk cId="3401180551" sldId="2147480850"/>
            <ac:grpSpMk id="8" creationId="{8C290843-8BCD-4DEC-060A-D3B1B6282C7B}"/>
          </ac:grpSpMkLst>
        </pc:grpChg>
        <pc:grpChg chg="add mod">
          <ac:chgData name="Takeuchi, Koichiro" userId="b3848a05-443b-4434-8fa5-7398ca0c03c9" providerId="ADAL" clId="{AE71EA6D-8CAE-4CA8-A4AE-CBE82EA043E5}" dt="2024-09-25T11:21:22.593" v="6299" actId="1076"/>
          <ac:grpSpMkLst>
            <pc:docMk/>
            <pc:sldMk cId="3401180551" sldId="2147480850"/>
            <ac:grpSpMk id="15" creationId="{775F07EC-6B09-F9EC-77A5-F80AD934F101}"/>
          </ac:grpSpMkLst>
        </pc:grpChg>
        <pc:picChg chg="add mod">
          <ac:chgData name="Takeuchi, Koichiro" userId="b3848a05-443b-4434-8fa5-7398ca0c03c9" providerId="ADAL" clId="{AE71EA6D-8CAE-4CA8-A4AE-CBE82EA043E5}" dt="2024-09-25T11:21:22.593" v="6299" actId="1076"/>
          <ac:picMkLst>
            <pc:docMk/>
            <pc:sldMk cId="3401180551" sldId="2147480850"/>
            <ac:picMk id="30" creationId="{49E3A6D8-C633-D770-58DE-31C657070753}"/>
          </ac:picMkLst>
        </pc:picChg>
        <pc:picChg chg="add mod">
          <ac:chgData name="Takeuchi, Koichiro" userId="b3848a05-443b-4434-8fa5-7398ca0c03c9" providerId="ADAL" clId="{AE71EA6D-8CAE-4CA8-A4AE-CBE82EA043E5}" dt="2024-09-25T11:21:22.593" v="6299" actId="1076"/>
          <ac:picMkLst>
            <pc:docMk/>
            <pc:sldMk cId="3401180551" sldId="2147480850"/>
            <ac:picMk id="31" creationId="{1592694B-3C12-D976-D297-C33ECA617AAC}"/>
          </ac:picMkLst>
        </pc:picChg>
        <pc:picChg chg="add mod">
          <ac:chgData name="Takeuchi, Koichiro" userId="b3848a05-443b-4434-8fa5-7398ca0c03c9" providerId="ADAL" clId="{AE71EA6D-8CAE-4CA8-A4AE-CBE82EA043E5}" dt="2024-09-25T11:21:22.593" v="6299" actId="1076"/>
          <ac:picMkLst>
            <pc:docMk/>
            <pc:sldMk cId="3401180551" sldId="2147480850"/>
            <ac:picMk id="32" creationId="{2F292F22-927F-8D07-795C-88C73E055434}"/>
          </ac:picMkLst>
        </pc:picChg>
        <pc:picChg chg="add mod">
          <ac:chgData name="Takeuchi, Koichiro" userId="b3848a05-443b-4434-8fa5-7398ca0c03c9" providerId="ADAL" clId="{AE71EA6D-8CAE-4CA8-A4AE-CBE82EA043E5}" dt="2024-09-25T11:21:22.593" v="6299" actId="1076"/>
          <ac:picMkLst>
            <pc:docMk/>
            <pc:sldMk cId="3401180551" sldId="2147480850"/>
            <ac:picMk id="33" creationId="{03B79EBE-344A-28D5-E049-1213611797C1}"/>
          </ac:picMkLst>
        </pc:picChg>
        <pc:picChg chg="add mod">
          <ac:chgData name="Takeuchi, Koichiro" userId="b3848a05-443b-4434-8fa5-7398ca0c03c9" providerId="ADAL" clId="{AE71EA6D-8CAE-4CA8-A4AE-CBE82EA043E5}" dt="2024-09-25T11:21:22.593" v="6299" actId="1076"/>
          <ac:picMkLst>
            <pc:docMk/>
            <pc:sldMk cId="3401180551" sldId="2147480850"/>
            <ac:picMk id="34" creationId="{B5C58146-400B-27D5-BD33-CF20F5BF6495}"/>
          </ac:picMkLst>
        </pc:picChg>
        <pc:picChg chg="add mod">
          <ac:chgData name="Takeuchi, Koichiro" userId="b3848a05-443b-4434-8fa5-7398ca0c03c9" providerId="ADAL" clId="{AE71EA6D-8CAE-4CA8-A4AE-CBE82EA043E5}" dt="2024-09-25T11:21:22.593" v="6299" actId="1076"/>
          <ac:picMkLst>
            <pc:docMk/>
            <pc:sldMk cId="3401180551" sldId="2147480850"/>
            <ac:picMk id="35" creationId="{E15F8735-985A-DDAF-BD0A-EDE17C6F30D3}"/>
          </ac:picMkLst>
        </pc:picChg>
        <pc:picChg chg="add mod">
          <ac:chgData name="Takeuchi, Koichiro" userId="b3848a05-443b-4434-8fa5-7398ca0c03c9" providerId="ADAL" clId="{AE71EA6D-8CAE-4CA8-A4AE-CBE82EA043E5}" dt="2024-09-25T11:21:22.593" v="6299" actId="1076"/>
          <ac:picMkLst>
            <pc:docMk/>
            <pc:sldMk cId="3401180551" sldId="2147480850"/>
            <ac:picMk id="36" creationId="{6C886188-423B-61A9-DA72-1EB25F9FD159}"/>
          </ac:picMkLst>
        </pc:picChg>
        <pc:picChg chg="add mod">
          <ac:chgData name="Takeuchi, Koichiro" userId="b3848a05-443b-4434-8fa5-7398ca0c03c9" providerId="ADAL" clId="{AE71EA6D-8CAE-4CA8-A4AE-CBE82EA043E5}" dt="2024-09-25T11:21:22.593" v="6299" actId="1076"/>
          <ac:picMkLst>
            <pc:docMk/>
            <pc:sldMk cId="3401180551" sldId="2147480850"/>
            <ac:picMk id="37" creationId="{C31723B8-4E56-F792-069D-43E1FA484768}"/>
          </ac:picMkLst>
        </pc:picChg>
        <pc:picChg chg="add mod">
          <ac:chgData name="Takeuchi, Koichiro" userId="b3848a05-443b-4434-8fa5-7398ca0c03c9" providerId="ADAL" clId="{AE71EA6D-8CAE-4CA8-A4AE-CBE82EA043E5}" dt="2024-09-25T11:21:22.593" v="6299" actId="1076"/>
          <ac:picMkLst>
            <pc:docMk/>
            <pc:sldMk cId="3401180551" sldId="2147480850"/>
            <ac:picMk id="38" creationId="{CF2ADED1-0628-ED5C-4F20-52AFAFCEC0D5}"/>
          </ac:picMkLst>
        </pc:picChg>
      </pc:sldChg>
      <pc:sldChg chg="addSp delSp modSp add mod">
        <pc:chgData name="Takeuchi, Koichiro" userId="b3848a05-443b-4434-8fa5-7398ca0c03c9" providerId="ADAL" clId="{AE71EA6D-8CAE-4CA8-A4AE-CBE82EA043E5}" dt="2024-09-25T11:53:01.450" v="7725" actId="20577"/>
        <pc:sldMkLst>
          <pc:docMk/>
          <pc:sldMk cId="4035365044" sldId="2147480851"/>
        </pc:sldMkLst>
        <pc:spChg chg="mod">
          <ac:chgData name="Takeuchi, Koichiro" userId="b3848a05-443b-4434-8fa5-7398ca0c03c9" providerId="ADAL" clId="{AE71EA6D-8CAE-4CA8-A4AE-CBE82EA043E5}" dt="2024-09-25T11:53:01.450" v="7725" actId="20577"/>
          <ac:spMkLst>
            <pc:docMk/>
            <pc:sldMk cId="4035365044" sldId="2147480851"/>
            <ac:spMk id="2" creationId="{2E73C4BD-07DA-E92F-E6E6-03E77D0C292E}"/>
          </ac:spMkLst>
        </pc:spChg>
        <pc:spChg chg="del">
          <ac:chgData name="Takeuchi, Koichiro" userId="b3848a05-443b-4434-8fa5-7398ca0c03c9" providerId="ADAL" clId="{AE71EA6D-8CAE-4CA8-A4AE-CBE82EA043E5}" dt="2024-09-25T11:22:18.873" v="6347" actId="478"/>
          <ac:spMkLst>
            <pc:docMk/>
            <pc:sldMk cId="4035365044" sldId="2147480851"/>
            <ac:spMk id="3" creationId="{A63CCEC0-4EC9-A937-1737-25F942C96D84}"/>
          </ac:spMkLst>
        </pc:spChg>
        <pc:spChg chg="del">
          <ac:chgData name="Takeuchi, Koichiro" userId="b3848a05-443b-4434-8fa5-7398ca0c03c9" providerId="ADAL" clId="{AE71EA6D-8CAE-4CA8-A4AE-CBE82EA043E5}" dt="2024-09-25T11:22:23.448" v="6349" actId="478"/>
          <ac:spMkLst>
            <pc:docMk/>
            <pc:sldMk cId="4035365044" sldId="2147480851"/>
            <ac:spMk id="7" creationId="{04D41AFC-C715-1823-BF6E-ECDEFE0F537A}"/>
          </ac:spMkLst>
        </pc:spChg>
        <pc:spChg chg="del">
          <ac:chgData name="Takeuchi, Koichiro" userId="b3848a05-443b-4434-8fa5-7398ca0c03c9" providerId="ADAL" clId="{AE71EA6D-8CAE-4CA8-A4AE-CBE82EA043E5}" dt="2024-09-25T11:22:23.448" v="6349" actId="478"/>
          <ac:spMkLst>
            <pc:docMk/>
            <pc:sldMk cId="4035365044" sldId="2147480851"/>
            <ac:spMk id="14" creationId="{1B16D3A4-8048-FCC6-10FE-A0F8D2C7D8E5}"/>
          </ac:spMkLst>
        </pc:spChg>
        <pc:spChg chg="del">
          <ac:chgData name="Takeuchi, Koichiro" userId="b3848a05-443b-4434-8fa5-7398ca0c03c9" providerId="ADAL" clId="{AE71EA6D-8CAE-4CA8-A4AE-CBE82EA043E5}" dt="2024-09-25T11:22:23.448" v="6349" actId="478"/>
          <ac:spMkLst>
            <pc:docMk/>
            <pc:sldMk cId="4035365044" sldId="2147480851"/>
            <ac:spMk id="28" creationId="{505F4031-205C-8EFA-4102-9D73C5F793E4}"/>
          </ac:spMkLst>
        </pc:spChg>
        <pc:spChg chg="del">
          <ac:chgData name="Takeuchi, Koichiro" userId="b3848a05-443b-4434-8fa5-7398ca0c03c9" providerId="ADAL" clId="{AE71EA6D-8CAE-4CA8-A4AE-CBE82EA043E5}" dt="2024-09-25T11:22:23.448" v="6349" actId="478"/>
          <ac:spMkLst>
            <pc:docMk/>
            <pc:sldMk cId="4035365044" sldId="2147480851"/>
            <ac:spMk id="29" creationId="{A748A8EB-87B6-8C46-112E-C7ED19C1DDD2}"/>
          </ac:spMkLst>
        </pc:spChg>
        <pc:spChg chg="del">
          <ac:chgData name="Takeuchi, Koichiro" userId="b3848a05-443b-4434-8fa5-7398ca0c03c9" providerId="ADAL" clId="{AE71EA6D-8CAE-4CA8-A4AE-CBE82EA043E5}" dt="2024-09-25T11:22:23.448" v="6349" actId="478"/>
          <ac:spMkLst>
            <pc:docMk/>
            <pc:sldMk cId="4035365044" sldId="2147480851"/>
            <ac:spMk id="39" creationId="{D271E15F-9DA9-0AF9-6DBD-2B89BE93A74D}"/>
          </ac:spMkLst>
        </pc:spChg>
        <pc:spChg chg="del">
          <ac:chgData name="Takeuchi, Koichiro" userId="b3848a05-443b-4434-8fa5-7398ca0c03c9" providerId="ADAL" clId="{AE71EA6D-8CAE-4CA8-A4AE-CBE82EA043E5}" dt="2024-09-25T11:22:23.448" v="6349" actId="478"/>
          <ac:spMkLst>
            <pc:docMk/>
            <pc:sldMk cId="4035365044" sldId="2147480851"/>
            <ac:spMk id="40" creationId="{6B480E5C-B6F1-7070-872B-7E44BC8558CD}"/>
          </ac:spMkLst>
        </pc:spChg>
        <pc:spChg chg="del">
          <ac:chgData name="Takeuchi, Koichiro" userId="b3848a05-443b-4434-8fa5-7398ca0c03c9" providerId="ADAL" clId="{AE71EA6D-8CAE-4CA8-A4AE-CBE82EA043E5}" dt="2024-09-25T11:22:23.448" v="6349" actId="478"/>
          <ac:spMkLst>
            <pc:docMk/>
            <pc:sldMk cId="4035365044" sldId="2147480851"/>
            <ac:spMk id="41" creationId="{D28131A0-047A-05B1-8D5E-65018C7FEF77}"/>
          </ac:spMkLst>
        </pc:spChg>
        <pc:spChg chg="del">
          <ac:chgData name="Takeuchi, Koichiro" userId="b3848a05-443b-4434-8fa5-7398ca0c03c9" providerId="ADAL" clId="{AE71EA6D-8CAE-4CA8-A4AE-CBE82EA043E5}" dt="2024-09-25T11:22:23.448" v="6349" actId="478"/>
          <ac:spMkLst>
            <pc:docMk/>
            <pc:sldMk cId="4035365044" sldId="2147480851"/>
            <ac:spMk id="42" creationId="{E9D67230-30D7-8F0F-1BD0-A6BA820A7D1B}"/>
          </ac:spMkLst>
        </pc:spChg>
        <pc:spChg chg="del">
          <ac:chgData name="Takeuchi, Koichiro" userId="b3848a05-443b-4434-8fa5-7398ca0c03c9" providerId="ADAL" clId="{AE71EA6D-8CAE-4CA8-A4AE-CBE82EA043E5}" dt="2024-09-25T11:22:23.448" v="6349" actId="478"/>
          <ac:spMkLst>
            <pc:docMk/>
            <pc:sldMk cId="4035365044" sldId="2147480851"/>
            <ac:spMk id="43" creationId="{4799A0D8-0238-85E7-EEAF-651EB881A813}"/>
          </ac:spMkLst>
        </pc:spChg>
        <pc:spChg chg="del">
          <ac:chgData name="Takeuchi, Koichiro" userId="b3848a05-443b-4434-8fa5-7398ca0c03c9" providerId="ADAL" clId="{AE71EA6D-8CAE-4CA8-A4AE-CBE82EA043E5}" dt="2024-09-25T11:22:23.448" v="6349" actId="478"/>
          <ac:spMkLst>
            <pc:docMk/>
            <pc:sldMk cId="4035365044" sldId="2147480851"/>
            <ac:spMk id="44" creationId="{C02C02B9-BA8C-84EF-7647-0473130E509F}"/>
          </ac:spMkLst>
        </pc:spChg>
        <pc:spChg chg="del">
          <ac:chgData name="Takeuchi, Koichiro" userId="b3848a05-443b-4434-8fa5-7398ca0c03c9" providerId="ADAL" clId="{AE71EA6D-8CAE-4CA8-A4AE-CBE82EA043E5}" dt="2024-09-25T11:22:23.448" v="6349" actId="478"/>
          <ac:spMkLst>
            <pc:docMk/>
            <pc:sldMk cId="4035365044" sldId="2147480851"/>
            <ac:spMk id="45" creationId="{E91FA006-37C9-2760-094F-E613E764056A}"/>
          </ac:spMkLst>
        </pc:spChg>
        <pc:spChg chg="del">
          <ac:chgData name="Takeuchi, Koichiro" userId="b3848a05-443b-4434-8fa5-7398ca0c03c9" providerId="ADAL" clId="{AE71EA6D-8CAE-4CA8-A4AE-CBE82EA043E5}" dt="2024-09-25T11:22:23.448" v="6349" actId="478"/>
          <ac:spMkLst>
            <pc:docMk/>
            <pc:sldMk cId="4035365044" sldId="2147480851"/>
            <ac:spMk id="46" creationId="{F9239200-0334-8AF6-B770-474F65C7AB8C}"/>
          </ac:spMkLst>
        </pc:spChg>
        <pc:spChg chg="del">
          <ac:chgData name="Takeuchi, Koichiro" userId="b3848a05-443b-4434-8fa5-7398ca0c03c9" providerId="ADAL" clId="{AE71EA6D-8CAE-4CA8-A4AE-CBE82EA043E5}" dt="2024-09-25T11:22:23.448" v="6349" actId="478"/>
          <ac:spMkLst>
            <pc:docMk/>
            <pc:sldMk cId="4035365044" sldId="2147480851"/>
            <ac:spMk id="47" creationId="{561DD742-1C58-6E9B-B8EC-B3B9BC0A4EA5}"/>
          </ac:spMkLst>
        </pc:spChg>
        <pc:spChg chg="add del mod">
          <ac:chgData name="Takeuchi, Koichiro" userId="b3848a05-443b-4434-8fa5-7398ca0c03c9" providerId="ADAL" clId="{AE71EA6D-8CAE-4CA8-A4AE-CBE82EA043E5}" dt="2024-09-25T11:22:20.361" v="6348" actId="478"/>
          <ac:spMkLst>
            <pc:docMk/>
            <pc:sldMk cId="4035365044" sldId="2147480851"/>
            <ac:spMk id="49" creationId="{5D7CFE7F-AE65-0BCF-EEA5-C34459655080}"/>
          </ac:spMkLst>
        </pc:spChg>
        <pc:spChg chg="mod">
          <ac:chgData name="Takeuchi, Koichiro" userId="b3848a05-443b-4434-8fa5-7398ca0c03c9" providerId="ADAL" clId="{AE71EA6D-8CAE-4CA8-A4AE-CBE82EA043E5}" dt="2024-09-25T11:22:51.367" v="6405"/>
          <ac:spMkLst>
            <pc:docMk/>
            <pc:sldMk cId="4035365044" sldId="2147480851"/>
            <ac:spMk id="52" creationId="{7D98783F-EEE3-8908-83B3-2946D4405EE6}"/>
          </ac:spMkLst>
        </pc:spChg>
        <pc:spChg chg="mod">
          <ac:chgData name="Takeuchi, Koichiro" userId="b3848a05-443b-4434-8fa5-7398ca0c03c9" providerId="ADAL" clId="{AE71EA6D-8CAE-4CA8-A4AE-CBE82EA043E5}" dt="2024-09-25T11:22:51.367" v="6405"/>
          <ac:spMkLst>
            <pc:docMk/>
            <pc:sldMk cId="4035365044" sldId="2147480851"/>
            <ac:spMk id="53" creationId="{F7F405D1-A587-D33C-4CB0-65E66B0E415E}"/>
          </ac:spMkLst>
        </pc:spChg>
        <pc:spChg chg="add mod">
          <ac:chgData name="Takeuchi, Koichiro" userId="b3848a05-443b-4434-8fa5-7398ca0c03c9" providerId="ADAL" clId="{AE71EA6D-8CAE-4CA8-A4AE-CBE82EA043E5}" dt="2024-09-25T11:23:00.267" v="6410" actId="1038"/>
          <ac:spMkLst>
            <pc:docMk/>
            <pc:sldMk cId="4035365044" sldId="2147480851"/>
            <ac:spMk id="54" creationId="{370539C7-7701-D921-8797-AA67C0E4906B}"/>
          </ac:spMkLst>
        </pc:spChg>
        <pc:spChg chg="add mod">
          <ac:chgData name="Takeuchi, Koichiro" userId="b3848a05-443b-4434-8fa5-7398ca0c03c9" providerId="ADAL" clId="{AE71EA6D-8CAE-4CA8-A4AE-CBE82EA043E5}" dt="2024-09-25T11:23:00.267" v="6410" actId="1038"/>
          <ac:spMkLst>
            <pc:docMk/>
            <pc:sldMk cId="4035365044" sldId="2147480851"/>
            <ac:spMk id="55" creationId="{93846630-C8A8-06FB-03BD-892C8A6E334B}"/>
          </ac:spMkLst>
        </pc:spChg>
        <pc:spChg chg="add mod">
          <ac:chgData name="Takeuchi, Koichiro" userId="b3848a05-443b-4434-8fa5-7398ca0c03c9" providerId="ADAL" clId="{AE71EA6D-8CAE-4CA8-A4AE-CBE82EA043E5}" dt="2024-09-25T11:23:00.267" v="6410" actId="1038"/>
          <ac:spMkLst>
            <pc:docMk/>
            <pc:sldMk cId="4035365044" sldId="2147480851"/>
            <ac:spMk id="56" creationId="{D9BF4AA1-427F-1D09-A7B3-85409BF2EFBF}"/>
          </ac:spMkLst>
        </pc:spChg>
        <pc:spChg chg="add mod">
          <ac:chgData name="Takeuchi, Koichiro" userId="b3848a05-443b-4434-8fa5-7398ca0c03c9" providerId="ADAL" clId="{AE71EA6D-8CAE-4CA8-A4AE-CBE82EA043E5}" dt="2024-09-25T11:23:00.267" v="6410" actId="1038"/>
          <ac:spMkLst>
            <pc:docMk/>
            <pc:sldMk cId="4035365044" sldId="2147480851"/>
            <ac:spMk id="57" creationId="{EC0FF5E8-1971-8151-3F26-8D0128FAB9A3}"/>
          </ac:spMkLst>
        </pc:spChg>
        <pc:spChg chg="add mod">
          <ac:chgData name="Takeuchi, Koichiro" userId="b3848a05-443b-4434-8fa5-7398ca0c03c9" providerId="ADAL" clId="{AE71EA6D-8CAE-4CA8-A4AE-CBE82EA043E5}" dt="2024-09-25T11:23:00.267" v="6410" actId="1038"/>
          <ac:spMkLst>
            <pc:docMk/>
            <pc:sldMk cId="4035365044" sldId="2147480851"/>
            <ac:spMk id="58" creationId="{66E8F1F8-6BF8-42B9-67A5-A4D45B562217}"/>
          </ac:spMkLst>
        </pc:spChg>
        <pc:spChg chg="add mod">
          <ac:chgData name="Takeuchi, Koichiro" userId="b3848a05-443b-4434-8fa5-7398ca0c03c9" providerId="ADAL" clId="{AE71EA6D-8CAE-4CA8-A4AE-CBE82EA043E5}" dt="2024-09-25T11:23:00.267" v="6410" actId="1038"/>
          <ac:spMkLst>
            <pc:docMk/>
            <pc:sldMk cId="4035365044" sldId="2147480851"/>
            <ac:spMk id="59" creationId="{C4FC4CD3-41FC-3FB5-60A5-0403D7F16EDB}"/>
          </ac:spMkLst>
        </pc:spChg>
        <pc:spChg chg="mod">
          <ac:chgData name="Takeuchi, Koichiro" userId="b3848a05-443b-4434-8fa5-7398ca0c03c9" providerId="ADAL" clId="{AE71EA6D-8CAE-4CA8-A4AE-CBE82EA043E5}" dt="2024-09-25T11:23:14.390" v="6411"/>
          <ac:spMkLst>
            <pc:docMk/>
            <pc:sldMk cId="4035365044" sldId="2147480851"/>
            <ac:spMk id="62" creationId="{CDDAAC56-FBD7-C8B2-8E21-B600221019EF}"/>
          </ac:spMkLst>
        </pc:spChg>
        <pc:spChg chg="mod">
          <ac:chgData name="Takeuchi, Koichiro" userId="b3848a05-443b-4434-8fa5-7398ca0c03c9" providerId="ADAL" clId="{AE71EA6D-8CAE-4CA8-A4AE-CBE82EA043E5}" dt="2024-09-25T11:23:14.390" v="6411"/>
          <ac:spMkLst>
            <pc:docMk/>
            <pc:sldMk cId="4035365044" sldId="2147480851"/>
            <ac:spMk id="63" creationId="{FF9F1C80-397A-287C-1148-F4DEF2DFA609}"/>
          </ac:spMkLst>
        </pc:spChg>
        <pc:spChg chg="add mod">
          <ac:chgData name="Takeuchi, Koichiro" userId="b3848a05-443b-4434-8fa5-7398ca0c03c9" providerId="ADAL" clId="{AE71EA6D-8CAE-4CA8-A4AE-CBE82EA043E5}" dt="2024-09-25T11:23:14.390" v="6411"/>
          <ac:spMkLst>
            <pc:docMk/>
            <pc:sldMk cId="4035365044" sldId="2147480851"/>
            <ac:spMk id="64" creationId="{0F2A31F0-87EC-5C51-5D1F-92C0F9B76A3B}"/>
          </ac:spMkLst>
        </pc:spChg>
        <pc:spChg chg="add mod">
          <ac:chgData name="Takeuchi, Koichiro" userId="b3848a05-443b-4434-8fa5-7398ca0c03c9" providerId="ADAL" clId="{AE71EA6D-8CAE-4CA8-A4AE-CBE82EA043E5}" dt="2024-09-25T11:23:14.390" v="6411"/>
          <ac:spMkLst>
            <pc:docMk/>
            <pc:sldMk cId="4035365044" sldId="2147480851"/>
            <ac:spMk id="65" creationId="{F2170454-718D-586A-AAB7-8EF43ECE12A6}"/>
          </ac:spMkLst>
        </pc:spChg>
        <pc:spChg chg="add mod">
          <ac:chgData name="Takeuchi, Koichiro" userId="b3848a05-443b-4434-8fa5-7398ca0c03c9" providerId="ADAL" clId="{AE71EA6D-8CAE-4CA8-A4AE-CBE82EA043E5}" dt="2024-09-25T11:23:14.390" v="6411"/>
          <ac:spMkLst>
            <pc:docMk/>
            <pc:sldMk cId="4035365044" sldId="2147480851"/>
            <ac:spMk id="66" creationId="{44FBFB3C-A9D9-0409-8F6F-43BF9EB43B74}"/>
          </ac:spMkLst>
        </pc:spChg>
        <pc:spChg chg="add mod">
          <ac:chgData name="Takeuchi, Koichiro" userId="b3848a05-443b-4434-8fa5-7398ca0c03c9" providerId="ADAL" clId="{AE71EA6D-8CAE-4CA8-A4AE-CBE82EA043E5}" dt="2024-09-25T11:23:14.390" v="6411"/>
          <ac:spMkLst>
            <pc:docMk/>
            <pc:sldMk cId="4035365044" sldId="2147480851"/>
            <ac:spMk id="67" creationId="{6A238C59-D28E-3A63-EC1E-A37718F3CFA0}"/>
          </ac:spMkLst>
        </pc:spChg>
        <pc:spChg chg="add mod">
          <ac:chgData name="Takeuchi, Koichiro" userId="b3848a05-443b-4434-8fa5-7398ca0c03c9" providerId="ADAL" clId="{AE71EA6D-8CAE-4CA8-A4AE-CBE82EA043E5}" dt="2024-09-25T11:23:14.390" v="6411"/>
          <ac:spMkLst>
            <pc:docMk/>
            <pc:sldMk cId="4035365044" sldId="2147480851"/>
            <ac:spMk id="68" creationId="{038D61DE-5CD0-6FC2-4D37-A00A500BDB8B}"/>
          </ac:spMkLst>
        </pc:spChg>
        <pc:spChg chg="add mod">
          <ac:chgData name="Takeuchi, Koichiro" userId="b3848a05-443b-4434-8fa5-7398ca0c03c9" providerId="ADAL" clId="{AE71EA6D-8CAE-4CA8-A4AE-CBE82EA043E5}" dt="2024-09-25T11:23:14.390" v="6411"/>
          <ac:spMkLst>
            <pc:docMk/>
            <pc:sldMk cId="4035365044" sldId="2147480851"/>
            <ac:spMk id="69" creationId="{5887412D-8539-34EB-7FAD-EF16F230D007}"/>
          </ac:spMkLst>
        </pc:spChg>
        <pc:grpChg chg="del">
          <ac:chgData name="Takeuchi, Koichiro" userId="b3848a05-443b-4434-8fa5-7398ca0c03c9" providerId="ADAL" clId="{AE71EA6D-8CAE-4CA8-A4AE-CBE82EA043E5}" dt="2024-09-25T11:22:23.448" v="6349" actId="478"/>
          <ac:grpSpMkLst>
            <pc:docMk/>
            <pc:sldMk cId="4035365044" sldId="2147480851"/>
            <ac:grpSpMk id="8" creationId="{8C290843-8BCD-4DEC-060A-D3B1B6282C7B}"/>
          </ac:grpSpMkLst>
        </pc:grpChg>
        <pc:grpChg chg="del">
          <ac:chgData name="Takeuchi, Koichiro" userId="b3848a05-443b-4434-8fa5-7398ca0c03c9" providerId="ADAL" clId="{AE71EA6D-8CAE-4CA8-A4AE-CBE82EA043E5}" dt="2024-09-25T11:22:23.448" v="6349" actId="478"/>
          <ac:grpSpMkLst>
            <pc:docMk/>
            <pc:sldMk cId="4035365044" sldId="2147480851"/>
            <ac:grpSpMk id="15" creationId="{775F07EC-6B09-F9EC-77A5-F80AD934F101}"/>
          </ac:grpSpMkLst>
        </pc:grpChg>
        <pc:grpChg chg="add mod">
          <ac:chgData name="Takeuchi, Koichiro" userId="b3848a05-443b-4434-8fa5-7398ca0c03c9" providerId="ADAL" clId="{AE71EA6D-8CAE-4CA8-A4AE-CBE82EA043E5}" dt="2024-09-25T11:23:00.267" v="6410" actId="1038"/>
          <ac:grpSpMkLst>
            <pc:docMk/>
            <pc:sldMk cId="4035365044" sldId="2147480851"/>
            <ac:grpSpMk id="51" creationId="{A7DD5E8C-0FFE-21DF-858B-78B65BB5D233}"/>
          </ac:grpSpMkLst>
        </pc:grpChg>
        <pc:grpChg chg="add mod">
          <ac:chgData name="Takeuchi, Koichiro" userId="b3848a05-443b-4434-8fa5-7398ca0c03c9" providerId="ADAL" clId="{AE71EA6D-8CAE-4CA8-A4AE-CBE82EA043E5}" dt="2024-09-25T11:23:14.390" v="6411"/>
          <ac:grpSpMkLst>
            <pc:docMk/>
            <pc:sldMk cId="4035365044" sldId="2147480851"/>
            <ac:grpSpMk id="61" creationId="{B7C3DF1A-EA99-7030-0620-9B804B6DC4F8}"/>
          </ac:grpSpMkLst>
        </pc:grpChg>
        <pc:picChg chg="del">
          <ac:chgData name="Takeuchi, Koichiro" userId="b3848a05-443b-4434-8fa5-7398ca0c03c9" providerId="ADAL" clId="{AE71EA6D-8CAE-4CA8-A4AE-CBE82EA043E5}" dt="2024-09-25T11:22:23.448" v="6349" actId="478"/>
          <ac:picMkLst>
            <pc:docMk/>
            <pc:sldMk cId="4035365044" sldId="2147480851"/>
            <ac:picMk id="30" creationId="{49E3A6D8-C633-D770-58DE-31C657070753}"/>
          </ac:picMkLst>
        </pc:picChg>
        <pc:picChg chg="del">
          <ac:chgData name="Takeuchi, Koichiro" userId="b3848a05-443b-4434-8fa5-7398ca0c03c9" providerId="ADAL" clId="{AE71EA6D-8CAE-4CA8-A4AE-CBE82EA043E5}" dt="2024-09-25T11:22:23.448" v="6349" actId="478"/>
          <ac:picMkLst>
            <pc:docMk/>
            <pc:sldMk cId="4035365044" sldId="2147480851"/>
            <ac:picMk id="31" creationId="{1592694B-3C12-D976-D297-C33ECA617AAC}"/>
          </ac:picMkLst>
        </pc:picChg>
        <pc:picChg chg="del">
          <ac:chgData name="Takeuchi, Koichiro" userId="b3848a05-443b-4434-8fa5-7398ca0c03c9" providerId="ADAL" clId="{AE71EA6D-8CAE-4CA8-A4AE-CBE82EA043E5}" dt="2024-09-25T11:22:23.448" v="6349" actId="478"/>
          <ac:picMkLst>
            <pc:docMk/>
            <pc:sldMk cId="4035365044" sldId="2147480851"/>
            <ac:picMk id="32" creationId="{2F292F22-927F-8D07-795C-88C73E055434}"/>
          </ac:picMkLst>
        </pc:picChg>
        <pc:picChg chg="del">
          <ac:chgData name="Takeuchi, Koichiro" userId="b3848a05-443b-4434-8fa5-7398ca0c03c9" providerId="ADAL" clId="{AE71EA6D-8CAE-4CA8-A4AE-CBE82EA043E5}" dt="2024-09-25T11:22:23.448" v="6349" actId="478"/>
          <ac:picMkLst>
            <pc:docMk/>
            <pc:sldMk cId="4035365044" sldId="2147480851"/>
            <ac:picMk id="33" creationId="{03B79EBE-344A-28D5-E049-1213611797C1}"/>
          </ac:picMkLst>
        </pc:picChg>
        <pc:picChg chg="del">
          <ac:chgData name="Takeuchi, Koichiro" userId="b3848a05-443b-4434-8fa5-7398ca0c03c9" providerId="ADAL" clId="{AE71EA6D-8CAE-4CA8-A4AE-CBE82EA043E5}" dt="2024-09-25T11:22:23.448" v="6349" actId="478"/>
          <ac:picMkLst>
            <pc:docMk/>
            <pc:sldMk cId="4035365044" sldId="2147480851"/>
            <ac:picMk id="34" creationId="{B5C58146-400B-27D5-BD33-CF20F5BF6495}"/>
          </ac:picMkLst>
        </pc:picChg>
        <pc:picChg chg="del">
          <ac:chgData name="Takeuchi, Koichiro" userId="b3848a05-443b-4434-8fa5-7398ca0c03c9" providerId="ADAL" clId="{AE71EA6D-8CAE-4CA8-A4AE-CBE82EA043E5}" dt="2024-09-25T11:22:23.448" v="6349" actId="478"/>
          <ac:picMkLst>
            <pc:docMk/>
            <pc:sldMk cId="4035365044" sldId="2147480851"/>
            <ac:picMk id="35" creationId="{E15F8735-985A-DDAF-BD0A-EDE17C6F30D3}"/>
          </ac:picMkLst>
        </pc:picChg>
        <pc:picChg chg="del">
          <ac:chgData name="Takeuchi, Koichiro" userId="b3848a05-443b-4434-8fa5-7398ca0c03c9" providerId="ADAL" clId="{AE71EA6D-8CAE-4CA8-A4AE-CBE82EA043E5}" dt="2024-09-25T11:22:23.448" v="6349" actId="478"/>
          <ac:picMkLst>
            <pc:docMk/>
            <pc:sldMk cId="4035365044" sldId="2147480851"/>
            <ac:picMk id="36" creationId="{6C886188-423B-61A9-DA72-1EB25F9FD159}"/>
          </ac:picMkLst>
        </pc:picChg>
        <pc:picChg chg="del">
          <ac:chgData name="Takeuchi, Koichiro" userId="b3848a05-443b-4434-8fa5-7398ca0c03c9" providerId="ADAL" clId="{AE71EA6D-8CAE-4CA8-A4AE-CBE82EA043E5}" dt="2024-09-25T11:22:23.448" v="6349" actId="478"/>
          <ac:picMkLst>
            <pc:docMk/>
            <pc:sldMk cId="4035365044" sldId="2147480851"/>
            <ac:picMk id="37" creationId="{C31723B8-4E56-F792-069D-43E1FA484768}"/>
          </ac:picMkLst>
        </pc:picChg>
        <pc:picChg chg="del">
          <ac:chgData name="Takeuchi, Koichiro" userId="b3848a05-443b-4434-8fa5-7398ca0c03c9" providerId="ADAL" clId="{AE71EA6D-8CAE-4CA8-A4AE-CBE82EA043E5}" dt="2024-09-25T11:22:23.448" v="6349" actId="478"/>
          <ac:picMkLst>
            <pc:docMk/>
            <pc:sldMk cId="4035365044" sldId="2147480851"/>
            <ac:picMk id="38" creationId="{CF2ADED1-0628-ED5C-4F20-52AFAFCEC0D5}"/>
          </ac:picMkLst>
        </pc:picChg>
        <pc:picChg chg="add mod">
          <ac:chgData name="Takeuchi, Koichiro" userId="b3848a05-443b-4434-8fa5-7398ca0c03c9" providerId="ADAL" clId="{AE71EA6D-8CAE-4CA8-A4AE-CBE82EA043E5}" dt="2024-09-25T11:23:00.267" v="6410" actId="1038"/>
          <ac:picMkLst>
            <pc:docMk/>
            <pc:sldMk cId="4035365044" sldId="2147480851"/>
            <ac:picMk id="50" creationId="{D55FC026-BED1-F855-42C8-A6E0CC5FE510}"/>
          </ac:picMkLst>
        </pc:picChg>
        <pc:picChg chg="add mod">
          <ac:chgData name="Takeuchi, Koichiro" userId="b3848a05-443b-4434-8fa5-7398ca0c03c9" providerId="ADAL" clId="{AE71EA6D-8CAE-4CA8-A4AE-CBE82EA043E5}" dt="2024-09-25T11:23:14.390" v="6411"/>
          <ac:picMkLst>
            <pc:docMk/>
            <pc:sldMk cId="4035365044" sldId="2147480851"/>
            <ac:picMk id="60" creationId="{9DEB28B7-49ED-8A97-F5FD-34EA6E57119D}"/>
          </ac:picMkLst>
        </pc:picChg>
      </pc:sldChg>
      <pc:sldChg chg="addSp delSp modSp add mod">
        <pc:chgData name="Takeuchi, Koichiro" userId="b3848a05-443b-4434-8fa5-7398ca0c03c9" providerId="ADAL" clId="{AE71EA6D-8CAE-4CA8-A4AE-CBE82EA043E5}" dt="2024-09-25T11:53:04.889" v="7727" actId="20577"/>
        <pc:sldMkLst>
          <pc:docMk/>
          <pc:sldMk cId="4115416855" sldId="2147480852"/>
        </pc:sldMkLst>
        <pc:spChg chg="mod">
          <ac:chgData name="Takeuchi, Koichiro" userId="b3848a05-443b-4434-8fa5-7398ca0c03c9" providerId="ADAL" clId="{AE71EA6D-8CAE-4CA8-A4AE-CBE82EA043E5}" dt="2024-09-25T11:53:04.889" v="7727" actId="20577"/>
          <ac:spMkLst>
            <pc:docMk/>
            <pc:sldMk cId="4115416855" sldId="2147480852"/>
            <ac:spMk id="2" creationId="{2E73C4BD-07DA-E92F-E6E6-03E77D0C292E}"/>
          </ac:spMkLst>
        </pc:spChg>
        <pc:spChg chg="add mod">
          <ac:chgData name="Takeuchi, Koichiro" userId="b3848a05-443b-4434-8fa5-7398ca0c03c9" providerId="ADAL" clId="{AE71EA6D-8CAE-4CA8-A4AE-CBE82EA043E5}" dt="2024-09-25T11:23:48.173" v="6451"/>
          <ac:spMkLst>
            <pc:docMk/>
            <pc:sldMk cId="4115416855" sldId="2147480852"/>
            <ac:spMk id="3" creationId="{DBB6C03E-F494-A845-BAAB-BEBC564DBC18}"/>
          </ac:spMkLst>
        </pc:spChg>
        <pc:spChg chg="add mod">
          <ac:chgData name="Takeuchi, Koichiro" userId="b3848a05-443b-4434-8fa5-7398ca0c03c9" providerId="ADAL" clId="{AE71EA6D-8CAE-4CA8-A4AE-CBE82EA043E5}" dt="2024-09-25T11:23:48.173" v="6451"/>
          <ac:spMkLst>
            <pc:docMk/>
            <pc:sldMk cId="4115416855" sldId="2147480852"/>
            <ac:spMk id="7" creationId="{C8DA08F6-77CA-9276-6E14-2811803DC76D}"/>
          </ac:spMkLst>
        </pc:spChg>
        <pc:spChg chg="add mod">
          <ac:chgData name="Takeuchi, Koichiro" userId="b3848a05-443b-4434-8fa5-7398ca0c03c9" providerId="ADAL" clId="{AE71EA6D-8CAE-4CA8-A4AE-CBE82EA043E5}" dt="2024-09-25T11:23:48.173" v="6451"/>
          <ac:spMkLst>
            <pc:docMk/>
            <pc:sldMk cId="4115416855" sldId="2147480852"/>
            <ac:spMk id="8" creationId="{BFFE1574-198C-1556-0E1F-633D9CAE466C}"/>
          </ac:spMkLst>
        </pc:spChg>
        <pc:spChg chg="add mod">
          <ac:chgData name="Takeuchi, Koichiro" userId="b3848a05-443b-4434-8fa5-7398ca0c03c9" providerId="ADAL" clId="{AE71EA6D-8CAE-4CA8-A4AE-CBE82EA043E5}" dt="2024-09-25T11:23:48.173" v="6451"/>
          <ac:spMkLst>
            <pc:docMk/>
            <pc:sldMk cId="4115416855" sldId="2147480852"/>
            <ac:spMk id="9" creationId="{33AF7653-6051-4E96-8FCF-8C71456FBC01}"/>
          </ac:spMkLst>
        </pc:spChg>
        <pc:spChg chg="add mod">
          <ac:chgData name="Takeuchi, Koichiro" userId="b3848a05-443b-4434-8fa5-7398ca0c03c9" providerId="ADAL" clId="{AE71EA6D-8CAE-4CA8-A4AE-CBE82EA043E5}" dt="2024-09-25T11:23:48.173" v="6451"/>
          <ac:spMkLst>
            <pc:docMk/>
            <pc:sldMk cId="4115416855" sldId="2147480852"/>
            <ac:spMk id="10" creationId="{9138741B-AB7D-B020-4078-7EF8DD425D65}"/>
          </ac:spMkLst>
        </pc:spChg>
        <pc:spChg chg="add mod">
          <ac:chgData name="Takeuchi, Koichiro" userId="b3848a05-443b-4434-8fa5-7398ca0c03c9" providerId="ADAL" clId="{AE71EA6D-8CAE-4CA8-A4AE-CBE82EA043E5}" dt="2024-09-25T11:23:48.173" v="6451"/>
          <ac:spMkLst>
            <pc:docMk/>
            <pc:sldMk cId="4115416855" sldId="2147480852"/>
            <ac:spMk id="11" creationId="{D83A678F-9990-EB63-2B2C-C32B0CE22B37}"/>
          </ac:spMkLst>
        </pc:spChg>
        <pc:spChg chg="mod">
          <ac:chgData name="Takeuchi, Koichiro" userId="b3848a05-443b-4434-8fa5-7398ca0c03c9" providerId="ADAL" clId="{AE71EA6D-8CAE-4CA8-A4AE-CBE82EA043E5}" dt="2024-09-25T11:23:48.173" v="6451"/>
          <ac:spMkLst>
            <pc:docMk/>
            <pc:sldMk cId="4115416855" sldId="2147480852"/>
            <ac:spMk id="14" creationId="{13C06B5F-DEEE-0EB8-D531-20E12390A1A1}"/>
          </ac:spMkLst>
        </pc:spChg>
        <pc:spChg chg="mod">
          <ac:chgData name="Takeuchi, Koichiro" userId="b3848a05-443b-4434-8fa5-7398ca0c03c9" providerId="ADAL" clId="{AE71EA6D-8CAE-4CA8-A4AE-CBE82EA043E5}" dt="2024-09-25T11:23:48.173" v="6451"/>
          <ac:spMkLst>
            <pc:docMk/>
            <pc:sldMk cId="4115416855" sldId="2147480852"/>
            <ac:spMk id="15" creationId="{CFAA4430-72A9-3480-60D0-F7CCF80C47A2}"/>
          </ac:spMkLst>
        </pc:spChg>
        <pc:spChg chg="del">
          <ac:chgData name="Takeuchi, Koichiro" userId="b3848a05-443b-4434-8fa5-7398ca0c03c9" providerId="ADAL" clId="{AE71EA6D-8CAE-4CA8-A4AE-CBE82EA043E5}" dt="2024-09-25T11:23:47.913" v="6450" actId="478"/>
          <ac:spMkLst>
            <pc:docMk/>
            <pc:sldMk cId="4115416855" sldId="2147480852"/>
            <ac:spMk id="54" creationId="{370539C7-7701-D921-8797-AA67C0E4906B}"/>
          </ac:spMkLst>
        </pc:spChg>
        <pc:spChg chg="del">
          <ac:chgData name="Takeuchi, Koichiro" userId="b3848a05-443b-4434-8fa5-7398ca0c03c9" providerId="ADAL" clId="{AE71EA6D-8CAE-4CA8-A4AE-CBE82EA043E5}" dt="2024-09-25T11:23:47.913" v="6450" actId="478"/>
          <ac:spMkLst>
            <pc:docMk/>
            <pc:sldMk cId="4115416855" sldId="2147480852"/>
            <ac:spMk id="55" creationId="{93846630-C8A8-06FB-03BD-892C8A6E334B}"/>
          </ac:spMkLst>
        </pc:spChg>
        <pc:spChg chg="del">
          <ac:chgData name="Takeuchi, Koichiro" userId="b3848a05-443b-4434-8fa5-7398ca0c03c9" providerId="ADAL" clId="{AE71EA6D-8CAE-4CA8-A4AE-CBE82EA043E5}" dt="2024-09-25T11:23:47.913" v="6450" actId="478"/>
          <ac:spMkLst>
            <pc:docMk/>
            <pc:sldMk cId="4115416855" sldId="2147480852"/>
            <ac:spMk id="56" creationId="{D9BF4AA1-427F-1D09-A7B3-85409BF2EFBF}"/>
          </ac:spMkLst>
        </pc:spChg>
        <pc:spChg chg="del">
          <ac:chgData name="Takeuchi, Koichiro" userId="b3848a05-443b-4434-8fa5-7398ca0c03c9" providerId="ADAL" clId="{AE71EA6D-8CAE-4CA8-A4AE-CBE82EA043E5}" dt="2024-09-25T11:23:47.913" v="6450" actId="478"/>
          <ac:spMkLst>
            <pc:docMk/>
            <pc:sldMk cId="4115416855" sldId="2147480852"/>
            <ac:spMk id="57" creationId="{EC0FF5E8-1971-8151-3F26-8D0128FAB9A3}"/>
          </ac:spMkLst>
        </pc:spChg>
        <pc:spChg chg="del">
          <ac:chgData name="Takeuchi, Koichiro" userId="b3848a05-443b-4434-8fa5-7398ca0c03c9" providerId="ADAL" clId="{AE71EA6D-8CAE-4CA8-A4AE-CBE82EA043E5}" dt="2024-09-25T11:23:47.913" v="6450" actId="478"/>
          <ac:spMkLst>
            <pc:docMk/>
            <pc:sldMk cId="4115416855" sldId="2147480852"/>
            <ac:spMk id="58" creationId="{66E8F1F8-6BF8-42B9-67A5-A4D45B562217}"/>
          </ac:spMkLst>
        </pc:spChg>
        <pc:spChg chg="del">
          <ac:chgData name="Takeuchi, Koichiro" userId="b3848a05-443b-4434-8fa5-7398ca0c03c9" providerId="ADAL" clId="{AE71EA6D-8CAE-4CA8-A4AE-CBE82EA043E5}" dt="2024-09-25T11:23:47.913" v="6450" actId="478"/>
          <ac:spMkLst>
            <pc:docMk/>
            <pc:sldMk cId="4115416855" sldId="2147480852"/>
            <ac:spMk id="59" creationId="{C4FC4CD3-41FC-3FB5-60A5-0403D7F16EDB}"/>
          </ac:spMkLst>
        </pc:spChg>
        <pc:grpChg chg="add mod">
          <ac:chgData name="Takeuchi, Koichiro" userId="b3848a05-443b-4434-8fa5-7398ca0c03c9" providerId="ADAL" clId="{AE71EA6D-8CAE-4CA8-A4AE-CBE82EA043E5}" dt="2024-09-25T11:23:48.173" v="6451"/>
          <ac:grpSpMkLst>
            <pc:docMk/>
            <pc:sldMk cId="4115416855" sldId="2147480852"/>
            <ac:grpSpMk id="13" creationId="{A026BA99-99FD-719E-26BD-BDBAC3B8ABC6}"/>
          </ac:grpSpMkLst>
        </pc:grpChg>
        <pc:grpChg chg="del">
          <ac:chgData name="Takeuchi, Koichiro" userId="b3848a05-443b-4434-8fa5-7398ca0c03c9" providerId="ADAL" clId="{AE71EA6D-8CAE-4CA8-A4AE-CBE82EA043E5}" dt="2024-09-25T11:23:44.660" v="6449" actId="478"/>
          <ac:grpSpMkLst>
            <pc:docMk/>
            <pc:sldMk cId="4115416855" sldId="2147480852"/>
            <ac:grpSpMk id="51" creationId="{A7DD5E8C-0FFE-21DF-858B-78B65BB5D233}"/>
          </ac:grpSpMkLst>
        </pc:grpChg>
        <pc:picChg chg="add mod">
          <ac:chgData name="Takeuchi, Koichiro" userId="b3848a05-443b-4434-8fa5-7398ca0c03c9" providerId="ADAL" clId="{AE71EA6D-8CAE-4CA8-A4AE-CBE82EA043E5}" dt="2024-09-25T11:23:48.173" v="6451"/>
          <ac:picMkLst>
            <pc:docMk/>
            <pc:sldMk cId="4115416855" sldId="2147480852"/>
            <ac:picMk id="12" creationId="{DDAD5CE1-AFE5-0818-B039-9FCBDF8670F2}"/>
          </ac:picMkLst>
        </pc:picChg>
        <pc:picChg chg="del">
          <ac:chgData name="Takeuchi, Koichiro" userId="b3848a05-443b-4434-8fa5-7398ca0c03c9" providerId="ADAL" clId="{AE71EA6D-8CAE-4CA8-A4AE-CBE82EA043E5}" dt="2024-09-25T11:23:44.660" v="6449" actId="478"/>
          <ac:picMkLst>
            <pc:docMk/>
            <pc:sldMk cId="4115416855" sldId="2147480852"/>
            <ac:picMk id="50" creationId="{D55FC026-BED1-F855-42C8-A6E0CC5FE510}"/>
          </ac:picMkLst>
        </pc:picChg>
      </pc:sldChg>
      <pc:sldChg chg="addSp delSp modSp add mod">
        <pc:chgData name="Takeuchi, Koichiro" userId="b3848a05-443b-4434-8fa5-7398ca0c03c9" providerId="ADAL" clId="{AE71EA6D-8CAE-4CA8-A4AE-CBE82EA043E5}" dt="2024-09-25T11:32:00.448" v="6967" actId="1035"/>
        <pc:sldMkLst>
          <pc:docMk/>
          <pc:sldMk cId="3344083266" sldId="2147480853"/>
        </pc:sldMkLst>
        <pc:spChg chg="mod">
          <ac:chgData name="Takeuchi, Koichiro" userId="b3848a05-443b-4434-8fa5-7398ca0c03c9" providerId="ADAL" clId="{AE71EA6D-8CAE-4CA8-A4AE-CBE82EA043E5}" dt="2024-09-25T11:26:04.805" v="6526" actId="20577"/>
          <ac:spMkLst>
            <pc:docMk/>
            <pc:sldMk cId="3344083266" sldId="2147480853"/>
            <ac:spMk id="2" creationId="{F4871F63-DD6D-6167-6041-1D262D2745C6}"/>
          </ac:spMkLst>
        </pc:spChg>
        <pc:spChg chg="mod">
          <ac:chgData name="Takeuchi, Koichiro" userId="b3848a05-443b-4434-8fa5-7398ca0c03c9" providerId="ADAL" clId="{AE71EA6D-8CAE-4CA8-A4AE-CBE82EA043E5}" dt="2024-09-25T11:31:45.920" v="6940" actId="20577"/>
          <ac:spMkLst>
            <pc:docMk/>
            <pc:sldMk cId="3344083266" sldId="2147480853"/>
            <ac:spMk id="3" creationId="{0C98F0AC-66A4-A6E6-A50C-620A0DD456A6}"/>
          </ac:spMkLst>
        </pc:spChg>
        <pc:spChg chg="del">
          <ac:chgData name="Takeuchi, Koichiro" userId="b3848a05-443b-4434-8fa5-7398ca0c03c9" providerId="ADAL" clId="{AE71EA6D-8CAE-4CA8-A4AE-CBE82EA043E5}" dt="2024-09-25T11:26:07.730" v="6527" actId="478"/>
          <ac:spMkLst>
            <pc:docMk/>
            <pc:sldMk cId="3344083266" sldId="2147480853"/>
            <ac:spMk id="4" creationId="{C8101EB1-9ED2-CF31-0FB9-CE23B61895D6}"/>
          </ac:spMkLst>
        </pc:spChg>
        <pc:spChg chg="add del mod">
          <ac:chgData name="Takeuchi, Koichiro" userId="b3848a05-443b-4434-8fa5-7398ca0c03c9" providerId="ADAL" clId="{AE71EA6D-8CAE-4CA8-A4AE-CBE82EA043E5}" dt="2024-09-25T11:26:10.473" v="6528" actId="478"/>
          <ac:spMkLst>
            <pc:docMk/>
            <pc:sldMk cId="3344083266" sldId="2147480853"/>
            <ac:spMk id="9" creationId="{46E0F631-96AE-B418-1B89-34F6D9D69143}"/>
          </ac:spMkLst>
        </pc:spChg>
        <pc:spChg chg="del">
          <ac:chgData name="Takeuchi, Koichiro" userId="b3848a05-443b-4434-8fa5-7398ca0c03c9" providerId="ADAL" clId="{AE71EA6D-8CAE-4CA8-A4AE-CBE82EA043E5}" dt="2024-09-25T11:26:19.877" v="6529" actId="478"/>
          <ac:spMkLst>
            <pc:docMk/>
            <pc:sldMk cId="3344083266" sldId="2147480853"/>
            <ac:spMk id="14" creationId="{AA64C16A-B209-2A5B-796B-56D751CA8FA8}"/>
          </ac:spMkLst>
        </pc:spChg>
        <pc:spChg chg="del">
          <ac:chgData name="Takeuchi, Koichiro" userId="b3848a05-443b-4434-8fa5-7398ca0c03c9" providerId="ADAL" clId="{AE71EA6D-8CAE-4CA8-A4AE-CBE82EA043E5}" dt="2024-09-25T11:26:19.877" v="6529" actId="478"/>
          <ac:spMkLst>
            <pc:docMk/>
            <pc:sldMk cId="3344083266" sldId="2147480853"/>
            <ac:spMk id="15" creationId="{E2AF5D4B-C51B-5020-53B2-C8C2CCF6EEAC}"/>
          </ac:spMkLst>
        </pc:spChg>
        <pc:spChg chg="del">
          <ac:chgData name="Takeuchi, Koichiro" userId="b3848a05-443b-4434-8fa5-7398ca0c03c9" providerId="ADAL" clId="{AE71EA6D-8CAE-4CA8-A4AE-CBE82EA043E5}" dt="2024-09-25T11:26:19.877" v="6529" actId="478"/>
          <ac:spMkLst>
            <pc:docMk/>
            <pc:sldMk cId="3344083266" sldId="2147480853"/>
            <ac:spMk id="16" creationId="{32812AF3-1533-4C09-A3A8-57B04DCAA817}"/>
          </ac:spMkLst>
        </pc:spChg>
        <pc:spChg chg="del">
          <ac:chgData name="Takeuchi, Koichiro" userId="b3848a05-443b-4434-8fa5-7398ca0c03c9" providerId="ADAL" clId="{AE71EA6D-8CAE-4CA8-A4AE-CBE82EA043E5}" dt="2024-09-25T11:26:19.877" v="6529" actId="478"/>
          <ac:spMkLst>
            <pc:docMk/>
            <pc:sldMk cId="3344083266" sldId="2147480853"/>
            <ac:spMk id="17" creationId="{813E4F5C-8202-4931-05FD-B273C0D2FFC7}"/>
          </ac:spMkLst>
        </pc:spChg>
        <pc:spChg chg="del">
          <ac:chgData name="Takeuchi, Koichiro" userId="b3848a05-443b-4434-8fa5-7398ca0c03c9" providerId="ADAL" clId="{AE71EA6D-8CAE-4CA8-A4AE-CBE82EA043E5}" dt="2024-09-25T11:26:19.877" v="6529" actId="478"/>
          <ac:spMkLst>
            <pc:docMk/>
            <pc:sldMk cId="3344083266" sldId="2147480853"/>
            <ac:spMk id="18" creationId="{C9925B9B-4BAF-3881-B6B3-C210A0D1A4B5}"/>
          </ac:spMkLst>
        </pc:spChg>
        <pc:spChg chg="del">
          <ac:chgData name="Takeuchi, Koichiro" userId="b3848a05-443b-4434-8fa5-7398ca0c03c9" providerId="ADAL" clId="{AE71EA6D-8CAE-4CA8-A4AE-CBE82EA043E5}" dt="2024-09-25T11:26:19.877" v="6529" actId="478"/>
          <ac:spMkLst>
            <pc:docMk/>
            <pc:sldMk cId="3344083266" sldId="2147480853"/>
            <ac:spMk id="19" creationId="{B9D5D212-975C-5E37-88A0-38CD9165E701}"/>
          </ac:spMkLst>
        </pc:spChg>
        <pc:spChg chg="del">
          <ac:chgData name="Takeuchi, Koichiro" userId="b3848a05-443b-4434-8fa5-7398ca0c03c9" providerId="ADAL" clId="{AE71EA6D-8CAE-4CA8-A4AE-CBE82EA043E5}" dt="2024-09-25T11:26:19.877" v="6529" actId="478"/>
          <ac:spMkLst>
            <pc:docMk/>
            <pc:sldMk cId="3344083266" sldId="2147480853"/>
            <ac:spMk id="20" creationId="{9EB74300-1502-32F5-88AE-5FF9D2C51566}"/>
          </ac:spMkLst>
        </pc:spChg>
        <pc:spChg chg="del">
          <ac:chgData name="Takeuchi, Koichiro" userId="b3848a05-443b-4434-8fa5-7398ca0c03c9" providerId="ADAL" clId="{AE71EA6D-8CAE-4CA8-A4AE-CBE82EA043E5}" dt="2024-09-25T11:26:19.877" v="6529" actId="478"/>
          <ac:spMkLst>
            <pc:docMk/>
            <pc:sldMk cId="3344083266" sldId="2147480853"/>
            <ac:spMk id="21" creationId="{EEDBE511-7B5A-F39F-91A3-AA747558E2F3}"/>
          </ac:spMkLst>
        </pc:spChg>
        <pc:spChg chg="del">
          <ac:chgData name="Takeuchi, Koichiro" userId="b3848a05-443b-4434-8fa5-7398ca0c03c9" providerId="ADAL" clId="{AE71EA6D-8CAE-4CA8-A4AE-CBE82EA043E5}" dt="2024-09-25T11:26:19.877" v="6529" actId="478"/>
          <ac:spMkLst>
            <pc:docMk/>
            <pc:sldMk cId="3344083266" sldId="2147480853"/>
            <ac:spMk id="22" creationId="{D399909A-C331-AD0B-2161-254320A5A142}"/>
          </ac:spMkLst>
        </pc:spChg>
        <pc:spChg chg="del">
          <ac:chgData name="Takeuchi, Koichiro" userId="b3848a05-443b-4434-8fa5-7398ca0c03c9" providerId="ADAL" clId="{AE71EA6D-8CAE-4CA8-A4AE-CBE82EA043E5}" dt="2024-09-25T11:26:19.877" v="6529" actId="478"/>
          <ac:spMkLst>
            <pc:docMk/>
            <pc:sldMk cId="3344083266" sldId="2147480853"/>
            <ac:spMk id="23" creationId="{E093ED8A-3091-B51D-7074-E470357147D2}"/>
          </ac:spMkLst>
        </pc:spChg>
        <pc:spChg chg="add mod">
          <ac:chgData name="Takeuchi, Koichiro" userId="b3848a05-443b-4434-8fa5-7398ca0c03c9" providerId="ADAL" clId="{AE71EA6D-8CAE-4CA8-A4AE-CBE82EA043E5}" dt="2024-09-25T11:32:00.448" v="6967" actId="1035"/>
          <ac:spMkLst>
            <pc:docMk/>
            <pc:sldMk cId="3344083266" sldId="2147480853"/>
            <ac:spMk id="25" creationId="{F0E82059-DA70-2946-684D-0E65CC48F9DC}"/>
          </ac:spMkLst>
        </pc:spChg>
        <pc:spChg chg="del">
          <ac:chgData name="Takeuchi, Koichiro" userId="b3848a05-443b-4434-8fa5-7398ca0c03c9" providerId="ADAL" clId="{AE71EA6D-8CAE-4CA8-A4AE-CBE82EA043E5}" dt="2024-09-25T11:26:23.121" v="6530" actId="478"/>
          <ac:spMkLst>
            <pc:docMk/>
            <pc:sldMk cId="3344083266" sldId="2147480853"/>
            <ac:spMk id="26" creationId="{0007F55F-2C48-961E-0556-1764DDFFC7F2}"/>
          </ac:spMkLst>
        </pc:spChg>
        <pc:spChg chg="del">
          <ac:chgData name="Takeuchi, Koichiro" userId="b3848a05-443b-4434-8fa5-7398ca0c03c9" providerId="ADAL" clId="{AE71EA6D-8CAE-4CA8-A4AE-CBE82EA043E5}" dt="2024-09-25T11:26:19.877" v="6529" actId="478"/>
          <ac:spMkLst>
            <pc:docMk/>
            <pc:sldMk cId="3344083266" sldId="2147480853"/>
            <ac:spMk id="27" creationId="{5BB30AA3-198A-7236-166E-910118D09B2A}"/>
          </ac:spMkLst>
        </pc:spChg>
        <pc:spChg chg="del">
          <ac:chgData name="Takeuchi, Koichiro" userId="b3848a05-443b-4434-8fa5-7398ca0c03c9" providerId="ADAL" clId="{AE71EA6D-8CAE-4CA8-A4AE-CBE82EA043E5}" dt="2024-09-25T11:26:19.877" v="6529" actId="478"/>
          <ac:spMkLst>
            <pc:docMk/>
            <pc:sldMk cId="3344083266" sldId="2147480853"/>
            <ac:spMk id="28" creationId="{A17D9638-4AF9-1407-0658-8BEBEA4CD0E7}"/>
          </ac:spMkLst>
        </pc:spChg>
        <pc:spChg chg="del">
          <ac:chgData name="Takeuchi, Koichiro" userId="b3848a05-443b-4434-8fa5-7398ca0c03c9" providerId="ADAL" clId="{AE71EA6D-8CAE-4CA8-A4AE-CBE82EA043E5}" dt="2024-09-25T11:26:19.877" v="6529" actId="478"/>
          <ac:spMkLst>
            <pc:docMk/>
            <pc:sldMk cId="3344083266" sldId="2147480853"/>
            <ac:spMk id="29" creationId="{28208F67-E3E2-5A24-2911-A976F1F4BC62}"/>
          </ac:spMkLst>
        </pc:spChg>
        <pc:spChg chg="add mod">
          <ac:chgData name="Takeuchi, Koichiro" userId="b3848a05-443b-4434-8fa5-7398ca0c03c9" providerId="ADAL" clId="{AE71EA6D-8CAE-4CA8-A4AE-CBE82EA043E5}" dt="2024-09-25T11:32:00.448" v="6967" actId="1035"/>
          <ac:spMkLst>
            <pc:docMk/>
            <pc:sldMk cId="3344083266" sldId="2147480853"/>
            <ac:spMk id="33" creationId="{B19BAF04-1F57-1B94-C7CE-A66AD973BE1E}"/>
          </ac:spMkLst>
        </pc:spChg>
        <pc:spChg chg="add mod">
          <ac:chgData name="Takeuchi, Koichiro" userId="b3848a05-443b-4434-8fa5-7398ca0c03c9" providerId="ADAL" clId="{AE71EA6D-8CAE-4CA8-A4AE-CBE82EA043E5}" dt="2024-09-25T11:32:00.448" v="6967" actId="1035"/>
          <ac:spMkLst>
            <pc:docMk/>
            <pc:sldMk cId="3344083266" sldId="2147480853"/>
            <ac:spMk id="67" creationId="{B66594BC-4A01-BC94-3544-DF122D6333ED}"/>
          </ac:spMkLst>
        </pc:spChg>
        <pc:spChg chg="del">
          <ac:chgData name="Takeuchi, Koichiro" userId="b3848a05-443b-4434-8fa5-7398ca0c03c9" providerId="ADAL" clId="{AE71EA6D-8CAE-4CA8-A4AE-CBE82EA043E5}" dt="2024-09-25T11:26:19.877" v="6529" actId="478"/>
          <ac:spMkLst>
            <pc:docMk/>
            <pc:sldMk cId="3344083266" sldId="2147480853"/>
            <ac:spMk id="68" creationId="{78224FF3-FC45-4C1E-B2D4-39E91DD1BA6B}"/>
          </ac:spMkLst>
        </pc:spChg>
        <pc:spChg chg="del">
          <ac:chgData name="Takeuchi, Koichiro" userId="b3848a05-443b-4434-8fa5-7398ca0c03c9" providerId="ADAL" clId="{AE71EA6D-8CAE-4CA8-A4AE-CBE82EA043E5}" dt="2024-09-25T11:26:19.877" v="6529" actId="478"/>
          <ac:spMkLst>
            <pc:docMk/>
            <pc:sldMk cId="3344083266" sldId="2147480853"/>
            <ac:spMk id="69" creationId="{C9F0B1BF-2D51-9CB8-90DA-50F0CD092929}"/>
          </ac:spMkLst>
        </pc:spChg>
        <pc:spChg chg="add mod">
          <ac:chgData name="Takeuchi, Koichiro" userId="b3848a05-443b-4434-8fa5-7398ca0c03c9" providerId="ADAL" clId="{AE71EA6D-8CAE-4CA8-A4AE-CBE82EA043E5}" dt="2024-09-25T11:32:00.448" v="6967" actId="1035"/>
          <ac:spMkLst>
            <pc:docMk/>
            <pc:sldMk cId="3344083266" sldId="2147480853"/>
            <ac:spMk id="70" creationId="{EB486A8F-243B-3198-66C5-AD3A80E7FB53}"/>
          </ac:spMkLst>
        </pc:spChg>
        <pc:spChg chg="del">
          <ac:chgData name="Takeuchi, Koichiro" userId="b3848a05-443b-4434-8fa5-7398ca0c03c9" providerId="ADAL" clId="{AE71EA6D-8CAE-4CA8-A4AE-CBE82EA043E5}" dt="2024-09-25T11:26:19.877" v="6529" actId="478"/>
          <ac:spMkLst>
            <pc:docMk/>
            <pc:sldMk cId="3344083266" sldId="2147480853"/>
            <ac:spMk id="80" creationId="{E0365989-CA2F-7083-A760-26BE1FBBEDFC}"/>
          </ac:spMkLst>
        </pc:spChg>
        <pc:spChg chg="del">
          <ac:chgData name="Takeuchi, Koichiro" userId="b3848a05-443b-4434-8fa5-7398ca0c03c9" providerId="ADAL" clId="{AE71EA6D-8CAE-4CA8-A4AE-CBE82EA043E5}" dt="2024-09-25T11:26:19.877" v="6529" actId="478"/>
          <ac:spMkLst>
            <pc:docMk/>
            <pc:sldMk cId="3344083266" sldId="2147480853"/>
            <ac:spMk id="81" creationId="{C09A1A30-7D2E-1983-17DB-6BE5C1289B1D}"/>
          </ac:spMkLst>
        </pc:spChg>
        <pc:spChg chg="del">
          <ac:chgData name="Takeuchi, Koichiro" userId="b3848a05-443b-4434-8fa5-7398ca0c03c9" providerId="ADAL" clId="{AE71EA6D-8CAE-4CA8-A4AE-CBE82EA043E5}" dt="2024-09-25T11:26:19.877" v="6529" actId="478"/>
          <ac:spMkLst>
            <pc:docMk/>
            <pc:sldMk cId="3344083266" sldId="2147480853"/>
            <ac:spMk id="82" creationId="{4594B8C7-E951-E8CA-58A4-31D171AE0DFB}"/>
          </ac:spMkLst>
        </pc:spChg>
        <pc:spChg chg="del">
          <ac:chgData name="Takeuchi, Koichiro" userId="b3848a05-443b-4434-8fa5-7398ca0c03c9" providerId="ADAL" clId="{AE71EA6D-8CAE-4CA8-A4AE-CBE82EA043E5}" dt="2024-09-25T11:26:19.877" v="6529" actId="478"/>
          <ac:spMkLst>
            <pc:docMk/>
            <pc:sldMk cId="3344083266" sldId="2147480853"/>
            <ac:spMk id="83" creationId="{CA6ED5D1-DCBE-DEAF-718D-15B9BFB29B2D}"/>
          </ac:spMkLst>
        </pc:spChg>
        <pc:spChg chg="del">
          <ac:chgData name="Takeuchi, Koichiro" userId="b3848a05-443b-4434-8fa5-7398ca0c03c9" providerId="ADAL" clId="{AE71EA6D-8CAE-4CA8-A4AE-CBE82EA043E5}" dt="2024-09-25T11:26:19.877" v="6529" actId="478"/>
          <ac:spMkLst>
            <pc:docMk/>
            <pc:sldMk cId="3344083266" sldId="2147480853"/>
            <ac:spMk id="84" creationId="{11E16BF4-7306-4541-C57B-DC8373C340B5}"/>
          </ac:spMkLst>
        </pc:spChg>
        <pc:spChg chg="del">
          <ac:chgData name="Takeuchi, Koichiro" userId="b3848a05-443b-4434-8fa5-7398ca0c03c9" providerId="ADAL" clId="{AE71EA6D-8CAE-4CA8-A4AE-CBE82EA043E5}" dt="2024-09-25T11:26:19.877" v="6529" actId="478"/>
          <ac:spMkLst>
            <pc:docMk/>
            <pc:sldMk cId="3344083266" sldId="2147480853"/>
            <ac:spMk id="85" creationId="{DCB8FC62-BDC2-2CF6-8C09-D5A6CD2BC3E1}"/>
          </ac:spMkLst>
        </pc:spChg>
        <pc:grpChg chg="del">
          <ac:chgData name="Takeuchi, Koichiro" userId="b3848a05-443b-4434-8fa5-7398ca0c03c9" providerId="ADAL" clId="{AE71EA6D-8CAE-4CA8-A4AE-CBE82EA043E5}" dt="2024-09-25T11:26:19.877" v="6529" actId="478"/>
          <ac:grpSpMkLst>
            <pc:docMk/>
            <pc:sldMk cId="3344083266" sldId="2147480853"/>
            <ac:grpSpMk id="13" creationId="{5C5E99E5-708B-B4E2-D577-494B5D69BA62}"/>
          </ac:grpSpMkLst>
        </pc:grpChg>
        <pc:grpChg chg="del">
          <ac:chgData name="Takeuchi, Koichiro" userId="b3848a05-443b-4434-8fa5-7398ca0c03c9" providerId="ADAL" clId="{AE71EA6D-8CAE-4CA8-A4AE-CBE82EA043E5}" dt="2024-09-25T11:26:19.877" v="6529" actId="478"/>
          <ac:grpSpMkLst>
            <pc:docMk/>
            <pc:sldMk cId="3344083266" sldId="2147480853"/>
            <ac:grpSpMk id="47" creationId="{E70F471B-F500-CC93-AE52-C5D2630CA66F}"/>
          </ac:grpSpMkLst>
        </pc:grpChg>
        <pc:grpChg chg="del">
          <ac:chgData name="Takeuchi, Koichiro" userId="b3848a05-443b-4434-8fa5-7398ca0c03c9" providerId="ADAL" clId="{AE71EA6D-8CAE-4CA8-A4AE-CBE82EA043E5}" dt="2024-09-25T11:26:19.877" v="6529" actId="478"/>
          <ac:grpSpMkLst>
            <pc:docMk/>
            <pc:sldMk cId="3344083266" sldId="2147480853"/>
            <ac:grpSpMk id="48" creationId="{22521FBB-FB27-B4FE-9EE3-8C2306D2CCBA}"/>
          </ac:grpSpMkLst>
        </pc:grpChg>
        <pc:grpChg chg="del">
          <ac:chgData name="Takeuchi, Koichiro" userId="b3848a05-443b-4434-8fa5-7398ca0c03c9" providerId="ADAL" clId="{AE71EA6D-8CAE-4CA8-A4AE-CBE82EA043E5}" dt="2024-09-25T11:26:19.877" v="6529" actId="478"/>
          <ac:grpSpMkLst>
            <pc:docMk/>
            <pc:sldMk cId="3344083266" sldId="2147480853"/>
            <ac:grpSpMk id="49" creationId="{C728D113-7E16-7741-E4E4-1DA1DDC2A22E}"/>
          </ac:grpSpMkLst>
        </pc:grpChg>
        <pc:grpChg chg="del">
          <ac:chgData name="Takeuchi, Koichiro" userId="b3848a05-443b-4434-8fa5-7398ca0c03c9" providerId="ADAL" clId="{AE71EA6D-8CAE-4CA8-A4AE-CBE82EA043E5}" dt="2024-09-25T11:26:19.877" v="6529" actId="478"/>
          <ac:grpSpMkLst>
            <pc:docMk/>
            <pc:sldMk cId="3344083266" sldId="2147480853"/>
            <ac:grpSpMk id="58" creationId="{02E71618-9A39-6CCE-225F-04C1E91E67A7}"/>
          </ac:grpSpMkLst>
        </pc:grpChg>
        <pc:grpChg chg="del">
          <ac:chgData name="Takeuchi, Koichiro" userId="b3848a05-443b-4434-8fa5-7398ca0c03c9" providerId="ADAL" clId="{AE71EA6D-8CAE-4CA8-A4AE-CBE82EA043E5}" dt="2024-09-25T11:26:19.877" v="6529" actId="478"/>
          <ac:grpSpMkLst>
            <pc:docMk/>
            <pc:sldMk cId="3344083266" sldId="2147480853"/>
            <ac:grpSpMk id="71" creationId="{9E437840-817A-119F-180D-0F1761543670}"/>
          </ac:grpSpMkLst>
        </pc:grpChg>
        <pc:picChg chg="del">
          <ac:chgData name="Takeuchi, Koichiro" userId="b3848a05-443b-4434-8fa5-7398ca0c03c9" providerId="ADAL" clId="{AE71EA6D-8CAE-4CA8-A4AE-CBE82EA043E5}" dt="2024-09-25T11:26:19.877" v="6529" actId="478"/>
          <ac:picMkLst>
            <pc:docMk/>
            <pc:sldMk cId="3344083266" sldId="2147480853"/>
            <ac:picMk id="8" creationId="{3D764613-8918-F736-DE34-204B85180D3F}"/>
          </ac:picMkLst>
        </pc:picChg>
        <pc:picChg chg="del">
          <ac:chgData name="Takeuchi, Koichiro" userId="b3848a05-443b-4434-8fa5-7398ca0c03c9" providerId="ADAL" clId="{AE71EA6D-8CAE-4CA8-A4AE-CBE82EA043E5}" dt="2024-09-25T11:26:19.877" v="6529" actId="478"/>
          <ac:picMkLst>
            <pc:docMk/>
            <pc:sldMk cId="3344083266" sldId="2147480853"/>
            <ac:picMk id="10" creationId="{D54926C7-AE94-C884-46A4-580622587C19}"/>
          </ac:picMkLst>
        </pc:picChg>
        <pc:picChg chg="add mod">
          <ac:chgData name="Takeuchi, Koichiro" userId="b3848a05-443b-4434-8fa5-7398ca0c03c9" providerId="ADAL" clId="{AE71EA6D-8CAE-4CA8-A4AE-CBE82EA043E5}" dt="2024-09-25T11:32:00.448" v="6967" actId="1035"/>
          <ac:picMkLst>
            <pc:docMk/>
            <pc:sldMk cId="3344083266" sldId="2147480853"/>
            <ac:picMk id="24" creationId="{C1499C9F-63EC-0721-42A5-FC8207B5DD0F}"/>
          </ac:picMkLst>
        </pc:picChg>
        <pc:cxnChg chg="add mod">
          <ac:chgData name="Takeuchi, Koichiro" userId="b3848a05-443b-4434-8fa5-7398ca0c03c9" providerId="ADAL" clId="{AE71EA6D-8CAE-4CA8-A4AE-CBE82EA043E5}" dt="2024-09-25T11:32:00.448" v="6967" actId="1035"/>
          <ac:cxnSpMkLst>
            <pc:docMk/>
            <pc:sldMk cId="3344083266" sldId="2147480853"/>
            <ac:cxnSpMk id="86" creationId="{34D49FCE-3F13-8BC2-9DDD-4D3BBDBAB94F}"/>
          </ac:cxnSpMkLst>
        </pc:cxnChg>
        <pc:cxnChg chg="add mod">
          <ac:chgData name="Takeuchi, Koichiro" userId="b3848a05-443b-4434-8fa5-7398ca0c03c9" providerId="ADAL" clId="{AE71EA6D-8CAE-4CA8-A4AE-CBE82EA043E5}" dt="2024-09-25T11:32:00.448" v="6967" actId="1035"/>
          <ac:cxnSpMkLst>
            <pc:docMk/>
            <pc:sldMk cId="3344083266" sldId="2147480853"/>
            <ac:cxnSpMk id="87" creationId="{3FB62735-F178-5A68-2156-CFF8B0E7A736}"/>
          </ac:cxnSpMkLst>
        </pc:cxnChg>
      </pc:sldChg>
      <pc:sldChg chg="add del ord">
        <pc:chgData name="Takeuchi, Koichiro" userId="b3848a05-443b-4434-8fa5-7398ca0c03c9" providerId="ADAL" clId="{AE71EA6D-8CAE-4CA8-A4AE-CBE82EA043E5}" dt="2024-09-25T23:28:45.945" v="8629" actId="47"/>
        <pc:sldMkLst>
          <pc:docMk/>
          <pc:sldMk cId="1883517863" sldId="2147480854"/>
        </pc:sldMkLst>
      </pc:sldChg>
      <pc:sldChg chg="addSp delSp modSp add mod">
        <pc:chgData name="Takeuchi, Koichiro" userId="b3848a05-443b-4434-8fa5-7398ca0c03c9" providerId="ADAL" clId="{AE71EA6D-8CAE-4CA8-A4AE-CBE82EA043E5}" dt="2024-09-26T01:40:05.612" v="11499" actId="20577"/>
        <pc:sldMkLst>
          <pc:docMk/>
          <pc:sldMk cId="902381730" sldId="2147480855"/>
        </pc:sldMkLst>
        <pc:spChg chg="mod">
          <ac:chgData name="Takeuchi, Koichiro" userId="b3848a05-443b-4434-8fa5-7398ca0c03c9" providerId="ADAL" clId="{AE71EA6D-8CAE-4CA8-A4AE-CBE82EA043E5}" dt="2024-09-26T01:33:43.969" v="11156" actId="20577"/>
          <ac:spMkLst>
            <pc:docMk/>
            <pc:sldMk cId="902381730" sldId="2147480855"/>
            <ac:spMk id="2" creationId="{2E73C4BD-07DA-E92F-E6E6-03E77D0C292E}"/>
          </ac:spMkLst>
        </pc:spChg>
        <pc:spChg chg="mod">
          <ac:chgData name="Takeuchi, Koichiro" userId="b3848a05-443b-4434-8fa5-7398ca0c03c9" providerId="ADAL" clId="{AE71EA6D-8CAE-4CA8-A4AE-CBE82EA043E5}" dt="2024-09-26T01:21:45.768" v="10269" actId="20577"/>
          <ac:spMkLst>
            <pc:docMk/>
            <pc:sldMk cId="902381730" sldId="2147480855"/>
            <ac:spMk id="3" creationId="{A63CCEC0-4EC9-A937-1737-25F942C96D84}"/>
          </ac:spMkLst>
        </pc:spChg>
        <pc:spChg chg="mod">
          <ac:chgData name="Takeuchi, Koichiro" userId="b3848a05-443b-4434-8fa5-7398ca0c03c9" providerId="ADAL" clId="{AE71EA6D-8CAE-4CA8-A4AE-CBE82EA043E5}" dt="2024-09-25T11:32:40.652" v="7000" actId="20577"/>
          <ac:spMkLst>
            <pc:docMk/>
            <pc:sldMk cId="902381730" sldId="2147480855"/>
            <ac:spMk id="4" creationId="{726E7864-2102-B59E-0C8D-4ADA30B05C08}"/>
          </ac:spMkLst>
        </pc:spChg>
        <pc:spChg chg="del">
          <ac:chgData name="Takeuchi, Koichiro" userId="b3848a05-443b-4434-8fa5-7398ca0c03c9" providerId="ADAL" clId="{AE71EA6D-8CAE-4CA8-A4AE-CBE82EA043E5}" dt="2024-09-25T11:32:49.022" v="7001" actId="478"/>
          <ac:spMkLst>
            <pc:docMk/>
            <pc:sldMk cId="902381730" sldId="2147480855"/>
            <ac:spMk id="7" creationId="{04D41AFC-C715-1823-BF6E-ECDEFE0F537A}"/>
          </ac:spMkLst>
        </pc:spChg>
        <pc:spChg chg="del">
          <ac:chgData name="Takeuchi, Koichiro" userId="b3848a05-443b-4434-8fa5-7398ca0c03c9" providerId="ADAL" clId="{AE71EA6D-8CAE-4CA8-A4AE-CBE82EA043E5}" dt="2024-09-25T11:32:49.022" v="7001" actId="478"/>
          <ac:spMkLst>
            <pc:docMk/>
            <pc:sldMk cId="902381730" sldId="2147480855"/>
            <ac:spMk id="14" creationId="{1B16D3A4-8048-FCC6-10FE-A0F8D2C7D8E5}"/>
          </ac:spMkLst>
        </pc:spChg>
        <pc:spChg chg="del">
          <ac:chgData name="Takeuchi, Koichiro" userId="b3848a05-443b-4434-8fa5-7398ca0c03c9" providerId="ADAL" clId="{AE71EA6D-8CAE-4CA8-A4AE-CBE82EA043E5}" dt="2024-09-25T11:32:49.022" v="7001" actId="478"/>
          <ac:spMkLst>
            <pc:docMk/>
            <pc:sldMk cId="902381730" sldId="2147480855"/>
            <ac:spMk id="28" creationId="{505F4031-205C-8EFA-4102-9D73C5F793E4}"/>
          </ac:spMkLst>
        </pc:spChg>
        <pc:spChg chg="del">
          <ac:chgData name="Takeuchi, Koichiro" userId="b3848a05-443b-4434-8fa5-7398ca0c03c9" providerId="ADAL" clId="{AE71EA6D-8CAE-4CA8-A4AE-CBE82EA043E5}" dt="2024-09-25T11:32:49.022" v="7001" actId="478"/>
          <ac:spMkLst>
            <pc:docMk/>
            <pc:sldMk cId="902381730" sldId="2147480855"/>
            <ac:spMk id="29" creationId="{A748A8EB-87B6-8C46-112E-C7ED19C1DDD2}"/>
          </ac:spMkLst>
        </pc:spChg>
        <pc:spChg chg="del">
          <ac:chgData name="Takeuchi, Koichiro" userId="b3848a05-443b-4434-8fa5-7398ca0c03c9" providerId="ADAL" clId="{AE71EA6D-8CAE-4CA8-A4AE-CBE82EA043E5}" dt="2024-09-25T11:32:49.022" v="7001" actId="478"/>
          <ac:spMkLst>
            <pc:docMk/>
            <pc:sldMk cId="902381730" sldId="2147480855"/>
            <ac:spMk id="39" creationId="{D271E15F-9DA9-0AF9-6DBD-2B89BE93A74D}"/>
          </ac:spMkLst>
        </pc:spChg>
        <pc:spChg chg="del">
          <ac:chgData name="Takeuchi, Koichiro" userId="b3848a05-443b-4434-8fa5-7398ca0c03c9" providerId="ADAL" clId="{AE71EA6D-8CAE-4CA8-A4AE-CBE82EA043E5}" dt="2024-09-25T11:32:49.022" v="7001" actId="478"/>
          <ac:spMkLst>
            <pc:docMk/>
            <pc:sldMk cId="902381730" sldId="2147480855"/>
            <ac:spMk id="40" creationId="{6B480E5C-B6F1-7070-872B-7E44BC8558CD}"/>
          </ac:spMkLst>
        </pc:spChg>
        <pc:spChg chg="del">
          <ac:chgData name="Takeuchi, Koichiro" userId="b3848a05-443b-4434-8fa5-7398ca0c03c9" providerId="ADAL" clId="{AE71EA6D-8CAE-4CA8-A4AE-CBE82EA043E5}" dt="2024-09-25T11:32:49.022" v="7001" actId="478"/>
          <ac:spMkLst>
            <pc:docMk/>
            <pc:sldMk cId="902381730" sldId="2147480855"/>
            <ac:spMk id="41" creationId="{D28131A0-047A-05B1-8D5E-65018C7FEF77}"/>
          </ac:spMkLst>
        </pc:spChg>
        <pc:spChg chg="del">
          <ac:chgData name="Takeuchi, Koichiro" userId="b3848a05-443b-4434-8fa5-7398ca0c03c9" providerId="ADAL" clId="{AE71EA6D-8CAE-4CA8-A4AE-CBE82EA043E5}" dt="2024-09-25T11:32:49.022" v="7001" actId="478"/>
          <ac:spMkLst>
            <pc:docMk/>
            <pc:sldMk cId="902381730" sldId="2147480855"/>
            <ac:spMk id="42" creationId="{E9D67230-30D7-8F0F-1BD0-A6BA820A7D1B}"/>
          </ac:spMkLst>
        </pc:spChg>
        <pc:spChg chg="del">
          <ac:chgData name="Takeuchi, Koichiro" userId="b3848a05-443b-4434-8fa5-7398ca0c03c9" providerId="ADAL" clId="{AE71EA6D-8CAE-4CA8-A4AE-CBE82EA043E5}" dt="2024-09-25T11:32:49.022" v="7001" actId="478"/>
          <ac:spMkLst>
            <pc:docMk/>
            <pc:sldMk cId="902381730" sldId="2147480855"/>
            <ac:spMk id="43" creationId="{4799A0D8-0238-85E7-EEAF-651EB881A813}"/>
          </ac:spMkLst>
        </pc:spChg>
        <pc:spChg chg="del">
          <ac:chgData name="Takeuchi, Koichiro" userId="b3848a05-443b-4434-8fa5-7398ca0c03c9" providerId="ADAL" clId="{AE71EA6D-8CAE-4CA8-A4AE-CBE82EA043E5}" dt="2024-09-25T11:32:49.022" v="7001" actId="478"/>
          <ac:spMkLst>
            <pc:docMk/>
            <pc:sldMk cId="902381730" sldId="2147480855"/>
            <ac:spMk id="44" creationId="{C02C02B9-BA8C-84EF-7647-0473130E509F}"/>
          </ac:spMkLst>
        </pc:spChg>
        <pc:spChg chg="del">
          <ac:chgData name="Takeuchi, Koichiro" userId="b3848a05-443b-4434-8fa5-7398ca0c03c9" providerId="ADAL" clId="{AE71EA6D-8CAE-4CA8-A4AE-CBE82EA043E5}" dt="2024-09-25T11:32:49.022" v="7001" actId="478"/>
          <ac:spMkLst>
            <pc:docMk/>
            <pc:sldMk cId="902381730" sldId="2147480855"/>
            <ac:spMk id="45" creationId="{E91FA006-37C9-2760-094F-E613E764056A}"/>
          </ac:spMkLst>
        </pc:spChg>
        <pc:spChg chg="del">
          <ac:chgData name="Takeuchi, Koichiro" userId="b3848a05-443b-4434-8fa5-7398ca0c03c9" providerId="ADAL" clId="{AE71EA6D-8CAE-4CA8-A4AE-CBE82EA043E5}" dt="2024-09-25T11:32:49.022" v="7001" actId="478"/>
          <ac:spMkLst>
            <pc:docMk/>
            <pc:sldMk cId="902381730" sldId="2147480855"/>
            <ac:spMk id="46" creationId="{F9239200-0334-8AF6-B770-474F65C7AB8C}"/>
          </ac:spMkLst>
        </pc:spChg>
        <pc:spChg chg="del">
          <ac:chgData name="Takeuchi, Koichiro" userId="b3848a05-443b-4434-8fa5-7398ca0c03c9" providerId="ADAL" clId="{AE71EA6D-8CAE-4CA8-A4AE-CBE82EA043E5}" dt="2024-09-25T11:32:49.022" v="7001" actId="478"/>
          <ac:spMkLst>
            <pc:docMk/>
            <pc:sldMk cId="902381730" sldId="2147480855"/>
            <ac:spMk id="47" creationId="{561DD742-1C58-6E9B-B8EC-B3B9BC0A4EA5}"/>
          </ac:spMkLst>
        </pc:spChg>
        <pc:spChg chg="add mod">
          <ac:chgData name="Takeuchi, Koichiro" userId="b3848a05-443b-4434-8fa5-7398ca0c03c9" providerId="ADAL" clId="{AE71EA6D-8CAE-4CA8-A4AE-CBE82EA043E5}" dt="2024-09-26T01:33:27.199" v="11148" actId="164"/>
          <ac:spMkLst>
            <pc:docMk/>
            <pc:sldMk cId="902381730" sldId="2147480855"/>
            <ac:spMk id="50" creationId="{398912D2-94C1-66EA-B32A-56AB87D85DAD}"/>
          </ac:spMkLst>
        </pc:spChg>
        <pc:spChg chg="add mod">
          <ac:chgData name="Takeuchi, Koichiro" userId="b3848a05-443b-4434-8fa5-7398ca0c03c9" providerId="ADAL" clId="{AE71EA6D-8CAE-4CA8-A4AE-CBE82EA043E5}" dt="2024-09-26T01:33:25.543" v="11147" actId="164"/>
          <ac:spMkLst>
            <pc:docMk/>
            <pc:sldMk cId="902381730" sldId="2147480855"/>
            <ac:spMk id="51" creationId="{CC7C3D79-5A46-5A45-4492-18EDA5B35A46}"/>
          </ac:spMkLst>
        </pc:spChg>
        <pc:spChg chg="add mod">
          <ac:chgData name="Takeuchi, Koichiro" userId="b3848a05-443b-4434-8fa5-7398ca0c03c9" providerId="ADAL" clId="{AE71EA6D-8CAE-4CA8-A4AE-CBE82EA043E5}" dt="2024-09-26T01:33:23.714" v="11146" actId="164"/>
          <ac:spMkLst>
            <pc:docMk/>
            <pc:sldMk cId="902381730" sldId="2147480855"/>
            <ac:spMk id="52" creationId="{A03224E5-AE53-3F93-6BC4-962ACBE3BB97}"/>
          </ac:spMkLst>
        </pc:spChg>
        <pc:spChg chg="add mod">
          <ac:chgData name="Takeuchi, Koichiro" userId="b3848a05-443b-4434-8fa5-7398ca0c03c9" providerId="ADAL" clId="{AE71EA6D-8CAE-4CA8-A4AE-CBE82EA043E5}" dt="2024-09-26T01:33:21.791" v="11145" actId="164"/>
          <ac:spMkLst>
            <pc:docMk/>
            <pc:sldMk cId="902381730" sldId="2147480855"/>
            <ac:spMk id="53" creationId="{DDB54F8E-7B13-E408-107D-9148C50C50B1}"/>
          </ac:spMkLst>
        </pc:spChg>
        <pc:spChg chg="add mod">
          <ac:chgData name="Takeuchi, Koichiro" userId="b3848a05-443b-4434-8fa5-7398ca0c03c9" providerId="ADAL" clId="{AE71EA6D-8CAE-4CA8-A4AE-CBE82EA043E5}" dt="2024-09-26T01:33:19.957" v="11144" actId="164"/>
          <ac:spMkLst>
            <pc:docMk/>
            <pc:sldMk cId="902381730" sldId="2147480855"/>
            <ac:spMk id="54" creationId="{B32A7A4B-3172-731C-3B87-6C49899DB31B}"/>
          </ac:spMkLst>
        </pc:spChg>
        <pc:spChg chg="add mod">
          <ac:chgData name="Takeuchi, Koichiro" userId="b3848a05-443b-4434-8fa5-7398ca0c03c9" providerId="ADAL" clId="{AE71EA6D-8CAE-4CA8-A4AE-CBE82EA043E5}" dt="2024-09-26T01:33:17.507" v="11143" actId="164"/>
          <ac:spMkLst>
            <pc:docMk/>
            <pc:sldMk cId="902381730" sldId="2147480855"/>
            <ac:spMk id="55" creationId="{088E7AB7-D4F9-4310-0333-FCA0BF3FF8C0}"/>
          </ac:spMkLst>
        </pc:spChg>
        <pc:spChg chg="add mod">
          <ac:chgData name="Takeuchi, Koichiro" userId="b3848a05-443b-4434-8fa5-7398ca0c03c9" providerId="ADAL" clId="{AE71EA6D-8CAE-4CA8-A4AE-CBE82EA043E5}" dt="2024-09-26T01:33:27.199" v="11148" actId="164"/>
          <ac:spMkLst>
            <pc:docMk/>
            <pc:sldMk cId="902381730" sldId="2147480855"/>
            <ac:spMk id="56" creationId="{C19D196A-984E-043C-5011-816354D0BEF2}"/>
          </ac:spMkLst>
        </pc:spChg>
        <pc:spChg chg="add mod">
          <ac:chgData name="Takeuchi, Koichiro" userId="b3848a05-443b-4434-8fa5-7398ca0c03c9" providerId="ADAL" clId="{AE71EA6D-8CAE-4CA8-A4AE-CBE82EA043E5}" dt="2024-09-26T01:33:25.543" v="11147" actId="164"/>
          <ac:spMkLst>
            <pc:docMk/>
            <pc:sldMk cId="902381730" sldId="2147480855"/>
            <ac:spMk id="57" creationId="{81FA4109-6614-2798-D1BE-360D568574E1}"/>
          </ac:spMkLst>
        </pc:spChg>
        <pc:spChg chg="add mod">
          <ac:chgData name="Takeuchi, Koichiro" userId="b3848a05-443b-4434-8fa5-7398ca0c03c9" providerId="ADAL" clId="{AE71EA6D-8CAE-4CA8-A4AE-CBE82EA043E5}" dt="2024-09-26T01:33:23.714" v="11146" actId="164"/>
          <ac:spMkLst>
            <pc:docMk/>
            <pc:sldMk cId="902381730" sldId="2147480855"/>
            <ac:spMk id="58" creationId="{E9C28FEA-7900-C7C3-F398-A19B6EFB1108}"/>
          </ac:spMkLst>
        </pc:spChg>
        <pc:spChg chg="add mod">
          <ac:chgData name="Takeuchi, Koichiro" userId="b3848a05-443b-4434-8fa5-7398ca0c03c9" providerId="ADAL" clId="{AE71EA6D-8CAE-4CA8-A4AE-CBE82EA043E5}" dt="2024-09-26T01:33:21.791" v="11145" actId="164"/>
          <ac:spMkLst>
            <pc:docMk/>
            <pc:sldMk cId="902381730" sldId="2147480855"/>
            <ac:spMk id="59" creationId="{17792A06-F521-FCAC-DD44-BF7DDA9B6499}"/>
          </ac:spMkLst>
        </pc:spChg>
        <pc:spChg chg="add mod">
          <ac:chgData name="Takeuchi, Koichiro" userId="b3848a05-443b-4434-8fa5-7398ca0c03c9" providerId="ADAL" clId="{AE71EA6D-8CAE-4CA8-A4AE-CBE82EA043E5}" dt="2024-09-26T01:33:19.957" v="11144" actId="164"/>
          <ac:spMkLst>
            <pc:docMk/>
            <pc:sldMk cId="902381730" sldId="2147480855"/>
            <ac:spMk id="60" creationId="{99CF806D-306C-CB5E-75BC-199FB12F9236}"/>
          </ac:spMkLst>
        </pc:spChg>
        <pc:spChg chg="add mod">
          <ac:chgData name="Takeuchi, Koichiro" userId="b3848a05-443b-4434-8fa5-7398ca0c03c9" providerId="ADAL" clId="{AE71EA6D-8CAE-4CA8-A4AE-CBE82EA043E5}" dt="2024-09-26T01:33:17.507" v="11143" actId="164"/>
          <ac:spMkLst>
            <pc:docMk/>
            <pc:sldMk cId="902381730" sldId="2147480855"/>
            <ac:spMk id="61" creationId="{9A73872D-E23E-0217-7C3C-673C2F0B2D52}"/>
          </ac:spMkLst>
        </pc:spChg>
        <pc:spChg chg="add mod">
          <ac:chgData name="Takeuchi, Koichiro" userId="b3848a05-443b-4434-8fa5-7398ca0c03c9" providerId="ADAL" clId="{AE71EA6D-8CAE-4CA8-A4AE-CBE82EA043E5}" dt="2024-09-26T01:40:05.612" v="11499" actId="20577"/>
          <ac:spMkLst>
            <pc:docMk/>
            <pc:sldMk cId="902381730" sldId="2147480855"/>
            <ac:spMk id="68" creationId="{0035A0F4-E177-420E-29B2-B87FC6A3522F}"/>
          </ac:spMkLst>
        </pc:spChg>
        <pc:grpChg chg="del">
          <ac:chgData name="Takeuchi, Koichiro" userId="b3848a05-443b-4434-8fa5-7398ca0c03c9" providerId="ADAL" clId="{AE71EA6D-8CAE-4CA8-A4AE-CBE82EA043E5}" dt="2024-09-25T11:32:49.022" v="7001" actId="478"/>
          <ac:grpSpMkLst>
            <pc:docMk/>
            <pc:sldMk cId="902381730" sldId="2147480855"/>
            <ac:grpSpMk id="8" creationId="{8C290843-8BCD-4DEC-060A-D3B1B6282C7B}"/>
          </ac:grpSpMkLst>
        </pc:grpChg>
        <pc:grpChg chg="del">
          <ac:chgData name="Takeuchi, Koichiro" userId="b3848a05-443b-4434-8fa5-7398ca0c03c9" providerId="ADAL" clId="{AE71EA6D-8CAE-4CA8-A4AE-CBE82EA043E5}" dt="2024-09-25T11:32:49.022" v="7001" actId="478"/>
          <ac:grpSpMkLst>
            <pc:docMk/>
            <pc:sldMk cId="902381730" sldId="2147480855"/>
            <ac:grpSpMk id="15" creationId="{775F07EC-6B09-F9EC-77A5-F80AD934F101}"/>
          </ac:grpSpMkLst>
        </pc:grpChg>
        <pc:grpChg chg="add mod">
          <ac:chgData name="Takeuchi, Koichiro" userId="b3848a05-443b-4434-8fa5-7398ca0c03c9" providerId="ADAL" clId="{AE71EA6D-8CAE-4CA8-A4AE-CBE82EA043E5}" dt="2024-09-26T01:34:08.574" v="11158" actId="164"/>
          <ac:grpSpMkLst>
            <pc:docMk/>
            <pc:sldMk cId="902381730" sldId="2147480855"/>
            <ac:grpSpMk id="62" creationId="{9FD15C0A-993B-A428-6730-AE50F5D77E97}"/>
          </ac:grpSpMkLst>
        </pc:grpChg>
        <pc:grpChg chg="add mod">
          <ac:chgData name="Takeuchi, Koichiro" userId="b3848a05-443b-4434-8fa5-7398ca0c03c9" providerId="ADAL" clId="{AE71EA6D-8CAE-4CA8-A4AE-CBE82EA043E5}" dt="2024-09-26T01:34:08.574" v="11158" actId="164"/>
          <ac:grpSpMkLst>
            <pc:docMk/>
            <pc:sldMk cId="902381730" sldId="2147480855"/>
            <ac:grpSpMk id="63" creationId="{F86E3B56-321B-69CA-D149-E4298333B0AC}"/>
          </ac:grpSpMkLst>
        </pc:grpChg>
        <pc:grpChg chg="add mod">
          <ac:chgData name="Takeuchi, Koichiro" userId="b3848a05-443b-4434-8fa5-7398ca0c03c9" providerId="ADAL" clId="{AE71EA6D-8CAE-4CA8-A4AE-CBE82EA043E5}" dt="2024-09-26T01:34:08.574" v="11158" actId="164"/>
          <ac:grpSpMkLst>
            <pc:docMk/>
            <pc:sldMk cId="902381730" sldId="2147480855"/>
            <ac:grpSpMk id="64" creationId="{BDB882BD-5C07-841A-A1C8-15B84A1796FE}"/>
          </ac:grpSpMkLst>
        </pc:grpChg>
        <pc:grpChg chg="add mod">
          <ac:chgData name="Takeuchi, Koichiro" userId="b3848a05-443b-4434-8fa5-7398ca0c03c9" providerId="ADAL" clId="{AE71EA6D-8CAE-4CA8-A4AE-CBE82EA043E5}" dt="2024-09-26T01:34:08.574" v="11158" actId="164"/>
          <ac:grpSpMkLst>
            <pc:docMk/>
            <pc:sldMk cId="902381730" sldId="2147480855"/>
            <ac:grpSpMk id="65" creationId="{D96BB33E-38EE-1F85-4663-F8DB2EDC5C67}"/>
          </ac:grpSpMkLst>
        </pc:grpChg>
        <pc:grpChg chg="add mod">
          <ac:chgData name="Takeuchi, Koichiro" userId="b3848a05-443b-4434-8fa5-7398ca0c03c9" providerId="ADAL" clId="{AE71EA6D-8CAE-4CA8-A4AE-CBE82EA043E5}" dt="2024-09-26T01:34:08.574" v="11158" actId="164"/>
          <ac:grpSpMkLst>
            <pc:docMk/>
            <pc:sldMk cId="902381730" sldId="2147480855"/>
            <ac:grpSpMk id="66" creationId="{89674DC1-6A9F-3D62-B675-44D553C4BD3E}"/>
          </ac:grpSpMkLst>
        </pc:grpChg>
        <pc:grpChg chg="add mod">
          <ac:chgData name="Takeuchi, Koichiro" userId="b3848a05-443b-4434-8fa5-7398ca0c03c9" providerId="ADAL" clId="{AE71EA6D-8CAE-4CA8-A4AE-CBE82EA043E5}" dt="2024-09-26T01:34:08.574" v="11158" actId="164"/>
          <ac:grpSpMkLst>
            <pc:docMk/>
            <pc:sldMk cId="902381730" sldId="2147480855"/>
            <ac:grpSpMk id="67" creationId="{7136A8C0-4BBC-558B-96E3-D1C65A9666FB}"/>
          </ac:grpSpMkLst>
        </pc:grpChg>
        <pc:grpChg chg="add mod">
          <ac:chgData name="Takeuchi, Koichiro" userId="b3848a05-443b-4434-8fa5-7398ca0c03c9" providerId="ADAL" clId="{AE71EA6D-8CAE-4CA8-A4AE-CBE82EA043E5}" dt="2024-09-26T01:34:10.754" v="11159" actId="554"/>
          <ac:grpSpMkLst>
            <pc:docMk/>
            <pc:sldMk cId="902381730" sldId="2147480855"/>
            <ac:grpSpMk id="69" creationId="{535BB39A-058C-56B5-0FF8-463C79C45A7D}"/>
          </ac:grpSpMkLst>
        </pc:grpChg>
        <pc:picChg chg="del">
          <ac:chgData name="Takeuchi, Koichiro" userId="b3848a05-443b-4434-8fa5-7398ca0c03c9" providerId="ADAL" clId="{AE71EA6D-8CAE-4CA8-A4AE-CBE82EA043E5}" dt="2024-09-25T11:32:49.022" v="7001" actId="478"/>
          <ac:picMkLst>
            <pc:docMk/>
            <pc:sldMk cId="902381730" sldId="2147480855"/>
            <ac:picMk id="30" creationId="{49E3A6D8-C633-D770-58DE-31C657070753}"/>
          </ac:picMkLst>
        </pc:picChg>
        <pc:picChg chg="del">
          <ac:chgData name="Takeuchi, Koichiro" userId="b3848a05-443b-4434-8fa5-7398ca0c03c9" providerId="ADAL" clId="{AE71EA6D-8CAE-4CA8-A4AE-CBE82EA043E5}" dt="2024-09-25T11:32:49.022" v="7001" actId="478"/>
          <ac:picMkLst>
            <pc:docMk/>
            <pc:sldMk cId="902381730" sldId="2147480855"/>
            <ac:picMk id="31" creationId="{1592694B-3C12-D976-D297-C33ECA617AAC}"/>
          </ac:picMkLst>
        </pc:picChg>
        <pc:picChg chg="del">
          <ac:chgData name="Takeuchi, Koichiro" userId="b3848a05-443b-4434-8fa5-7398ca0c03c9" providerId="ADAL" clId="{AE71EA6D-8CAE-4CA8-A4AE-CBE82EA043E5}" dt="2024-09-25T11:32:49.022" v="7001" actId="478"/>
          <ac:picMkLst>
            <pc:docMk/>
            <pc:sldMk cId="902381730" sldId="2147480855"/>
            <ac:picMk id="32" creationId="{2F292F22-927F-8D07-795C-88C73E055434}"/>
          </ac:picMkLst>
        </pc:picChg>
        <pc:picChg chg="del">
          <ac:chgData name="Takeuchi, Koichiro" userId="b3848a05-443b-4434-8fa5-7398ca0c03c9" providerId="ADAL" clId="{AE71EA6D-8CAE-4CA8-A4AE-CBE82EA043E5}" dt="2024-09-25T11:32:49.022" v="7001" actId="478"/>
          <ac:picMkLst>
            <pc:docMk/>
            <pc:sldMk cId="902381730" sldId="2147480855"/>
            <ac:picMk id="33" creationId="{03B79EBE-344A-28D5-E049-1213611797C1}"/>
          </ac:picMkLst>
        </pc:picChg>
        <pc:picChg chg="del">
          <ac:chgData name="Takeuchi, Koichiro" userId="b3848a05-443b-4434-8fa5-7398ca0c03c9" providerId="ADAL" clId="{AE71EA6D-8CAE-4CA8-A4AE-CBE82EA043E5}" dt="2024-09-25T11:32:49.022" v="7001" actId="478"/>
          <ac:picMkLst>
            <pc:docMk/>
            <pc:sldMk cId="902381730" sldId="2147480855"/>
            <ac:picMk id="34" creationId="{B5C58146-400B-27D5-BD33-CF20F5BF6495}"/>
          </ac:picMkLst>
        </pc:picChg>
        <pc:picChg chg="del">
          <ac:chgData name="Takeuchi, Koichiro" userId="b3848a05-443b-4434-8fa5-7398ca0c03c9" providerId="ADAL" clId="{AE71EA6D-8CAE-4CA8-A4AE-CBE82EA043E5}" dt="2024-09-25T11:32:49.022" v="7001" actId="478"/>
          <ac:picMkLst>
            <pc:docMk/>
            <pc:sldMk cId="902381730" sldId="2147480855"/>
            <ac:picMk id="35" creationId="{E15F8735-985A-DDAF-BD0A-EDE17C6F30D3}"/>
          </ac:picMkLst>
        </pc:picChg>
        <pc:picChg chg="del">
          <ac:chgData name="Takeuchi, Koichiro" userId="b3848a05-443b-4434-8fa5-7398ca0c03c9" providerId="ADAL" clId="{AE71EA6D-8CAE-4CA8-A4AE-CBE82EA043E5}" dt="2024-09-25T11:32:49.022" v="7001" actId="478"/>
          <ac:picMkLst>
            <pc:docMk/>
            <pc:sldMk cId="902381730" sldId="2147480855"/>
            <ac:picMk id="36" creationId="{6C886188-423B-61A9-DA72-1EB25F9FD159}"/>
          </ac:picMkLst>
        </pc:picChg>
        <pc:picChg chg="del">
          <ac:chgData name="Takeuchi, Koichiro" userId="b3848a05-443b-4434-8fa5-7398ca0c03c9" providerId="ADAL" clId="{AE71EA6D-8CAE-4CA8-A4AE-CBE82EA043E5}" dt="2024-09-25T11:32:49.022" v="7001" actId="478"/>
          <ac:picMkLst>
            <pc:docMk/>
            <pc:sldMk cId="902381730" sldId="2147480855"/>
            <ac:picMk id="37" creationId="{C31723B8-4E56-F792-069D-43E1FA484768}"/>
          </ac:picMkLst>
        </pc:picChg>
        <pc:picChg chg="del">
          <ac:chgData name="Takeuchi, Koichiro" userId="b3848a05-443b-4434-8fa5-7398ca0c03c9" providerId="ADAL" clId="{AE71EA6D-8CAE-4CA8-A4AE-CBE82EA043E5}" dt="2024-09-25T11:32:49.022" v="7001" actId="478"/>
          <ac:picMkLst>
            <pc:docMk/>
            <pc:sldMk cId="902381730" sldId="2147480855"/>
            <ac:picMk id="38" creationId="{CF2ADED1-0628-ED5C-4F20-52AFAFCEC0D5}"/>
          </ac:picMkLst>
        </pc:picChg>
        <pc:picChg chg="add mod">
          <ac:chgData name="Takeuchi, Koichiro" userId="b3848a05-443b-4434-8fa5-7398ca0c03c9" providerId="ADAL" clId="{AE71EA6D-8CAE-4CA8-A4AE-CBE82EA043E5}" dt="2024-09-26T01:34:10.754" v="11159" actId="554"/>
          <ac:picMkLst>
            <pc:docMk/>
            <pc:sldMk cId="902381730" sldId="2147480855"/>
            <ac:picMk id="49" creationId="{AC6B189D-756C-F5D5-3592-3D15B62A8F29}"/>
          </ac:picMkLst>
        </pc:picChg>
      </pc:sldChg>
      <pc:sldChg chg="new del">
        <pc:chgData name="Takeuchi, Koichiro" userId="b3848a05-443b-4434-8fa5-7398ca0c03c9" providerId="ADAL" clId="{AE71EA6D-8CAE-4CA8-A4AE-CBE82EA043E5}" dt="2024-09-25T11:45:51.331" v="7003" actId="680"/>
        <pc:sldMkLst>
          <pc:docMk/>
          <pc:sldMk cId="3182698860" sldId="2147480856"/>
        </pc:sldMkLst>
      </pc:sldChg>
      <pc:sldChg chg="addSp delSp modSp add mod">
        <pc:chgData name="Takeuchi, Koichiro" userId="b3848a05-443b-4434-8fa5-7398ca0c03c9" providerId="ADAL" clId="{AE71EA6D-8CAE-4CA8-A4AE-CBE82EA043E5}" dt="2024-09-25T11:52:49.866" v="7721" actId="1036"/>
        <pc:sldMkLst>
          <pc:docMk/>
          <pc:sldMk cId="3524859321" sldId="2147480856"/>
        </pc:sldMkLst>
        <pc:spChg chg="mod">
          <ac:chgData name="Takeuchi, Koichiro" userId="b3848a05-443b-4434-8fa5-7398ca0c03c9" providerId="ADAL" clId="{AE71EA6D-8CAE-4CA8-A4AE-CBE82EA043E5}" dt="2024-09-25T11:47:29.740" v="7093" actId="20577"/>
          <ac:spMkLst>
            <pc:docMk/>
            <pc:sldMk cId="3524859321" sldId="2147480856"/>
            <ac:spMk id="2" creationId="{F4871F63-DD6D-6167-6041-1D262D2745C6}"/>
          </ac:spMkLst>
        </pc:spChg>
        <pc:spChg chg="mod">
          <ac:chgData name="Takeuchi, Koichiro" userId="b3848a05-443b-4434-8fa5-7398ca0c03c9" providerId="ADAL" clId="{AE71EA6D-8CAE-4CA8-A4AE-CBE82EA043E5}" dt="2024-09-25T11:52:16.663" v="7672" actId="20577"/>
          <ac:spMkLst>
            <pc:docMk/>
            <pc:sldMk cId="3524859321" sldId="2147480856"/>
            <ac:spMk id="3" creationId="{0C98F0AC-66A4-A6E6-A50C-620A0DD456A6}"/>
          </ac:spMkLst>
        </pc:spChg>
        <pc:spChg chg="add del">
          <ac:chgData name="Takeuchi, Koichiro" userId="b3848a05-443b-4434-8fa5-7398ca0c03c9" providerId="ADAL" clId="{AE71EA6D-8CAE-4CA8-A4AE-CBE82EA043E5}" dt="2024-09-25T11:47:35.609" v="7095" actId="478"/>
          <ac:spMkLst>
            <pc:docMk/>
            <pc:sldMk cId="3524859321" sldId="2147480856"/>
            <ac:spMk id="5" creationId="{E809ABAD-B83F-9577-F05B-42FF12F1E4CE}"/>
          </ac:spMkLst>
        </pc:spChg>
        <pc:spChg chg="add del">
          <ac:chgData name="Takeuchi, Koichiro" userId="b3848a05-443b-4434-8fa5-7398ca0c03c9" providerId="ADAL" clId="{AE71EA6D-8CAE-4CA8-A4AE-CBE82EA043E5}" dt="2024-09-25T11:47:35.609" v="7095" actId="478"/>
          <ac:spMkLst>
            <pc:docMk/>
            <pc:sldMk cId="3524859321" sldId="2147480856"/>
            <ac:spMk id="6" creationId="{AD71C723-90C8-1D10-EA55-843C69AC7E9B}"/>
          </ac:spMkLst>
        </pc:spChg>
        <pc:spChg chg="add mod">
          <ac:chgData name="Takeuchi, Koichiro" userId="b3848a05-443b-4434-8fa5-7398ca0c03c9" providerId="ADAL" clId="{AE71EA6D-8CAE-4CA8-A4AE-CBE82EA043E5}" dt="2024-09-25T11:52:37.452" v="7698" actId="1035"/>
          <ac:spMkLst>
            <pc:docMk/>
            <pc:sldMk cId="3524859321" sldId="2147480856"/>
            <ac:spMk id="7" creationId="{1654E75C-80A6-3DDA-58F6-F599A6109FB3}"/>
          </ac:spMkLst>
        </pc:spChg>
        <pc:spChg chg="add mod">
          <ac:chgData name="Takeuchi, Koichiro" userId="b3848a05-443b-4434-8fa5-7398ca0c03c9" providerId="ADAL" clId="{AE71EA6D-8CAE-4CA8-A4AE-CBE82EA043E5}" dt="2024-09-25T11:52:37.452" v="7698" actId="1035"/>
          <ac:spMkLst>
            <pc:docMk/>
            <pc:sldMk cId="3524859321" sldId="2147480856"/>
            <ac:spMk id="9" creationId="{DE23C94C-DBA9-67C1-1570-71E9FC5325F5}"/>
          </ac:spMkLst>
        </pc:spChg>
        <pc:spChg chg="add del">
          <ac:chgData name="Takeuchi, Koichiro" userId="b3848a05-443b-4434-8fa5-7398ca0c03c9" providerId="ADAL" clId="{AE71EA6D-8CAE-4CA8-A4AE-CBE82EA043E5}" dt="2024-09-25T11:47:39.869" v="7096" actId="478"/>
          <ac:spMkLst>
            <pc:docMk/>
            <pc:sldMk cId="3524859321" sldId="2147480856"/>
            <ac:spMk id="14" creationId="{AA64C16A-B209-2A5B-796B-56D751CA8FA8}"/>
          </ac:spMkLst>
        </pc:spChg>
        <pc:spChg chg="add del">
          <ac:chgData name="Takeuchi, Koichiro" userId="b3848a05-443b-4434-8fa5-7398ca0c03c9" providerId="ADAL" clId="{AE71EA6D-8CAE-4CA8-A4AE-CBE82EA043E5}" dt="2024-09-25T11:47:39.869" v="7096" actId="478"/>
          <ac:spMkLst>
            <pc:docMk/>
            <pc:sldMk cId="3524859321" sldId="2147480856"/>
            <ac:spMk id="15" creationId="{E2AF5D4B-C51B-5020-53B2-C8C2CCF6EEAC}"/>
          </ac:spMkLst>
        </pc:spChg>
        <pc:spChg chg="add del">
          <ac:chgData name="Takeuchi, Koichiro" userId="b3848a05-443b-4434-8fa5-7398ca0c03c9" providerId="ADAL" clId="{AE71EA6D-8CAE-4CA8-A4AE-CBE82EA043E5}" dt="2024-09-25T11:47:39.869" v="7096" actId="478"/>
          <ac:spMkLst>
            <pc:docMk/>
            <pc:sldMk cId="3524859321" sldId="2147480856"/>
            <ac:spMk id="16" creationId="{32812AF3-1533-4C09-A3A8-57B04DCAA817}"/>
          </ac:spMkLst>
        </pc:spChg>
        <pc:spChg chg="add del">
          <ac:chgData name="Takeuchi, Koichiro" userId="b3848a05-443b-4434-8fa5-7398ca0c03c9" providerId="ADAL" clId="{AE71EA6D-8CAE-4CA8-A4AE-CBE82EA043E5}" dt="2024-09-25T11:47:39.869" v="7096" actId="478"/>
          <ac:spMkLst>
            <pc:docMk/>
            <pc:sldMk cId="3524859321" sldId="2147480856"/>
            <ac:spMk id="17" creationId="{813E4F5C-8202-4931-05FD-B273C0D2FFC7}"/>
          </ac:spMkLst>
        </pc:spChg>
        <pc:spChg chg="add del">
          <ac:chgData name="Takeuchi, Koichiro" userId="b3848a05-443b-4434-8fa5-7398ca0c03c9" providerId="ADAL" clId="{AE71EA6D-8CAE-4CA8-A4AE-CBE82EA043E5}" dt="2024-09-25T11:47:39.869" v="7096" actId="478"/>
          <ac:spMkLst>
            <pc:docMk/>
            <pc:sldMk cId="3524859321" sldId="2147480856"/>
            <ac:spMk id="18" creationId="{C9925B9B-4BAF-3881-B6B3-C210A0D1A4B5}"/>
          </ac:spMkLst>
        </pc:spChg>
        <pc:spChg chg="add del">
          <ac:chgData name="Takeuchi, Koichiro" userId="b3848a05-443b-4434-8fa5-7398ca0c03c9" providerId="ADAL" clId="{AE71EA6D-8CAE-4CA8-A4AE-CBE82EA043E5}" dt="2024-09-25T11:47:39.869" v="7096" actId="478"/>
          <ac:spMkLst>
            <pc:docMk/>
            <pc:sldMk cId="3524859321" sldId="2147480856"/>
            <ac:spMk id="19" creationId="{B9D5D212-975C-5E37-88A0-38CD9165E701}"/>
          </ac:spMkLst>
        </pc:spChg>
        <pc:spChg chg="add del">
          <ac:chgData name="Takeuchi, Koichiro" userId="b3848a05-443b-4434-8fa5-7398ca0c03c9" providerId="ADAL" clId="{AE71EA6D-8CAE-4CA8-A4AE-CBE82EA043E5}" dt="2024-09-25T11:47:39.869" v="7096" actId="478"/>
          <ac:spMkLst>
            <pc:docMk/>
            <pc:sldMk cId="3524859321" sldId="2147480856"/>
            <ac:spMk id="20" creationId="{9EB74300-1502-32F5-88AE-5FF9D2C51566}"/>
          </ac:spMkLst>
        </pc:spChg>
        <pc:spChg chg="add del">
          <ac:chgData name="Takeuchi, Koichiro" userId="b3848a05-443b-4434-8fa5-7398ca0c03c9" providerId="ADAL" clId="{AE71EA6D-8CAE-4CA8-A4AE-CBE82EA043E5}" dt="2024-09-25T11:47:39.869" v="7096" actId="478"/>
          <ac:spMkLst>
            <pc:docMk/>
            <pc:sldMk cId="3524859321" sldId="2147480856"/>
            <ac:spMk id="21" creationId="{EEDBE511-7B5A-F39F-91A3-AA747558E2F3}"/>
          </ac:spMkLst>
        </pc:spChg>
        <pc:spChg chg="add del">
          <ac:chgData name="Takeuchi, Koichiro" userId="b3848a05-443b-4434-8fa5-7398ca0c03c9" providerId="ADAL" clId="{AE71EA6D-8CAE-4CA8-A4AE-CBE82EA043E5}" dt="2024-09-25T11:47:39.869" v="7096" actId="478"/>
          <ac:spMkLst>
            <pc:docMk/>
            <pc:sldMk cId="3524859321" sldId="2147480856"/>
            <ac:spMk id="22" creationId="{D399909A-C331-AD0B-2161-254320A5A142}"/>
          </ac:spMkLst>
        </pc:spChg>
        <pc:spChg chg="add del">
          <ac:chgData name="Takeuchi, Koichiro" userId="b3848a05-443b-4434-8fa5-7398ca0c03c9" providerId="ADAL" clId="{AE71EA6D-8CAE-4CA8-A4AE-CBE82EA043E5}" dt="2024-09-25T11:47:39.869" v="7096" actId="478"/>
          <ac:spMkLst>
            <pc:docMk/>
            <pc:sldMk cId="3524859321" sldId="2147480856"/>
            <ac:spMk id="23" creationId="{E093ED8A-3091-B51D-7074-E470357147D2}"/>
          </ac:spMkLst>
        </pc:spChg>
        <pc:spChg chg="add mod">
          <ac:chgData name="Takeuchi, Koichiro" userId="b3848a05-443b-4434-8fa5-7398ca0c03c9" providerId="ADAL" clId="{AE71EA6D-8CAE-4CA8-A4AE-CBE82EA043E5}" dt="2024-09-25T11:52:37.452" v="7698" actId="1035"/>
          <ac:spMkLst>
            <pc:docMk/>
            <pc:sldMk cId="3524859321" sldId="2147480856"/>
            <ac:spMk id="24" creationId="{B47C0767-19C1-AC57-0E4D-A14EAEB9D3F5}"/>
          </ac:spMkLst>
        </pc:spChg>
        <pc:spChg chg="add mod">
          <ac:chgData name="Takeuchi, Koichiro" userId="b3848a05-443b-4434-8fa5-7398ca0c03c9" providerId="ADAL" clId="{AE71EA6D-8CAE-4CA8-A4AE-CBE82EA043E5}" dt="2024-09-25T11:52:37.452" v="7698" actId="1035"/>
          <ac:spMkLst>
            <pc:docMk/>
            <pc:sldMk cId="3524859321" sldId="2147480856"/>
            <ac:spMk id="25" creationId="{DF2ED160-A9FA-359A-2B34-9D93EA9B54C2}"/>
          </ac:spMkLst>
        </pc:spChg>
        <pc:spChg chg="add del">
          <ac:chgData name="Takeuchi, Koichiro" userId="b3848a05-443b-4434-8fa5-7398ca0c03c9" providerId="ADAL" clId="{AE71EA6D-8CAE-4CA8-A4AE-CBE82EA043E5}" dt="2024-09-25T11:47:39.869" v="7096" actId="478"/>
          <ac:spMkLst>
            <pc:docMk/>
            <pc:sldMk cId="3524859321" sldId="2147480856"/>
            <ac:spMk id="26" creationId="{0007F55F-2C48-961E-0556-1764DDFFC7F2}"/>
          </ac:spMkLst>
        </pc:spChg>
        <pc:spChg chg="add del">
          <ac:chgData name="Takeuchi, Koichiro" userId="b3848a05-443b-4434-8fa5-7398ca0c03c9" providerId="ADAL" clId="{AE71EA6D-8CAE-4CA8-A4AE-CBE82EA043E5}" dt="2024-09-25T11:47:39.869" v="7096" actId="478"/>
          <ac:spMkLst>
            <pc:docMk/>
            <pc:sldMk cId="3524859321" sldId="2147480856"/>
            <ac:spMk id="27" creationId="{5BB30AA3-198A-7236-166E-910118D09B2A}"/>
          </ac:spMkLst>
        </pc:spChg>
        <pc:spChg chg="add del">
          <ac:chgData name="Takeuchi, Koichiro" userId="b3848a05-443b-4434-8fa5-7398ca0c03c9" providerId="ADAL" clId="{AE71EA6D-8CAE-4CA8-A4AE-CBE82EA043E5}" dt="2024-09-25T11:47:39.869" v="7096" actId="478"/>
          <ac:spMkLst>
            <pc:docMk/>
            <pc:sldMk cId="3524859321" sldId="2147480856"/>
            <ac:spMk id="28" creationId="{A17D9638-4AF9-1407-0658-8BEBEA4CD0E7}"/>
          </ac:spMkLst>
        </pc:spChg>
        <pc:spChg chg="add del">
          <ac:chgData name="Takeuchi, Koichiro" userId="b3848a05-443b-4434-8fa5-7398ca0c03c9" providerId="ADAL" clId="{AE71EA6D-8CAE-4CA8-A4AE-CBE82EA043E5}" dt="2024-09-25T11:47:39.869" v="7096" actId="478"/>
          <ac:spMkLst>
            <pc:docMk/>
            <pc:sldMk cId="3524859321" sldId="2147480856"/>
            <ac:spMk id="29" creationId="{28208F67-E3E2-5A24-2911-A976F1F4BC62}"/>
          </ac:spMkLst>
        </pc:spChg>
        <pc:spChg chg="add mod">
          <ac:chgData name="Takeuchi, Koichiro" userId="b3848a05-443b-4434-8fa5-7398ca0c03c9" providerId="ADAL" clId="{AE71EA6D-8CAE-4CA8-A4AE-CBE82EA043E5}" dt="2024-09-25T11:52:37.452" v="7698" actId="1035"/>
          <ac:spMkLst>
            <pc:docMk/>
            <pc:sldMk cId="3524859321" sldId="2147480856"/>
            <ac:spMk id="33" creationId="{F3110223-BB00-C51D-D8A2-7948887D60F0}"/>
          </ac:spMkLst>
        </pc:spChg>
        <pc:spChg chg="add mod">
          <ac:chgData name="Takeuchi, Koichiro" userId="b3848a05-443b-4434-8fa5-7398ca0c03c9" providerId="ADAL" clId="{AE71EA6D-8CAE-4CA8-A4AE-CBE82EA043E5}" dt="2024-09-25T11:52:37.452" v="7698" actId="1035"/>
          <ac:spMkLst>
            <pc:docMk/>
            <pc:sldMk cId="3524859321" sldId="2147480856"/>
            <ac:spMk id="67" creationId="{9160F1C1-F544-80DF-401E-BFF59B845F84}"/>
          </ac:spMkLst>
        </pc:spChg>
        <pc:spChg chg="add del">
          <ac:chgData name="Takeuchi, Koichiro" userId="b3848a05-443b-4434-8fa5-7398ca0c03c9" providerId="ADAL" clId="{AE71EA6D-8CAE-4CA8-A4AE-CBE82EA043E5}" dt="2024-09-25T11:47:39.869" v="7096" actId="478"/>
          <ac:spMkLst>
            <pc:docMk/>
            <pc:sldMk cId="3524859321" sldId="2147480856"/>
            <ac:spMk id="68" creationId="{78224FF3-FC45-4C1E-B2D4-39E91DD1BA6B}"/>
          </ac:spMkLst>
        </pc:spChg>
        <pc:spChg chg="add del">
          <ac:chgData name="Takeuchi, Koichiro" userId="b3848a05-443b-4434-8fa5-7398ca0c03c9" providerId="ADAL" clId="{AE71EA6D-8CAE-4CA8-A4AE-CBE82EA043E5}" dt="2024-09-25T11:47:39.869" v="7096" actId="478"/>
          <ac:spMkLst>
            <pc:docMk/>
            <pc:sldMk cId="3524859321" sldId="2147480856"/>
            <ac:spMk id="69" creationId="{C9F0B1BF-2D51-9CB8-90DA-50F0CD092929}"/>
          </ac:spMkLst>
        </pc:spChg>
        <pc:spChg chg="add mod">
          <ac:chgData name="Takeuchi, Koichiro" userId="b3848a05-443b-4434-8fa5-7398ca0c03c9" providerId="ADAL" clId="{AE71EA6D-8CAE-4CA8-A4AE-CBE82EA043E5}" dt="2024-09-25T11:52:37.452" v="7698" actId="1035"/>
          <ac:spMkLst>
            <pc:docMk/>
            <pc:sldMk cId="3524859321" sldId="2147480856"/>
            <ac:spMk id="70" creationId="{BFAC9ED9-B2DF-D038-DFBF-FB3A6047258E}"/>
          </ac:spMkLst>
        </pc:spChg>
        <pc:spChg chg="add del">
          <ac:chgData name="Takeuchi, Koichiro" userId="b3848a05-443b-4434-8fa5-7398ca0c03c9" providerId="ADAL" clId="{AE71EA6D-8CAE-4CA8-A4AE-CBE82EA043E5}" dt="2024-09-25T11:47:39.869" v="7096" actId="478"/>
          <ac:spMkLst>
            <pc:docMk/>
            <pc:sldMk cId="3524859321" sldId="2147480856"/>
            <ac:spMk id="80" creationId="{E0365989-CA2F-7083-A760-26BE1FBBEDFC}"/>
          </ac:spMkLst>
        </pc:spChg>
        <pc:spChg chg="add del">
          <ac:chgData name="Takeuchi, Koichiro" userId="b3848a05-443b-4434-8fa5-7398ca0c03c9" providerId="ADAL" clId="{AE71EA6D-8CAE-4CA8-A4AE-CBE82EA043E5}" dt="2024-09-25T11:47:39.869" v="7096" actId="478"/>
          <ac:spMkLst>
            <pc:docMk/>
            <pc:sldMk cId="3524859321" sldId="2147480856"/>
            <ac:spMk id="81" creationId="{C09A1A30-7D2E-1983-17DB-6BE5C1289B1D}"/>
          </ac:spMkLst>
        </pc:spChg>
        <pc:spChg chg="add del">
          <ac:chgData name="Takeuchi, Koichiro" userId="b3848a05-443b-4434-8fa5-7398ca0c03c9" providerId="ADAL" clId="{AE71EA6D-8CAE-4CA8-A4AE-CBE82EA043E5}" dt="2024-09-25T11:47:39.869" v="7096" actId="478"/>
          <ac:spMkLst>
            <pc:docMk/>
            <pc:sldMk cId="3524859321" sldId="2147480856"/>
            <ac:spMk id="82" creationId="{4594B8C7-E951-E8CA-58A4-31D171AE0DFB}"/>
          </ac:spMkLst>
        </pc:spChg>
        <pc:spChg chg="add del">
          <ac:chgData name="Takeuchi, Koichiro" userId="b3848a05-443b-4434-8fa5-7398ca0c03c9" providerId="ADAL" clId="{AE71EA6D-8CAE-4CA8-A4AE-CBE82EA043E5}" dt="2024-09-25T11:47:39.869" v="7096" actId="478"/>
          <ac:spMkLst>
            <pc:docMk/>
            <pc:sldMk cId="3524859321" sldId="2147480856"/>
            <ac:spMk id="83" creationId="{CA6ED5D1-DCBE-DEAF-718D-15B9BFB29B2D}"/>
          </ac:spMkLst>
        </pc:spChg>
        <pc:spChg chg="add del">
          <ac:chgData name="Takeuchi, Koichiro" userId="b3848a05-443b-4434-8fa5-7398ca0c03c9" providerId="ADAL" clId="{AE71EA6D-8CAE-4CA8-A4AE-CBE82EA043E5}" dt="2024-09-25T11:47:39.869" v="7096" actId="478"/>
          <ac:spMkLst>
            <pc:docMk/>
            <pc:sldMk cId="3524859321" sldId="2147480856"/>
            <ac:spMk id="84" creationId="{11E16BF4-7306-4541-C57B-DC8373C340B5}"/>
          </ac:spMkLst>
        </pc:spChg>
        <pc:spChg chg="add del">
          <ac:chgData name="Takeuchi, Koichiro" userId="b3848a05-443b-4434-8fa5-7398ca0c03c9" providerId="ADAL" clId="{AE71EA6D-8CAE-4CA8-A4AE-CBE82EA043E5}" dt="2024-09-25T11:47:39.869" v="7096" actId="478"/>
          <ac:spMkLst>
            <pc:docMk/>
            <pc:sldMk cId="3524859321" sldId="2147480856"/>
            <ac:spMk id="85" creationId="{DCB8FC62-BDC2-2CF6-8C09-D5A6CD2BC3E1}"/>
          </ac:spMkLst>
        </pc:spChg>
        <pc:spChg chg="add mod">
          <ac:chgData name="Takeuchi, Koichiro" userId="b3848a05-443b-4434-8fa5-7398ca0c03c9" providerId="ADAL" clId="{AE71EA6D-8CAE-4CA8-A4AE-CBE82EA043E5}" dt="2024-09-25T11:52:37.452" v="7698" actId="1035"/>
          <ac:spMkLst>
            <pc:docMk/>
            <pc:sldMk cId="3524859321" sldId="2147480856"/>
            <ac:spMk id="86" creationId="{59ED9F35-1FC6-B94B-6A7A-FB7235F2790E}"/>
          </ac:spMkLst>
        </pc:spChg>
        <pc:spChg chg="add mod">
          <ac:chgData name="Takeuchi, Koichiro" userId="b3848a05-443b-4434-8fa5-7398ca0c03c9" providerId="ADAL" clId="{AE71EA6D-8CAE-4CA8-A4AE-CBE82EA043E5}" dt="2024-09-25T11:52:37.452" v="7698" actId="1035"/>
          <ac:spMkLst>
            <pc:docMk/>
            <pc:sldMk cId="3524859321" sldId="2147480856"/>
            <ac:spMk id="87" creationId="{EA5DDD7E-A960-533B-E941-A7C75B869DA3}"/>
          </ac:spMkLst>
        </pc:spChg>
        <pc:spChg chg="add mod">
          <ac:chgData name="Takeuchi, Koichiro" userId="b3848a05-443b-4434-8fa5-7398ca0c03c9" providerId="ADAL" clId="{AE71EA6D-8CAE-4CA8-A4AE-CBE82EA043E5}" dt="2024-09-25T11:52:37.452" v="7698" actId="1035"/>
          <ac:spMkLst>
            <pc:docMk/>
            <pc:sldMk cId="3524859321" sldId="2147480856"/>
            <ac:spMk id="88" creationId="{FD8A8BB7-8F30-40D6-C66F-D702F734412B}"/>
          </ac:spMkLst>
        </pc:spChg>
        <pc:spChg chg="add mod">
          <ac:chgData name="Takeuchi, Koichiro" userId="b3848a05-443b-4434-8fa5-7398ca0c03c9" providerId="ADAL" clId="{AE71EA6D-8CAE-4CA8-A4AE-CBE82EA043E5}" dt="2024-09-25T11:52:37.452" v="7698" actId="1035"/>
          <ac:spMkLst>
            <pc:docMk/>
            <pc:sldMk cId="3524859321" sldId="2147480856"/>
            <ac:spMk id="89" creationId="{0278662F-F213-A155-5D66-E552D311EE02}"/>
          </ac:spMkLst>
        </pc:spChg>
        <pc:spChg chg="add mod">
          <ac:chgData name="Takeuchi, Koichiro" userId="b3848a05-443b-4434-8fa5-7398ca0c03c9" providerId="ADAL" clId="{AE71EA6D-8CAE-4CA8-A4AE-CBE82EA043E5}" dt="2024-09-25T11:52:37.452" v="7698" actId="1035"/>
          <ac:spMkLst>
            <pc:docMk/>
            <pc:sldMk cId="3524859321" sldId="2147480856"/>
            <ac:spMk id="90" creationId="{75DA63E9-F684-7BBF-FD85-F9A467C526A7}"/>
          </ac:spMkLst>
        </pc:spChg>
        <pc:spChg chg="add mod">
          <ac:chgData name="Takeuchi, Koichiro" userId="b3848a05-443b-4434-8fa5-7398ca0c03c9" providerId="ADAL" clId="{AE71EA6D-8CAE-4CA8-A4AE-CBE82EA043E5}" dt="2024-09-25T11:52:37.452" v="7698" actId="1035"/>
          <ac:spMkLst>
            <pc:docMk/>
            <pc:sldMk cId="3524859321" sldId="2147480856"/>
            <ac:spMk id="91" creationId="{CBD1990F-2759-89A7-E59C-A5DE9A545D27}"/>
          </ac:spMkLst>
        </pc:spChg>
        <pc:spChg chg="add mod">
          <ac:chgData name="Takeuchi, Koichiro" userId="b3848a05-443b-4434-8fa5-7398ca0c03c9" providerId="ADAL" clId="{AE71EA6D-8CAE-4CA8-A4AE-CBE82EA043E5}" dt="2024-09-25T11:52:37.452" v="7698" actId="1035"/>
          <ac:spMkLst>
            <pc:docMk/>
            <pc:sldMk cId="3524859321" sldId="2147480856"/>
            <ac:spMk id="92" creationId="{78681672-FF3E-0F62-128B-0FC1564EA71E}"/>
          </ac:spMkLst>
        </pc:spChg>
        <pc:spChg chg="add mod">
          <ac:chgData name="Takeuchi, Koichiro" userId="b3848a05-443b-4434-8fa5-7398ca0c03c9" providerId="ADAL" clId="{AE71EA6D-8CAE-4CA8-A4AE-CBE82EA043E5}" dt="2024-09-25T11:52:37.452" v="7698" actId="1035"/>
          <ac:spMkLst>
            <pc:docMk/>
            <pc:sldMk cId="3524859321" sldId="2147480856"/>
            <ac:spMk id="93" creationId="{DF31156E-DA60-91E6-B794-A488677DEE4E}"/>
          </ac:spMkLst>
        </pc:spChg>
        <pc:spChg chg="add mod">
          <ac:chgData name="Takeuchi, Koichiro" userId="b3848a05-443b-4434-8fa5-7398ca0c03c9" providerId="ADAL" clId="{AE71EA6D-8CAE-4CA8-A4AE-CBE82EA043E5}" dt="2024-09-25T11:52:37.452" v="7698" actId="1035"/>
          <ac:spMkLst>
            <pc:docMk/>
            <pc:sldMk cId="3524859321" sldId="2147480856"/>
            <ac:spMk id="94" creationId="{AE30233D-1514-352B-16CD-61FDB079F611}"/>
          </ac:spMkLst>
        </pc:spChg>
        <pc:spChg chg="add mod">
          <ac:chgData name="Takeuchi, Koichiro" userId="b3848a05-443b-4434-8fa5-7398ca0c03c9" providerId="ADAL" clId="{AE71EA6D-8CAE-4CA8-A4AE-CBE82EA043E5}" dt="2024-09-25T11:52:37.452" v="7698" actId="1035"/>
          <ac:spMkLst>
            <pc:docMk/>
            <pc:sldMk cId="3524859321" sldId="2147480856"/>
            <ac:spMk id="95" creationId="{0EE32B1F-6E28-DD3E-D001-4869F6300B7A}"/>
          </ac:spMkLst>
        </pc:spChg>
        <pc:spChg chg="add mod">
          <ac:chgData name="Takeuchi, Koichiro" userId="b3848a05-443b-4434-8fa5-7398ca0c03c9" providerId="ADAL" clId="{AE71EA6D-8CAE-4CA8-A4AE-CBE82EA043E5}" dt="2024-09-25T11:52:37.452" v="7698" actId="1035"/>
          <ac:spMkLst>
            <pc:docMk/>
            <pc:sldMk cId="3524859321" sldId="2147480856"/>
            <ac:spMk id="96" creationId="{97A5F888-072F-E696-7CC7-94CF4883FD69}"/>
          </ac:spMkLst>
        </pc:spChg>
        <pc:spChg chg="add mod">
          <ac:chgData name="Takeuchi, Koichiro" userId="b3848a05-443b-4434-8fa5-7398ca0c03c9" providerId="ADAL" clId="{AE71EA6D-8CAE-4CA8-A4AE-CBE82EA043E5}" dt="2024-09-25T11:52:37.452" v="7698" actId="1035"/>
          <ac:spMkLst>
            <pc:docMk/>
            <pc:sldMk cId="3524859321" sldId="2147480856"/>
            <ac:spMk id="97" creationId="{58252433-799D-CA53-09F6-865D4EC39A9B}"/>
          </ac:spMkLst>
        </pc:spChg>
        <pc:spChg chg="add mod">
          <ac:chgData name="Takeuchi, Koichiro" userId="b3848a05-443b-4434-8fa5-7398ca0c03c9" providerId="ADAL" clId="{AE71EA6D-8CAE-4CA8-A4AE-CBE82EA043E5}" dt="2024-09-25T11:52:37.452" v="7698" actId="1035"/>
          <ac:spMkLst>
            <pc:docMk/>
            <pc:sldMk cId="3524859321" sldId="2147480856"/>
            <ac:spMk id="98" creationId="{155BAFCB-FFFE-A724-3184-FA0385BA92BA}"/>
          </ac:spMkLst>
        </pc:spChg>
        <pc:spChg chg="add mod">
          <ac:chgData name="Takeuchi, Koichiro" userId="b3848a05-443b-4434-8fa5-7398ca0c03c9" providerId="ADAL" clId="{AE71EA6D-8CAE-4CA8-A4AE-CBE82EA043E5}" dt="2024-09-25T11:52:37.452" v="7698" actId="1035"/>
          <ac:spMkLst>
            <pc:docMk/>
            <pc:sldMk cId="3524859321" sldId="2147480856"/>
            <ac:spMk id="99" creationId="{C57CBC0F-2016-9AC0-C6E8-7B385CDE2043}"/>
          </ac:spMkLst>
        </pc:spChg>
        <pc:spChg chg="add mod">
          <ac:chgData name="Takeuchi, Koichiro" userId="b3848a05-443b-4434-8fa5-7398ca0c03c9" providerId="ADAL" clId="{AE71EA6D-8CAE-4CA8-A4AE-CBE82EA043E5}" dt="2024-09-25T11:52:37.452" v="7698" actId="1035"/>
          <ac:spMkLst>
            <pc:docMk/>
            <pc:sldMk cId="3524859321" sldId="2147480856"/>
            <ac:spMk id="100" creationId="{AFC93A5D-B64F-58E0-DEA0-E77B21BBB318}"/>
          </ac:spMkLst>
        </pc:spChg>
        <pc:spChg chg="add mod">
          <ac:chgData name="Takeuchi, Koichiro" userId="b3848a05-443b-4434-8fa5-7398ca0c03c9" providerId="ADAL" clId="{AE71EA6D-8CAE-4CA8-A4AE-CBE82EA043E5}" dt="2024-09-25T11:52:37.452" v="7698" actId="1035"/>
          <ac:spMkLst>
            <pc:docMk/>
            <pc:sldMk cId="3524859321" sldId="2147480856"/>
            <ac:spMk id="101" creationId="{D01DD059-3C20-9EA4-09E9-B64BF57D5816}"/>
          </ac:spMkLst>
        </pc:spChg>
        <pc:spChg chg="add mod">
          <ac:chgData name="Takeuchi, Koichiro" userId="b3848a05-443b-4434-8fa5-7398ca0c03c9" providerId="ADAL" clId="{AE71EA6D-8CAE-4CA8-A4AE-CBE82EA043E5}" dt="2024-09-25T11:52:37.452" v="7698" actId="1035"/>
          <ac:spMkLst>
            <pc:docMk/>
            <pc:sldMk cId="3524859321" sldId="2147480856"/>
            <ac:spMk id="102" creationId="{AAF41CFE-34E9-307F-963E-637299A29B42}"/>
          </ac:spMkLst>
        </pc:spChg>
        <pc:spChg chg="add mod">
          <ac:chgData name="Takeuchi, Koichiro" userId="b3848a05-443b-4434-8fa5-7398ca0c03c9" providerId="ADAL" clId="{AE71EA6D-8CAE-4CA8-A4AE-CBE82EA043E5}" dt="2024-09-25T11:52:37.452" v="7698" actId="1035"/>
          <ac:spMkLst>
            <pc:docMk/>
            <pc:sldMk cId="3524859321" sldId="2147480856"/>
            <ac:spMk id="103" creationId="{67D17F78-3C41-D41D-5D42-ED575DC2D513}"/>
          </ac:spMkLst>
        </pc:spChg>
        <pc:spChg chg="add mod">
          <ac:chgData name="Takeuchi, Koichiro" userId="b3848a05-443b-4434-8fa5-7398ca0c03c9" providerId="ADAL" clId="{AE71EA6D-8CAE-4CA8-A4AE-CBE82EA043E5}" dt="2024-09-25T11:52:37.452" v="7698" actId="1035"/>
          <ac:spMkLst>
            <pc:docMk/>
            <pc:sldMk cId="3524859321" sldId="2147480856"/>
            <ac:spMk id="104" creationId="{340ADEF6-686C-9A9D-26DB-E19902A62689}"/>
          </ac:spMkLst>
        </pc:spChg>
        <pc:spChg chg="add mod">
          <ac:chgData name="Takeuchi, Koichiro" userId="b3848a05-443b-4434-8fa5-7398ca0c03c9" providerId="ADAL" clId="{AE71EA6D-8CAE-4CA8-A4AE-CBE82EA043E5}" dt="2024-09-25T11:52:37.452" v="7698" actId="1035"/>
          <ac:spMkLst>
            <pc:docMk/>
            <pc:sldMk cId="3524859321" sldId="2147480856"/>
            <ac:spMk id="109" creationId="{6BBE2ECC-92D0-5B23-D620-ED9B0FF4E920}"/>
          </ac:spMkLst>
        </pc:spChg>
        <pc:spChg chg="add mod">
          <ac:chgData name="Takeuchi, Koichiro" userId="b3848a05-443b-4434-8fa5-7398ca0c03c9" providerId="ADAL" clId="{AE71EA6D-8CAE-4CA8-A4AE-CBE82EA043E5}" dt="2024-09-25T11:52:37.452" v="7698" actId="1035"/>
          <ac:spMkLst>
            <pc:docMk/>
            <pc:sldMk cId="3524859321" sldId="2147480856"/>
            <ac:spMk id="110" creationId="{A6359A28-3B94-7ABB-F4AC-2391767F738B}"/>
          </ac:spMkLst>
        </pc:spChg>
        <pc:spChg chg="add mod">
          <ac:chgData name="Takeuchi, Koichiro" userId="b3848a05-443b-4434-8fa5-7398ca0c03c9" providerId="ADAL" clId="{AE71EA6D-8CAE-4CA8-A4AE-CBE82EA043E5}" dt="2024-09-25T11:52:37.452" v="7698" actId="1035"/>
          <ac:spMkLst>
            <pc:docMk/>
            <pc:sldMk cId="3524859321" sldId="2147480856"/>
            <ac:spMk id="112" creationId="{7192E242-8CCD-01F8-5FD8-F7DC4F6C40E6}"/>
          </ac:spMkLst>
        </pc:spChg>
        <pc:spChg chg="add mod">
          <ac:chgData name="Takeuchi, Koichiro" userId="b3848a05-443b-4434-8fa5-7398ca0c03c9" providerId="ADAL" clId="{AE71EA6D-8CAE-4CA8-A4AE-CBE82EA043E5}" dt="2024-09-25T11:52:37.452" v="7698" actId="1035"/>
          <ac:spMkLst>
            <pc:docMk/>
            <pc:sldMk cId="3524859321" sldId="2147480856"/>
            <ac:spMk id="116" creationId="{2E930F08-E6EB-8196-D1C5-0EE6D2449B2D}"/>
          </ac:spMkLst>
        </pc:spChg>
        <pc:spChg chg="add mod">
          <ac:chgData name="Takeuchi, Koichiro" userId="b3848a05-443b-4434-8fa5-7398ca0c03c9" providerId="ADAL" clId="{AE71EA6D-8CAE-4CA8-A4AE-CBE82EA043E5}" dt="2024-09-25T11:52:37.452" v="7698" actId="1035"/>
          <ac:spMkLst>
            <pc:docMk/>
            <pc:sldMk cId="3524859321" sldId="2147480856"/>
            <ac:spMk id="120" creationId="{ACCA15EE-D23E-54C1-3262-5B27DE521225}"/>
          </ac:spMkLst>
        </pc:spChg>
        <pc:spChg chg="add mod">
          <ac:chgData name="Takeuchi, Koichiro" userId="b3848a05-443b-4434-8fa5-7398ca0c03c9" providerId="ADAL" clId="{AE71EA6D-8CAE-4CA8-A4AE-CBE82EA043E5}" dt="2024-09-25T11:52:37.452" v="7698" actId="1035"/>
          <ac:spMkLst>
            <pc:docMk/>
            <pc:sldMk cId="3524859321" sldId="2147480856"/>
            <ac:spMk id="126" creationId="{EEE297E5-C143-029F-C94F-7953FFB172F0}"/>
          </ac:spMkLst>
        </pc:spChg>
        <pc:spChg chg="add mod">
          <ac:chgData name="Takeuchi, Koichiro" userId="b3848a05-443b-4434-8fa5-7398ca0c03c9" providerId="ADAL" clId="{AE71EA6D-8CAE-4CA8-A4AE-CBE82EA043E5}" dt="2024-09-25T11:52:37.452" v="7698" actId="1035"/>
          <ac:spMkLst>
            <pc:docMk/>
            <pc:sldMk cId="3524859321" sldId="2147480856"/>
            <ac:spMk id="127" creationId="{13052505-7A6D-D2F2-F99B-7628A2CD0F63}"/>
          </ac:spMkLst>
        </pc:spChg>
        <pc:spChg chg="add mod">
          <ac:chgData name="Takeuchi, Koichiro" userId="b3848a05-443b-4434-8fa5-7398ca0c03c9" providerId="ADAL" clId="{AE71EA6D-8CAE-4CA8-A4AE-CBE82EA043E5}" dt="2024-09-25T11:52:37.452" v="7698" actId="1035"/>
          <ac:spMkLst>
            <pc:docMk/>
            <pc:sldMk cId="3524859321" sldId="2147480856"/>
            <ac:spMk id="128" creationId="{DA32B361-BA93-027A-8FA7-EE79B6E3A2F0}"/>
          </ac:spMkLst>
        </pc:spChg>
        <pc:spChg chg="add mod">
          <ac:chgData name="Takeuchi, Koichiro" userId="b3848a05-443b-4434-8fa5-7398ca0c03c9" providerId="ADAL" clId="{AE71EA6D-8CAE-4CA8-A4AE-CBE82EA043E5}" dt="2024-09-25T11:52:49.866" v="7721" actId="1036"/>
          <ac:spMkLst>
            <pc:docMk/>
            <pc:sldMk cId="3524859321" sldId="2147480856"/>
            <ac:spMk id="129" creationId="{1FC04968-7DFB-5FB4-640F-95C0197F8ABD}"/>
          </ac:spMkLst>
        </pc:spChg>
        <pc:spChg chg="add mod">
          <ac:chgData name="Takeuchi, Koichiro" userId="b3848a05-443b-4434-8fa5-7398ca0c03c9" providerId="ADAL" clId="{AE71EA6D-8CAE-4CA8-A4AE-CBE82EA043E5}" dt="2024-09-25T11:52:37.452" v="7698" actId="1035"/>
          <ac:spMkLst>
            <pc:docMk/>
            <pc:sldMk cId="3524859321" sldId="2147480856"/>
            <ac:spMk id="130" creationId="{83A116F0-A1BF-F905-E647-EEA052FF4518}"/>
          </ac:spMkLst>
        </pc:spChg>
        <pc:spChg chg="add mod">
          <ac:chgData name="Takeuchi, Koichiro" userId="b3848a05-443b-4434-8fa5-7398ca0c03c9" providerId="ADAL" clId="{AE71EA6D-8CAE-4CA8-A4AE-CBE82EA043E5}" dt="2024-09-25T11:52:37.452" v="7698" actId="1035"/>
          <ac:spMkLst>
            <pc:docMk/>
            <pc:sldMk cId="3524859321" sldId="2147480856"/>
            <ac:spMk id="131" creationId="{28D00DDF-D2F1-3C0B-C9CE-4E4DD34C5323}"/>
          </ac:spMkLst>
        </pc:spChg>
        <pc:spChg chg="add mod">
          <ac:chgData name="Takeuchi, Koichiro" userId="b3848a05-443b-4434-8fa5-7398ca0c03c9" providerId="ADAL" clId="{AE71EA6D-8CAE-4CA8-A4AE-CBE82EA043E5}" dt="2024-09-25T11:52:37.452" v="7698" actId="1035"/>
          <ac:spMkLst>
            <pc:docMk/>
            <pc:sldMk cId="3524859321" sldId="2147480856"/>
            <ac:spMk id="132" creationId="{CDAF903A-D472-87E1-7DEB-A7547FEBED9E}"/>
          </ac:spMkLst>
        </pc:spChg>
        <pc:grpChg chg="add del">
          <ac:chgData name="Takeuchi, Koichiro" userId="b3848a05-443b-4434-8fa5-7398ca0c03c9" providerId="ADAL" clId="{AE71EA6D-8CAE-4CA8-A4AE-CBE82EA043E5}" dt="2024-09-25T11:47:39.869" v="7096" actId="478"/>
          <ac:grpSpMkLst>
            <pc:docMk/>
            <pc:sldMk cId="3524859321" sldId="2147480856"/>
            <ac:grpSpMk id="13" creationId="{5C5E99E5-708B-B4E2-D577-494B5D69BA62}"/>
          </ac:grpSpMkLst>
        </pc:grpChg>
        <pc:grpChg chg="add del">
          <ac:chgData name="Takeuchi, Koichiro" userId="b3848a05-443b-4434-8fa5-7398ca0c03c9" providerId="ADAL" clId="{AE71EA6D-8CAE-4CA8-A4AE-CBE82EA043E5}" dt="2024-09-25T11:47:39.869" v="7096" actId="478"/>
          <ac:grpSpMkLst>
            <pc:docMk/>
            <pc:sldMk cId="3524859321" sldId="2147480856"/>
            <ac:grpSpMk id="47" creationId="{E70F471B-F500-CC93-AE52-C5D2630CA66F}"/>
          </ac:grpSpMkLst>
        </pc:grpChg>
        <pc:grpChg chg="add del">
          <ac:chgData name="Takeuchi, Koichiro" userId="b3848a05-443b-4434-8fa5-7398ca0c03c9" providerId="ADAL" clId="{AE71EA6D-8CAE-4CA8-A4AE-CBE82EA043E5}" dt="2024-09-25T11:47:39.869" v="7096" actId="478"/>
          <ac:grpSpMkLst>
            <pc:docMk/>
            <pc:sldMk cId="3524859321" sldId="2147480856"/>
            <ac:grpSpMk id="48" creationId="{22521FBB-FB27-B4FE-9EE3-8C2306D2CCBA}"/>
          </ac:grpSpMkLst>
        </pc:grpChg>
        <pc:grpChg chg="add del">
          <ac:chgData name="Takeuchi, Koichiro" userId="b3848a05-443b-4434-8fa5-7398ca0c03c9" providerId="ADAL" clId="{AE71EA6D-8CAE-4CA8-A4AE-CBE82EA043E5}" dt="2024-09-25T11:47:39.869" v="7096" actId="478"/>
          <ac:grpSpMkLst>
            <pc:docMk/>
            <pc:sldMk cId="3524859321" sldId="2147480856"/>
            <ac:grpSpMk id="49" creationId="{C728D113-7E16-7741-E4E4-1DA1DDC2A22E}"/>
          </ac:grpSpMkLst>
        </pc:grpChg>
        <pc:grpChg chg="add del">
          <ac:chgData name="Takeuchi, Koichiro" userId="b3848a05-443b-4434-8fa5-7398ca0c03c9" providerId="ADAL" clId="{AE71EA6D-8CAE-4CA8-A4AE-CBE82EA043E5}" dt="2024-09-25T11:47:39.869" v="7096" actId="478"/>
          <ac:grpSpMkLst>
            <pc:docMk/>
            <pc:sldMk cId="3524859321" sldId="2147480856"/>
            <ac:grpSpMk id="58" creationId="{02E71618-9A39-6CCE-225F-04C1E91E67A7}"/>
          </ac:grpSpMkLst>
        </pc:grpChg>
        <pc:grpChg chg="add del">
          <ac:chgData name="Takeuchi, Koichiro" userId="b3848a05-443b-4434-8fa5-7398ca0c03c9" providerId="ADAL" clId="{AE71EA6D-8CAE-4CA8-A4AE-CBE82EA043E5}" dt="2024-09-25T11:47:39.869" v="7096" actId="478"/>
          <ac:grpSpMkLst>
            <pc:docMk/>
            <pc:sldMk cId="3524859321" sldId="2147480856"/>
            <ac:grpSpMk id="71" creationId="{9E437840-817A-119F-180D-0F1761543670}"/>
          </ac:grpSpMkLst>
        </pc:grpChg>
        <pc:picChg chg="add del">
          <ac:chgData name="Takeuchi, Koichiro" userId="b3848a05-443b-4434-8fa5-7398ca0c03c9" providerId="ADAL" clId="{AE71EA6D-8CAE-4CA8-A4AE-CBE82EA043E5}" dt="2024-09-25T11:47:39.869" v="7096" actId="478"/>
          <ac:picMkLst>
            <pc:docMk/>
            <pc:sldMk cId="3524859321" sldId="2147480856"/>
            <ac:picMk id="8" creationId="{3D764613-8918-F736-DE34-204B85180D3F}"/>
          </ac:picMkLst>
        </pc:picChg>
        <pc:picChg chg="add del">
          <ac:chgData name="Takeuchi, Koichiro" userId="b3848a05-443b-4434-8fa5-7398ca0c03c9" providerId="ADAL" clId="{AE71EA6D-8CAE-4CA8-A4AE-CBE82EA043E5}" dt="2024-09-25T11:47:39.869" v="7096" actId="478"/>
          <ac:picMkLst>
            <pc:docMk/>
            <pc:sldMk cId="3524859321" sldId="2147480856"/>
            <ac:picMk id="10" creationId="{D54926C7-AE94-C884-46A4-580622587C19}"/>
          </ac:picMkLst>
        </pc:picChg>
        <pc:picChg chg="add mod">
          <ac:chgData name="Takeuchi, Koichiro" userId="b3848a05-443b-4434-8fa5-7398ca0c03c9" providerId="ADAL" clId="{AE71EA6D-8CAE-4CA8-A4AE-CBE82EA043E5}" dt="2024-09-25T11:52:37.452" v="7698" actId="1035"/>
          <ac:picMkLst>
            <pc:docMk/>
            <pc:sldMk cId="3524859321" sldId="2147480856"/>
            <ac:picMk id="117" creationId="{6B0173B0-2E39-DC4D-7041-FDAFD7017934}"/>
          </ac:picMkLst>
        </pc:picChg>
        <pc:picChg chg="add mod">
          <ac:chgData name="Takeuchi, Koichiro" userId="b3848a05-443b-4434-8fa5-7398ca0c03c9" providerId="ADAL" clId="{AE71EA6D-8CAE-4CA8-A4AE-CBE82EA043E5}" dt="2024-09-25T11:52:37.452" v="7698" actId="1035"/>
          <ac:picMkLst>
            <pc:docMk/>
            <pc:sldMk cId="3524859321" sldId="2147480856"/>
            <ac:picMk id="118" creationId="{F35047E7-5266-E714-4675-00DD8056659E}"/>
          </ac:picMkLst>
        </pc:picChg>
        <pc:picChg chg="add mod">
          <ac:chgData name="Takeuchi, Koichiro" userId="b3848a05-443b-4434-8fa5-7398ca0c03c9" providerId="ADAL" clId="{AE71EA6D-8CAE-4CA8-A4AE-CBE82EA043E5}" dt="2024-09-25T11:52:37.452" v="7698" actId="1035"/>
          <ac:picMkLst>
            <pc:docMk/>
            <pc:sldMk cId="3524859321" sldId="2147480856"/>
            <ac:picMk id="119" creationId="{9FE1DA99-29FA-8A8B-106D-525A50EC1978}"/>
          </ac:picMkLst>
        </pc:picChg>
        <pc:picChg chg="add mod">
          <ac:chgData name="Takeuchi, Koichiro" userId="b3848a05-443b-4434-8fa5-7398ca0c03c9" providerId="ADAL" clId="{AE71EA6D-8CAE-4CA8-A4AE-CBE82EA043E5}" dt="2024-09-25T11:52:37.452" v="7698" actId="1035"/>
          <ac:picMkLst>
            <pc:docMk/>
            <pc:sldMk cId="3524859321" sldId="2147480856"/>
            <ac:picMk id="121" creationId="{A5397921-030B-DED4-2CB2-64012EFF9169}"/>
          </ac:picMkLst>
        </pc:picChg>
        <pc:picChg chg="add mod">
          <ac:chgData name="Takeuchi, Koichiro" userId="b3848a05-443b-4434-8fa5-7398ca0c03c9" providerId="ADAL" clId="{AE71EA6D-8CAE-4CA8-A4AE-CBE82EA043E5}" dt="2024-09-25T11:52:37.452" v="7698" actId="1035"/>
          <ac:picMkLst>
            <pc:docMk/>
            <pc:sldMk cId="3524859321" sldId="2147480856"/>
            <ac:picMk id="122" creationId="{5CA8DEEA-ED55-FA46-4A55-1582914E320B}"/>
          </ac:picMkLst>
        </pc:picChg>
        <pc:picChg chg="add mod">
          <ac:chgData name="Takeuchi, Koichiro" userId="b3848a05-443b-4434-8fa5-7398ca0c03c9" providerId="ADAL" clId="{AE71EA6D-8CAE-4CA8-A4AE-CBE82EA043E5}" dt="2024-09-25T11:52:37.452" v="7698" actId="1035"/>
          <ac:picMkLst>
            <pc:docMk/>
            <pc:sldMk cId="3524859321" sldId="2147480856"/>
            <ac:picMk id="123" creationId="{0343A566-4C74-E801-CB4B-56616409EA0B}"/>
          </ac:picMkLst>
        </pc:picChg>
        <pc:picChg chg="add mod">
          <ac:chgData name="Takeuchi, Koichiro" userId="b3848a05-443b-4434-8fa5-7398ca0c03c9" providerId="ADAL" clId="{AE71EA6D-8CAE-4CA8-A4AE-CBE82EA043E5}" dt="2024-09-25T11:52:37.452" v="7698" actId="1035"/>
          <ac:picMkLst>
            <pc:docMk/>
            <pc:sldMk cId="3524859321" sldId="2147480856"/>
            <ac:picMk id="124" creationId="{49783ACD-5E85-B3F2-E073-FBBE4BD00192}"/>
          </ac:picMkLst>
        </pc:picChg>
        <pc:cxnChg chg="add mod">
          <ac:chgData name="Takeuchi, Koichiro" userId="b3848a05-443b-4434-8fa5-7398ca0c03c9" providerId="ADAL" clId="{AE71EA6D-8CAE-4CA8-A4AE-CBE82EA043E5}" dt="2024-09-25T11:52:37.452" v="7698" actId="1035"/>
          <ac:cxnSpMkLst>
            <pc:docMk/>
            <pc:sldMk cId="3524859321" sldId="2147480856"/>
            <ac:cxnSpMk id="105" creationId="{C2E6C4E7-E7CC-963F-F7E6-0496D968FCCC}"/>
          </ac:cxnSpMkLst>
        </pc:cxnChg>
        <pc:cxnChg chg="add mod">
          <ac:chgData name="Takeuchi, Koichiro" userId="b3848a05-443b-4434-8fa5-7398ca0c03c9" providerId="ADAL" clId="{AE71EA6D-8CAE-4CA8-A4AE-CBE82EA043E5}" dt="2024-09-25T11:52:37.452" v="7698" actId="1035"/>
          <ac:cxnSpMkLst>
            <pc:docMk/>
            <pc:sldMk cId="3524859321" sldId="2147480856"/>
            <ac:cxnSpMk id="106" creationId="{EF69EC78-05BD-15BD-8021-7219E6C5142E}"/>
          </ac:cxnSpMkLst>
        </pc:cxnChg>
        <pc:cxnChg chg="add mod">
          <ac:chgData name="Takeuchi, Koichiro" userId="b3848a05-443b-4434-8fa5-7398ca0c03c9" providerId="ADAL" clId="{AE71EA6D-8CAE-4CA8-A4AE-CBE82EA043E5}" dt="2024-09-25T11:52:37.452" v="7698" actId="1035"/>
          <ac:cxnSpMkLst>
            <pc:docMk/>
            <pc:sldMk cId="3524859321" sldId="2147480856"/>
            <ac:cxnSpMk id="107" creationId="{7E5EEC2B-16EA-8089-31F6-B6DB6362D243}"/>
          </ac:cxnSpMkLst>
        </pc:cxnChg>
        <pc:cxnChg chg="add mod">
          <ac:chgData name="Takeuchi, Koichiro" userId="b3848a05-443b-4434-8fa5-7398ca0c03c9" providerId="ADAL" clId="{AE71EA6D-8CAE-4CA8-A4AE-CBE82EA043E5}" dt="2024-09-25T11:52:37.452" v="7698" actId="1035"/>
          <ac:cxnSpMkLst>
            <pc:docMk/>
            <pc:sldMk cId="3524859321" sldId="2147480856"/>
            <ac:cxnSpMk id="108" creationId="{85C7C46D-C676-F954-FA14-1A629F8CA9F5}"/>
          </ac:cxnSpMkLst>
        </pc:cxnChg>
        <pc:cxnChg chg="add mod">
          <ac:chgData name="Takeuchi, Koichiro" userId="b3848a05-443b-4434-8fa5-7398ca0c03c9" providerId="ADAL" clId="{AE71EA6D-8CAE-4CA8-A4AE-CBE82EA043E5}" dt="2024-09-25T11:52:37.452" v="7698" actId="1035"/>
          <ac:cxnSpMkLst>
            <pc:docMk/>
            <pc:sldMk cId="3524859321" sldId="2147480856"/>
            <ac:cxnSpMk id="111" creationId="{93DF6283-6873-BB72-F47F-0A7C6E24B9C9}"/>
          </ac:cxnSpMkLst>
        </pc:cxnChg>
        <pc:cxnChg chg="add mod">
          <ac:chgData name="Takeuchi, Koichiro" userId="b3848a05-443b-4434-8fa5-7398ca0c03c9" providerId="ADAL" clId="{AE71EA6D-8CAE-4CA8-A4AE-CBE82EA043E5}" dt="2024-09-25T11:52:37.452" v="7698" actId="1035"/>
          <ac:cxnSpMkLst>
            <pc:docMk/>
            <pc:sldMk cId="3524859321" sldId="2147480856"/>
            <ac:cxnSpMk id="113" creationId="{7BC00839-4D82-7F50-E55A-BA1D73E92778}"/>
          </ac:cxnSpMkLst>
        </pc:cxnChg>
        <pc:cxnChg chg="add mod">
          <ac:chgData name="Takeuchi, Koichiro" userId="b3848a05-443b-4434-8fa5-7398ca0c03c9" providerId="ADAL" clId="{AE71EA6D-8CAE-4CA8-A4AE-CBE82EA043E5}" dt="2024-09-25T11:52:37.452" v="7698" actId="1035"/>
          <ac:cxnSpMkLst>
            <pc:docMk/>
            <pc:sldMk cId="3524859321" sldId="2147480856"/>
            <ac:cxnSpMk id="114" creationId="{CC09DB81-B3FC-2559-7990-DF3CFF5F67CB}"/>
          </ac:cxnSpMkLst>
        </pc:cxnChg>
        <pc:cxnChg chg="add mod">
          <ac:chgData name="Takeuchi, Koichiro" userId="b3848a05-443b-4434-8fa5-7398ca0c03c9" providerId="ADAL" clId="{AE71EA6D-8CAE-4CA8-A4AE-CBE82EA043E5}" dt="2024-09-25T11:52:37.452" v="7698" actId="1035"/>
          <ac:cxnSpMkLst>
            <pc:docMk/>
            <pc:sldMk cId="3524859321" sldId="2147480856"/>
            <ac:cxnSpMk id="115" creationId="{9257FF2A-CFF0-EFDB-0883-28E9BF643843}"/>
          </ac:cxnSpMkLst>
        </pc:cxnChg>
        <pc:cxnChg chg="add mod">
          <ac:chgData name="Takeuchi, Koichiro" userId="b3848a05-443b-4434-8fa5-7398ca0c03c9" providerId="ADAL" clId="{AE71EA6D-8CAE-4CA8-A4AE-CBE82EA043E5}" dt="2024-09-25T11:52:37.452" v="7698" actId="1035"/>
          <ac:cxnSpMkLst>
            <pc:docMk/>
            <pc:sldMk cId="3524859321" sldId="2147480856"/>
            <ac:cxnSpMk id="125" creationId="{EC697346-7AF0-51DC-A48D-3CEDDA2B6635}"/>
          </ac:cxnSpMkLst>
        </pc:cxnChg>
      </pc:sldChg>
      <pc:sldChg chg="addSp delSp modSp add mod">
        <pc:chgData name="Takeuchi, Koichiro" userId="b3848a05-443b-4434-8fa5-7398ca0c03c9" providerId="ADAL" clId="{AE71EA6D-8CAE-4CA8-A4AE-CBE82EA043E5}" dt="2024-09-25T23:45:49.615" v="9825" actId="553"/>
        <pc:sldMkLst>
          <pc:docMk/>
          <pc:sldMk cId="1525130112" sldId="2147480857"/>
        </pc:sldMkLst>
        <pc:spChg chg="mod">
          <ac:chgData name="Takeuchi, Koichiro" userId="b3848a05-443b-4434-8fa5-7398ca0c03c9" providerId="ADAL" clId="{AE71EA6D-8CAE-4CA8-A4AE-CBE82EA043E5}" dt="2024-09-25T23:16:54.098" v="7944" actId="20577"/>
          <ac:spMkLst>
            <pc:docMk/>
            <pc:sldMk cId="1525130112" sldId="2147480857"/>
            <ac:spMk id="2" creationId="{2E73C4BD-07DA-E92F-E6E6-03E77D0C292E}"/>
          </ac:spMkLst>
        </pc:spChg>
        <pc:spChg chg="del">
          <ac:chgData name="Takeuchi, Koichiro" userId="b3848a05-443b-4434-8fa5-7398ca0c03c9" providerId="ADAL" clId="{AE71EA6D-8CAE-4CA8-A4AE-CBE82EA043E5}" dt="2024-09-25T23:16:57.409" v="7945" actId="478"/>
          <ac:spMkLst>
            <pc:docMk/>
            <pc:sldMk cId="1525130112" sldId="2147480857"/>
            <ac:spMk id="3" creationId="{A63CCEC0-4EC9-A937-1737-25F942C96D84}"/>
          </ac:spMkLst>
        </pc:spChg>
        <pc:spChg chg="mod">
          <ac:chgData name="Takeuchi, Koichiro" userId="b3848a05-443b-4434-8fa5-7398ca0c03c9" providerId="ADAL" clId="{AE71EA6D-8CAE-4CA8-A4AE-CBE82EA043E5}" dt="2024-09-25T23:25:06.756" v="8448" actId="1076"/>
          <ac:spMkLst>
            <pc:docMk/>
            <pc:sldMk cId="1525130112" sldId="2147480857"/>
            <ac:spMk id="5" creationId="{BD4C5169-8231-56E1-4F4F-2BCA62EB6922}"/>
          </ac:spMkLst>
        </pc:spChg>
        <pc:spChg chg="add del mod">
          <ac:chgData name="Takeuchi, Koichiro" userId="b3848a05-443b-4434-8fa5-7398ca0c03c9" providerId="ADAL" clId="{AE71EA6D-8CAE-4CA8-A4AE-CBE82EA043E5}" dt="2024-09-25T23:17:01.394" v="7946" actId="478"/>
          <ac:spMkLst>
            <pc:docMk/>
            <pc:sldMk cId="1525130112" sldId="2147480857"/>
            <ac:spMk id="8" creationId="{C19F4C15-9466-81FA-1E03-6517C0E4E36E}"/>
          </ac:spMkLst>
        </pc:spChg>
        <pc:spChg chg="add mod">
          <ac:chgData name="Takeuchi, Koichiro" userId="b3848a05-443b-4434-8fa5-7398ca0c03c9" providerId="ADAL" clId="{AE71EA6D-8CAE-4CA8-A4AE-CBE82EA043E5}" dt="2024-09-25T23:45:49.615" v="9825" actId="553"/>
          <ac:spMkLst>
            <pc:docMk/>
            <pc:sldMk cId="1525130112" sldId="2147480857"/>
            <ac:spMk id="9" creationId="{B5D4F441-A4B5-86E4-D995-961841DDBBAF}"/>
          </ac:spMkLst>
        </pc:spChg>
        <pc:spChg chg="add mod">
          <ac:chgData name="Takeuchi, Koichiro" userId="b3848a05-443b-4434-8fa5-7398ca0c03c9" providerId="ADAL" clId="{AE71EA6D-8CAE-4CA8-A4AE-CBE82EA043E5}" dt="2024-09-25T23:45:49.615" v="9825" actId="553"/>
          <ac:spMkLst>
            <pc:docMk/>
            <pc:sldMk cId="1525130112" sldId="2147480857"/>
            <ac:spMk id="10" creationId="{AA6DEB79-A971-2BD8-8D63-1C77541EB05E}"/>
          </ac:spMkLst>
        </pc:spChg>
        <pc:spChg chg="add mod">
          <ac:chgData name="Takeuchi, Koichiro" userId="b3848a05-443b-4434-8fa5-7398ca0c03c9" providerId="ADAL" clId="{AE71EA6D-8CAE-4CA8-A4AE-CBE82EA043E5}" dt="2024-09-25T23:45:49.615" v="9825" actId="553"/>
          <ac:spMkLst>
            <pc:docMk/>
            <pc:sldMk cId="1525130112" sldId="2147480857"/>
            <ac:spMk id="11" creationId="{F61EF9C1-015C-223A-4624-997809FB2C8F}"/>
          </ac:spMkLst>
        </pc:spChg>
        <pc:spChg chg="add mod">
          <ac:chgData name="Takeuchi, Koichiro" userId="b3848a05-443b-4434-8fa5-7398ca0c03c9" providerId="ADAL" clId="{AE71EA6D-8CAE-4CA8-A4AE-CBE82EA043E5}" dt="2024-09-25T23:45:49.615" v="9825" actId="553"/>
          <ac:spMkLst>
            <pc:docMk/>
            <pc:sldMk cId="1525130112" sldId="2147480857"/>
            <ac:spMk id="12" creationId="{2881C2EA-B1F4-64D2-AE95-4BE36EC5BBA5}"/>
          </ac:spMkLst>
        </pc:spChg>
        <pc:spChg chg="add mod">
          <ac:chgData name="Takeuchi, Koichiro" userId="b3848a05-443b-4434-8fa5-7398ca0c03c9" providerId="ADAL" clId="{AE71EA6D-8CAE-4CA8-A4AE-CBE82EA043E5}" dt="2024-09-25T23:45:49.615" v="9825" actId="553"/>
          <ac:spMkLst>
            <pc:docMk/>
            <pc:sldMk cId="1525130112" sldId="2147480857"/>
            <ac:spMk id="13" creationId="{40D159E8-43A2-3E39-58C3-D0142B769DE7}"/>
          </ac:spMkLst>
        </pc:spChg>
        <pc:spChg chg="add mod">
          <ac:chgData name="Takeuchi, Koichiro" userId="b3848a05-443b-4434-8fa5-7398ca0c03c9" providerId="ADAL" clId="{AE71EA6D-8CAE-4CA8-A4AE-CBE82EA043E5}" dt="2024-09-25T23:45:49.615" v="9825" actId="553"/>
          <ac:spMkLst>
            <pc:docMk/>
            <pc:sldMk cId="1525130112" sldId="2147480857"/>
            <ac:spMk id="14" creationId="{50209F45-B635-315D-CC42-0A7AC84DD0E7}"/>
          </ac:spMkLst>
        </pc:spChg>
        <pc:spChg chg="add mod">
          <ac:chgData name="Takeuchi, Koichiro" userId="b3848a05-443b-4434-8fa5-7398ca0c03c9" providerId="ADAL" clId="{AE71EA6D-8CAE-4CA8-A4AE-CBE82EA043E5}" dt="2024-09-25T23:45:49.615" v="9825" actId="553"/>
          <ac:spMkLst>
            <pc:docMk/>
            <pc:sldMk cId="1525130112" sldId="2147480857"/>
            <ac:spMk id="15" creationId="{5DAB9839-E675-BAA2-0FBA-D2697BF627D5}"/>
          </ac:spMkLst>
        </pc:spChg>
        <pc:spChg chg="add mod">
          <ac:chgData name="Takeuchi, Koichiro" userId="b3848a05-443b-4434-8fa5-7398ca0c03c9" providerId="ADAL" clId="{AE71EA6D-8CAE-4CA8-A4AE-CBE82EA043E5}" dt="2024-09-25T23:45:49.615" v="9825" actId="553"/>
          <ac:spMkLst>
            <pc:docMk/>
            <pc:sldMk cId="1525130112" sldId="2147480857"/>
            <ac:spMk id="16" creationId="{A150F952-248C-E4F6-6BC3-FE71C6FAB384}"/>
          </ac:spMkLst>
        </pc:spChg>
        <pc:spChg chg="add mod">
          <ac:chgData name="Takeuchi, Koichiro" userId="b3848a05-443b-4434-8fa5-7398ca0c03c9" providerId="ADAL" clId="{AE71EA6D-8CAE-4CA8-A4AE-CBE82EA043E5}" dt="2024-09-25T23:45:49.615" v="9825" actId="553"/>
          <ac:spMkLst>
            <pc:docMk/>
            <pc:sldMk cId="1525130112" sldId="2147480857"/>
            <ac:spMk id="17" creationId="{5828E5DC-7668-F462-53B6-3D6F979C447D}"/>
          </ac:spMkLst>
        </pc:spChg>
        <pc:spChg chg="add mod">
          <ac:chgData name="Takeuchi, Koichiro" userId="b3848a05-443b-4434-8fa5-7398ca0c03c9" providerId="ADAL" clId="{AE71EA6D-8CAE-4CA8-A4AE-CBE82EA043E5}" dt="2024-09-25T23:45:49.615" v="9825" actId="553"/>
          <ac:spMkLst>
            <pc:docMk/>
            <pc:sldMk cId="1525130112" sldId="2147480857"/>
            <ac:spMk id="18" creationId="{99F08E6B-7133-4E19-876B-9C6CAC139C89}"/>
          </ac:spMkLst>
        </pc:spChg>
        <pc:spChg chg="add mod">
          <ac:chgData name="Takeuchi, Koichiro" userId="b3848a05-443b-4434-8fa5-7398ca0c03c9" providerId="ADAL" clId="{AE71EA6D-8CAE-4CA8-A4AE-CBE82EA043E5}" dt="2024-09-25T23:45:49.615" v="9825" actId="553"/>
          <ac:spMkLst>
            <pc:docMk/>
            <pc:sldMk cId="1525130112" sldId="2147480857"/>
            <ac:spMk id="19" creationId="{CBE3AAEB-7D83-A1E2-67EA-78F08776D696}"/>
          </ac:spMkLst>
        </pc:spChg>
        <pc:spChg chg="add mod">
          <ac:chgData name="Takeuchi, Koichiro" userId="b3848a05-443b-4434-8fa5-7398ca0c03c9" providerId="ADAL" clId="{AE71EA6D-8CAE-4CA8-A4AE-CBE82EA043E5}" dt="2024-09-25T23:45:49.615" v="9825" actId="553"/>
          <ac:spMkLst>
            <pc:docMk/>
            <pc:sldMk cId="1525130112" sldId="2147480857"/>
            <ac:spMk id="20" creationId="{10218879-7D79-1DBC-2FE7-6F5B027945F0}"/>
          </ac:spMkLst>
        </pc:spChg>
        <pc:spChg chg="add mod">
          <ac:chgData name="Takeuchi, Koichiro" userId="b3848a05-443b-4434-8fa5-7398ca0c03c9" providerId="ADAL" clId="{AE71EA6D-8CAE-4CA8-A4AE-CBE82EA043E5}" dt="2024-09-25T23:21:48.499" v="8394" actId="20577"/>
          <ac:spMkLst>
            <pc:docMk/>
            <pc:sldMk cId="1525130112" sldId="2147480857"/>
            <ac:spMk id="21" creationId="{5994A2AC-87E9-4D23-FCE9-F262995E5434}"/>
          </ac:spMkLst>
        </pc:spChg>
        <pc:spChg chg="add mod">
          <ac:chgData name="Takeuchi, Koichiro" userId="b3848a05-443b-4434-8fa5-7398ca0c03c9" providerId="ADAL" clId="{AE71EA6D-8CAE-4CA8-A4AE-CBE82EA043E5}" dt="2024-09-25T23:28:12.774" v="8628" actId="1036"/>
          <ac:spMkLst>
            <pc:docMk/>
            <pc:sldMk cId="1525130112" sldId="2147480857"/>
            <ac:spMk id="22" creationId="{82E5D55D-6132-A1AA-057D-EB92078AC5AF}"/>
          </ac:spMkLst>
        </pc:spChg>
        <pc:spChg chg="add mod">
          <ac:chgData name="Takeuchi, Koichiro" userId="b3848a05-443b-4434-8fa5-7398ca0c03c9" providerId="ADAL" clId="{AE71EA6D-8CAE-4CA8-A4AE-CBE82EA043E5}" dt="2024-09-25T23:28:12.774" v="8628" actId="1036"/>
          <ac:spMkLst>
            <pc:docMk/>
            <pc:sldMk cId="1525130112" sldId="2147480857"/>
            <ac:spMk id="23" creationId="{DDBC5603-1FD3-7562-4D84-0CA2D9129039}"/>
          </ac:spMkLst>
        </pc:spChg>
        <pc:spChg chg="add mod">
          <ac:chgData name="Takeuchi, Koichiro" userId="b3848a05-443b-4434-8fa5-7398ca0c03c9" providerId="ADAL" clId="{AE71EA6D-8CAE-4CA8-A4AE-CBE82EA043E5}" dt="2024-09-25T23:28:12.774" v="8628" actId="1036"/>
          <ac:spMkLst>
            <pc:docMk/>
            <pc:sldMk cId="1525130112" sldId="2147480857"/>
            <ac:spMk id="24" creationId="{BD06B981-4861-4A46-4088-99179DB87C34}"/>
          </ac:spMkLst>
        </pc:spChg>
        <pc:spChg chg="add mod">
          <ac:chgData name="Takeuchi, Koichiro" userId="b3848a05-443b-4434-8fa5-7398ca0c03c9" providerId="ADAL" clId="{AE71EA6D-8CAE-4CA8-A4AE-CBE82EA043E5}" dt="2024-09-25T23:28:12.774" v="8628" actId="1036"/>
          <ac:spMkLst>
            <pc:docMk/>
            <pc:sldMk cId="1525130112" sldId="2147480857"/>
            <ac:spMk id="25" creationId="{CF3BB26A-D467-E3F4-DF5E-E027BF65CC5F}"/>
          </ac:spMkLst>
        </pc:spChg>
        <pc:spChg chg="add mod">
          <ac:chgData name="Takeuchi, Koichiro" userId="b3848a05-443b-4434-8fa5-7398ca0c03c9" providerId="ADAL" clId="{AE71EA6D-8CAE-4CA8-A4AE-CBE82EA043E5}" dt="2024-09-25T23:28:12.774" v="8628" actId="1036"/>
          <ac:spMkLst>
            <pc:docMk/>
            <pc:sldMk cId="1525130112" sldId="2147480857"/>
            <ac:spMk id="26" creationId="{BA1406AD-5D91-DFFE-199C-626E8338B7C0}"/>
          </ac:spMkLst>
        </pc:spChg>
        <pc:spChg chg="add mod">
          <ac:chgData name="Takeuchi, Koichiro" userId="b3848a05-443b-4434-8fa5-7398ca0c03c9" providerId="ADAL" clId="{AE71EA6D-8CAE-4CA8-A4AE-CBE82EA043E5}" dt="2024-09-25T23:28:12.774" v="8628" actId="1036"/>
          <ac:spMkLst>
            <pc:docMk/>
            <pc:sldMk cId="1525130112" sldId="2147480857"/>
            <ac:spMk id="27" creationId="{7D9228FE-F030-350A-6E5B-95647A8D041D}"/>
          </ac:spMkLst>
        </pc:spChg>
        <pc:spChg chg="add mod">
          <ac:chgData name="Takeuchi, Koichiro" userId="b3848a05-443b-4434-8fa5-7398ca0c03c9" providerId="ADAL" clId="{AE71EA6D-8CAE-4CA8-A4AE-CBE82EA043E5}" dt="2024-09-25T23:28:12.774" v="8628" actId="1036"/>
          <ac:spMkLst>
            <pc:docMk/>
            <pc:sldMk cId="1525130112" sldId="2147480857"/>
            <ac:spMk id="28" creationId="{C681DC16-5833-0E13-5B43-3EBFEBD23E9E}"/>
          </ac:spMkLst>
        </pc:spChg>
        <pc:spChg chg="add mod">
          <ac:chgData name="Takeuchi, Koichiro" userId="b3848a05-443b-4434-8fa5-7398ca0c03c9" providerId="ADAL" clId="{AE71EA6D-8CAE-4CA8-A4AE-CBE82EA043E5}" dt="2024-09-25T23:28:12.774" v="8628" actId="1036"/>
          <ac:spMkLst>
            <pc:docMk/>
            <pc:sldMk cId="1525130112" sldId="2147480857"/>
            <ac:spMk id="29" creationId="{6A04F0FE-D310-2767-2AAD-468C5399AD77}"/>
          </ac:spMkLst>
        </pc:spChg>
        <pc:spChg chg="add mod">
          <ac:chgData name="Takeuchi, Koichiro" userId="b3848a05-443b-4434-8fa5-7398ca0c03c9" providerId="ADAL" clId="{AE71EA6D-8CAE-4CA8-A4AE-CBE82EA043E5}" dt="2024-09-25T23:28:12.774" v="8628" actId="1036"/>
          <ac:spMkLst>
            <pc:docMk/>
            <pc:sldMk cId="1525130112" sldId="2147480857"/>
            <ac:spMk id="30" creationId="{7FC4FD4E-0AF2-31F0-1D65-CF78752E7CE7}"/>
          </ac:spMkLst>
        </pc:spChg>
        <pc:spChg chg="add mod">
          <ac:chgData name="Takeuchi, Koichiro" userId="b3848a05-443b-4434-8fa5-7398ca0c03c9" providerId="ADAL" clId="{AE71EA6D-8CAE-4CA8-A4AE-CBE82EA043E5}" dt="2024-09-25T23:28:12.774" v="8628" actId="1036"/>
          <ac:spMkLst>
            <pc:docMk/>
            <pc:sldMk cId="1525130112" sldId="2147480857"/>
            <ac:spMk id="31" creationId="{DEB96628-792B-1941-5A80-77FE676933BB}"/>
          </ac:spMkLst>
        </pc:spChg>
        <pc:spChg chg="add mod">
          <ac:chgData name="Takeuchi, Koichiro" userId="b3848a05-443b-4434-8fa5-7398ca0c03c9" providerId="ADAL" clId="{AE71EA6D-8CAE-4CA8-A4AE-CBE82EA043E5}" dt="2024-09-25T23:28:12.774" v="8628" actId="1036"/>
          <ac:spMkLst>
            <pc:docMk/>
            <pc:sldMk cId="1525130112" sldId="2147480857"/>
            <ac:spMk id="32" creationId="{C45E9F5D-9564-28B5-2430-E1AEAE69225C}"/>
          </ac:spMkLst>
        </pc:spChg>
        <pc:spChg chg="add mod">
          <ac:chgData name="Takeuchi, Koichiro" userId="b3848a05-443b-4434-8fa5-7398ca0c03c9" providerId="ADAL" clId="{AE71EA6D-8CAE-4CA8-A4AE-CBE82EA043E5}" dt="2024-09-25T23:28:12.774" v="8628" actId="1036"/>
          <ac:spMkLst>
            <pc:docMk/>
            <pc:sldMk cId="1525130112" sldId="2147480857"/>
            <ac:spMk id="33" creationId="{BD49812F-2E81-3763-8BFA-558A117BB84B}"/>
          </ac:spMkLst>
        </pc:spChg>
        <pc:spChg chg="add del mod">
          <ac:chgData name="Takeuchi, Koichiro" userId="b3848a05-443b-4434-8fa5-7398ca0c03c9" providerId="ADAL" clId="{AE71EA6D-8CAE-4CA8-A4AE-CBE82EA043E5}" dt="2024-09-25T23:28:59.788" v="8632" actId="478"/>
          <ac:spMkLst>
            <pc:docMk/>
            <pc:sldMk cId="1525130112" sldId="2147480857"/>
            <ac:spMk id="34" creationId="{9F80501B-4771-9944-D4B1-5B474A645C38}"/>
          </ac:spMkLst>
        </pc:spChg>
        <pc:spChg chg="add mod">
          <ac:chgData name="Takeuchi, Koichiro" userId="b3848a05-443b-4434-8fa5-7398ca0c03c9" providerId="ADAL" clId="{AE71EA6D-8CAE-4CA8-A4AE-CBE82EA043E5}" dt="2024-09-25T23:36:47.461" v="9027" actId="20577"/>
          <ac:spMkLst>
            <pc:docMk/>
            <pc:sldMk cId="1525130112" sldId="2147480857"/>
            <ac:spMk id="35" creationId="{27EDB454-925B-B0BC-9F0D-AD212F9F3EAC}"/>
          </ac:spMkLst>
        </pc:spChg>
        <pc:spChg chg="add mod">
          <ac:chgData name="Takeuchi, Koichiro" userId="b3848a05-443b-4434-8fa5-7398ca0c03c9" providerId="ADAL" clId="{AE71EA6D-8CAE-4CA8-A4AE-CBE82EA043E5}" dt="2024-09-25T23:34:56.033" v="8901" actId="20577"/>
          <ac:spMkLst>
            <pc:docMk/>
            <pc:sldMk cId="1525130112" sldId="2147480857"/>
            <ac:spMk id="36" creationId="{8BA8DBFE-6DE3-D315-C9B6-F1F7869FCD29}"/>
          </ac:spMkLst>
        </pc:spChg>
        <pc:spChg chg="add mod">
          <ac:chgData name="Takeuchi, Koichiro" userId="b3848a05-443b-4434-8fa5-7398ca0c03c9" providerId="ADAL" clId="{AE71EA6D-8CAE-4CA8-A4AE-CBE82EA043E5}" dt="2024-09-25T23:32:38.625" v="8801" actId="20577"/>
          <ac:spMkLst>
            <pc:docMk/>
            <pc:sldMk cId="1525130112" sldId="2147480857"/>
            <ac:spMk id="37" creationId="{376368B0-E4FD-A0A0-2A4A-983F3DA88FBA}"/>
          </ac:spMkLst>
        </pc:spChg>
        <pc:spChg chg="add mod">
          <ac:chgData name="Takeuchi, Koichiro" userId="b3848a05-443b-4434-8fa5-7398ca0c03c9" providerId="ADAL" clId="{AE71EA6D-8CAE-4CA8-A4AE-CBE82EA043E5}" dt="2024-09-25T23:43:32.805" v="9522" actId="20577"/>
          <ac:spMkLst>
            <pc:docMk/>
            <pc:sldMk cId="1525130112" sldId="2147480857"/>
            <ac:spMk id="38" creationId="{5C28DE01-A0A2-DA9A-7AFF-6BBAC44D3334}"/>
          </ac:spMkLst>
        </pc:spChg>
        <pc:spChg chg="add mod">
          <ac:chgData name="Takeuchi, Koichiro" userId="b3848a05-443b-4434-8fa5-7398ca0c03c9" providerId="ADAL" clId="{AE71EA6D-8CAE-4CA8-A4AE-CBE82EA043E5}" dt="2024-09-25T23:39:31.068" v="9283" actId="20577"/>
          <ac:spMkLst>
            <pc:docMk/>
            <pc:sldMk cId="1525130112" sldId="2147480857"/>
            <ac:spMk id="39" creationId="{77E926D7-BA7F-F539-5757-514BD07A4960}"/>
          </ac:spMkLst>
        </pc:spChg>
        <pc:spChg chg="add mod">
          <ac:chgData name="Takeuchi, Koichiro" userId="b3848a05-443b-4434-8fa5-7398ca0c03c9" providerId="ADAL" clId="{AE71EA6D-8CAE-4CA8-A4AE-CBE82EA043E5}" dt="2024-09-25T23:36:02.654" v="8960" actId="20577"/>
          <ac:spMkLst>
            <pc:docMk/>
            <pc:sldMk cId="1525130112" sldId="2147480857"/>
            <ac:spMk id="40" creationId="{128CE957-132B-46E6-6405-32B4B43FB421}"/>
          </ac:spMkLst>
        </pc:spChg>
        <pc:spChg chg="add mod">
          <ac:chgData name="Takeuchi, Koichiro" userId="b3848a05-443b-4434-8fa5-7398ca0c03c9" providerId="ADAL" clId="{AE71EA6D-8CAE-4CA8-A4AE-CBE82EA043E5}" dt="2024-09-25T23:42:22.414" v="9407" actId="20577"/>
          <ac:spMkLst>
            <pc:docMk/>
            <pc:sldMk cId="1525130112" sldId="2147480857"/>
            <ac:spMk id="41" creationId="{6F78AE8B-A1E7-DDF6-609B-773B74326B3E}"/>
          </ac:spMkLst>
        </pc:spChg>
        <pc:spChg chg="add mod">
          <ac:chgData name="Takeuchi, Koichiro" userId="b3848a05-443b-4434-8fa5-7398ca0c03c9" providerId="ADAL" clId="{AE71EA6D-8CAE-4CA8-A4AE-CBE82EA043E5}" dt="2024-09-25T23:37:52.655" v="9096" actId="20577"/>
          <ac:spMkLst>
            <pc:docMk/>
            <pc:sldMk cId="1525130112" sldId="2147480857"/>
            <ac:spMk id="42" creationId="{8C5E8DE3-82D8-D04B-A9ED-4FBB25094DF7}"/>
          </ac:spMkLst>
        </pc:spChg>
        <pc:spChg chg="add mod">
          <ac:chgData name="Takeuchi, Koichiro" userId="b3848a05-443b-4434-8fa5-7398ca0c03c9" providerId="ADAL" clId="{AE71EA6D-8CAE-4CA8-A4AE-CBE82EA043E5}" dt="2024-09-25T23:38:20.953" v="9160" actId="20577"/>
          <ac:spMkLst>
            <pc:docMk/>
            <pc:sldMk cId="1525130112" sldId="2147480857"/>
            <ac:spMk id="43" creationId="{6F3C3882-C0A2-1A88-39CA-20F833C32995}"/>
          </ac:spMkLst>
        </pc:spChg>
        <pc:spChg chg="add mod">
          <ac:chgData name="Takeuchi, Koichiro" userId="b3848a05-443b-4434-8fa5-7398ca0c03c9" providerId="ADAL" clId="{AE71EA6D-8CAE-4CA8-A4AE-CBE82EA043E5}" dt="2024-09-25T23:44:19.467" v="9625" actId="20577"/>
          <ac:spMkLst>
            <pc:docMk/>
            <pc:sldMk cId="1525130112" sldId="2147480857"/>
            <ac:spMk id="44" creationId="{364F0B16-364B-243A-D237-3C8451489973}"/>
          </ac:spMkLst>
        </pc:spChg>
        <pc:spChg chg="add del mod">
          <ac:chgData name="Takeuchi, Koichiro" userId="b3848a05-443b-4434-8fa5-7398ca0c03c9" providerId="ADAL" clId="{AE71EA6D-8CAE-4CA8-A4AE-CBE82EA043E5}" dt="2024-09-25T23:45:38.053" v="9823" actId="20577"/>
          <ac:spMkLst>
            <pc:docMk/>
            <pc:sldMk cId="1525130112" sldId="2147480857"/>
            <ac:spMk id="45" creationId="{F7D6B945-76E9-FB0D-EA97-7965FAEDAB73}"/>
          </ac:spMkLst>
        </pc:spChg>
        <pc:spChg chg="add mod">
          <ac:chgData name="Takeuchi, Koichiro" userId="b3848a05-443b-4434-8fa5-7398ca0c03c9" providerId="ADAL" clId="{AE71EA6D-8CAE-4CA8-A4AE-CBE82EA043E5}" dt="2024-09-25T23:45:02.110" v="9736" actId="20577"/>
          <ac:spMkLst>
            <pc:docMk/>
            <pc:sldMk cId="1525130112" sldId="2147480857"/>
            <ac:spMk id="46" creationId="{5A4E42A5-FB65-62C0-2E87-B2C755B1B930}"/>
          </ac:spMkLst>
        </pc:spChg>
        <pc:spChg chg="add del mod">
          <ac:chgData name="Takeuchi, Koichiro" userId="b3848a05-443b-4434-8fa5-7398ca0c03c9" providerId="ADAL" clId="{AE71EA6D-8CAE-4CA8-A4AE-CBE82EA043E5}" dt="2024-09-25T23:34:21.893" v="8804" actId="478"/>
          <ac:spMkLst>
            <pc:docMk/>
            <pc:sldMk cId="1525130112" sldId="2147480857"/>
            <ac:spMk id="47" creationId="{5118C36C-D244-C3BF-97C9-865131E1BA7E}"/>
          </ac:spMkLst>
        </pc:spChg>
      </pc:sldChg>
      <pc:sldChg chg="addSp modSp new mod">
        <pc:chgData name="Takeuchi, Koichiro" userId="b3848a05-443b-4434-8fa5-7398ca0c03c9" providerId="ADAL" clId="{AE71EA6D-8CAE-4CA8-A4AE-CBE82EA043E5}" dt="2024-09-26T01:44:06.015" v="11586" actId="20577"/>
        <pc:sldMkLst>
          <pc:docMk/>
          <pc:sldMk cId="2132820251" sldId="2147480858"/>
        </pc:sldMkLst>
        <pc:spChg chg="mod">
          <ac:chgData name="Takeuchi, Koichiro" userId="b3848a05-443b-4434-8fa5-7398ca0c03c9" providerId="ADAL" clId="{AE71EA6D-8CAE-4CA8-A4AE-CBE82EA043E5}" dt="2024-09-26T01:42:41.629" v="11558" actId="20577"/>
          <ac:spMkLst>
            <pc:docMk/>
            <pc:sldMk cId="2132820251" sldId="2147480858"/>
            <ac:spMk id="2" creationId="{A22605EA-6DDB-C8CA-0FF0-3F8DF6BFA10F}"/>
          </ac:spMkLst>
        </pc:spChg>
        <pc:spChg chg="mod">
          <ac:chgData name="Takeuchi, Koichiro" userId="b3848a05-443b-4434-8fa5-7398ca0c03c9" providerId="ADAL" clId="{AE71EA6D-8CAE-4CA8-A4AE-CBE82EA043E5}" dt="2024-09-26T01:44:06.015" v="11586" actId="20577"/>
          <ac:spMkLst>
            <pc:docMk/>
            <pc:sldMk cId="2132820251" sldId="2147480858"/>
            <ac:spMk id="3" creationId="{E6F7C490-5496-D625-166A-A233515BFB22}"/>
          </ac:spMkLst>
        </pc:spChg>
        <pc:spChg chg="mod">
          <ac:chgData name="Takeuchi, Koichiro" userId="b3848a05-443b-4434-8fa5-7398ca0c03c9" providerId="ADAL" clId="{AE71EA6D-8CAE-4CA8-A4AE-CBE82EA043E5}" dt="2024-09-26T01:42:24.080" v="11509"/>
          <ac:spMkLst>
            <pc:docMk/>
            <pc:sldMk cId="2132820251" sldId="2147480858"/>
            <ac:spMk id="4" creationId="{BAB2AD3C-43D1-83A7-1CB2-852C221E32BD}"/>
          </ac:spMkLst>
        </pc:spChg>
        <pc:picChg chg="add mod">
          <ac:chgData name="Takeuchi, Koichiro" userId="b3848a05-443b-4434-8fa5-7398ca0c03c9" providerId="ADAL" clId="{AE71EA6D-8CAE-4CA8-A4AE-CBE82EA043E5}" dt="2024-09-26T01:43:24.136" v="11560" actId="1076"/>
          <ac:picMkLst>
            <pc:docMk/>
            <pc:sldMk cId="2132820251" sldId="2147480858"/>
            <ac:picMk id="7" creationId="{5079FE2E-ED64-35DB-E7B2-7BF50DF7040D}"/>
          </ac:picMkLst>
        </pc:picChg>
        <pc:picChg chg="add mod">
          <ac:chgData name="Takeuchi, Koichiro" userId="b3848a05-443b-4434-8fa5-7398ca0c03c9" providerId="ADAL" clId="{AE71EA6D-8CAE-4CA8-A4AE-CBE82EA043E5}" dt="2024-09-26T01:43:24.136" v="11560" actId="1076"/>
          <ac:picMkLst>
            <pc:docMk/>
            <pc:sldMk cId="2132820251" sldId="2147480858"/>
            <ac:picMk id="8" creationId="{D8425A77-D990-C71B-5D90-840112639652}"/>
          </ac:picMkLst>
        </pc:picChg>
      </pc:sldChg>
      <pc:sldChg chg="addSp delSp modSp new mod">
        <pc:chgData name="Takeuchi, Koichiro" userId="b3848a05-443b-4434-8fa5-7398ca0c03c9" providerId="ADAL" clId="{AE71EA6D-8CAE-4CA8-A4AE-CBE82EA043E5}" dt="2024-09-26T01:49:38.917" v="11961" actId="20577"/>
        <pc:sldMkLst>
          <pc:docMk/>
          <pc:sldMk cId="2263913820" sldId="2147480859"/>
        </pc:sldMkLst>
        <pc:spChg chg="mod">
          <ac:chgData name="Takeuchi, Koichiro" userId="b3848a05-443b-4434-8fa5-7398ca0c03c9" providerId="ADAL" clId="{AE71EA6D-8CAE-4CA8-A4AE-CBE82EA043E5}" dt="2024-09-26T01:47:15.313" v="11663" actId="20577"/>
          <ac:spMkLst>
            <pc:docMk/>
            <pc:sldMk cId="2263913820" sldId="2147480859"/>
            <ac:spMk id="2" creationId="{C79D9BF2-F53E-ACF4-7E52-B5CD7308BFAE}"/>
          </ac:spMkLst>
        </pc:spChg>
        <pc:spChg chg="mod">
          <ac:chgData name="Takeuchi, Koichiro" userId="b3848a05-443b-4434-8fa5-7398ca0c03c9" providerId="ADAL" clId="{AE71EA6D-8CAE-4CA8-A4AE-CBE82EA043E5}" dt="2024-09-26T01:49:38.917" v="11961" actId="20577"/>
          <ac:spMkLst>
            <pc:docMk/>
            <pc:sldMk cId="2263913820" sldId="2147480859"/>
            <ac:spMk id="3" creationId="{0391B09A-A126-A8CF-63C9-5920EB9025D4}"/>
          </ac:spMkLst>
        </pc:spChg>
        <pc:picChg chg="add del mod">
          <ac:chgData name="Takeuchi, Koichiro" userId="b3848a05-443b-4434-8fa5-7398ca0c03c9" providerId="ADAL" clId="{AE71EA6D-8CAE-4CA8-A4AE-CBE82EA043E5}" dt="2024-09-26T01:47:36.161" v="11664" actId="478"/>
          <ac:picMkLst>
            <pc:docMk/>
            <pc:sldMk cId="2263913820" sldId="2147480859"/>
            <ac:picMk id="7" creationId="{43F84594-579F-49F7-8D30-F39C8071F635}"/>
          </ac:picMkLst>
        </pc:picChg>
        <pc:picChg chg="add mod">
          <ac:chgData name="Takeuchi, Koichiro" userId="b3848a05-443b-4434-8fa5-7398ca0c03c9" providerId="ADAL" clId="{AE71EA6D-8CAE-4CA8-A4AE-CBE82EA043E5}" dt="2024-09-26T01:47:43.512" v="11672" actId="1076"/>
          <ac:picMkLst>
            <pc:docMk/>
            <pc:sldMk cId="2263913820" sldId="2147480859"/>
            <ac:picMk id="9" creationId="{511BBF10-45C4-C09E-E1BE-352244F40E2B}"/>
          </ac:picMkLst>
        </pc:picChg>
      </pc:sldChg>
      <pc:sldMasterChg chg="modSldLayout">
        <pc:chgData name="Takeuchi, Koichiro" userId="b3848a05-443b-4434-8fa5-7398ca0c03c9" providerId="ADAL" clId="{AE71EA6D-8CAE-4CA8-A4AE-CBE82EA043E5}" dt="2024-09-25T03:24:24.735" v="398" actId="403"/>
        <pc:sldMasterMkLst>
          <pc:docMk/>
          <pc:sldMasterMk cId="99208917" sldId="2147483662"/>
        </pc:sldMasterMkLst>
        <pc:sldLayoutChg chg="modSp">
          <pc:chgData name="Takeuchi, Koichiro" userId="b3848a05-443b-4434-8fa5-7398ca0c03c9" providerId="ADAL" clId="{AE71EA6D-8CAE-4CA8-A4AE-CBE82EA043E5}" dt="2024-09-25T03:24:24.735" v="398" actId="403"/>
          <pc:sldLayoutMkLst>
            <pc:docMk/>
            <pc:sldMasterMk cId="99208917" sldId="2147483662"/>
            <pc:sldLayoutMk cId="2726529869" sldId="2147483665"/>
          </pc:sldLayoutMkLst>
          <pc:spChg chg="mod">
            <ac:chgData name="Takeuchi, Koichiro" userId="b3848a05-443b-4434-8fa5-7398ca0c03c9" providerId="ADAL" clId="{AE71EA6D-8CAE-4CA8-A4AE-CBE82EA043E5}" dt="2024-09-25T03:24:07.482" v="396" actId="404"/>
            <ac:spMkLst>
              <pc:docMk/>
              <pc:sldMasterMk cId="99208917" sldId="2147483662"/>
              <pc:sldLayoutMk cId="2726529869" sldId="2147483665"/>
              <ac:spMk id="3" creationId="{9EAD9AED-9987-4CE9-B39D-B256B46200E0}"/>
            </ac:spMkLst>
          </pc:spChg>
          <pc:spChg chg="mod">
            <ac:chgData name="Takeuchi, Koichiro" userId="b3848a05-443b-4434-8fa5-7398ca0c03c9" providerId="ADAL" clId="{AE71EA6D-8CAE-4CA8-A4AE-CBE82EA043E5}" dt="2024-09-25T03:24:24.735" v="398" actId="403"/>
            <ac:spMkLst>
              <pc:docMk/>
              <pc:sldMasterMk cId="99208917" sldId="2147483662"/>
              <pc:sldLayoutMk cId="2726529869" sldId="2147483665"/>
              <ac:spMk id="12" creationId="{CFAD8BFD-4EF7-448C-8F60-3144611F0CD5}"/>
            </ac:spMkLst>
          </pc:spChg>
        </pc:sldLayoutChg>
      </pc:sldMasterChg>
    </pc:docChg>
  </pc:docChgLst>
  <pc:docChgLst>
    <pc:chgData name="Takeuchi, Koichiro" userId="b3848a05-443b-4434-8fa5-7398ca0c03c9" providerId="ADAL" clId="{80B71E5D-E31E-4962-AC9B-BD35B338D1CC}"/>
    <pc:docChg chg="undo custSel addSld delSld modSld sldOrd addSection modSection">
      <pc:chgData name="Takeuchi, Koichiro" userId="b3848a05-443b-4434-8fa5-7398ca0c03c9" providerId="ADAL" clId="{80B71E5D-E31E-4962-AC9B-BD35B338D1CC}" dt="2024-05-24T09:14:42.046" v="7042" actId="14100"/>
      <pc:docMkLst>
        <pc:docMk/>
      </pc:docMkLst>
      <pc:sldChg chg="add del">
        <pc:chgData name="Takeuchi, Koichiro" userId="b3848a05-443b-4434-8fa5-7398ca0c03c9" providerId="ADAL" clId="{80B71E5D-E31E-4962-AC9B-BD35B338D1CC}" dt="2024-05-24T06:42:32.794" v="3042"/>
        <pc:sldMkLst>
          <pc:docMk/>
          <pc:sldMk cId="1725536368" sldId="2146852123"/>
        </pc:sldMkLst>
      </pc:sldChg>
      <pc:sldChg chg="addSp modSp mod">
        <pc:chgData name="Takeuchi, Koichiro" userId="b3848a05-443b-4434-8fa5-7398ca0c03c9" providerId="ADAL" clId="{80B71E5D-E31E-4962-AC9B-BD35B338D1CC}" dt="2024-05-24T07:55:04.814" v="6161" actId="14100"/>
        <pc:sldMkLst>
          <pc:docMk/>
          <pc:sldMk cId="684610595" sldId="2147468582"/>
        </pc:sldMkLst>
        <pc:spChg chg="add mod">
          <ac:chgData name="Takeuchi, Koichiro" userId="b3848a05-443b-4434-8fa5-7398ca0c03c9" providerId="ADAL" clId="{80B71E5D-E31E-4962-AC9B-BD35B338D1CC}" dt="2024-05-24T07:55:04.814" v="6161" actId="14100"/>
          <ac:spMkLst>
            <pc:docMk/>
            <pc:sldMk cId="684610595" sldId="2147468582"/>
            <ac:spMk id="4" creationId="{672C67E4-DAE3-33E9-07F9-6BBC3E63FCB0}"/>
          </ac:spMkLst>
        </pc:spChg>
        <pc:spChg chg="mod">
          <ac:chgData name="Takeuchi, Koichiro" userId="b3848a05-443b-4434-8fa5-7398ca0c03c9" providerId="ADAL" clId="{80B71E5D-E31E-4962-AC9B-BD35B338D1CC}" dt="2024-05-24T05:08:47.831" v="800" actId="20577"/>
          <ac:spMkLst>
            <pc:docMk/>
            <pc:sldMk cId="684610595" sldId="2147468582"/>
            <ac:spMk id="7" creationId="{A22762E2-0815-406B-AB18-FC327E470E5A}"/>
          </ac:spMkLst>
        </pc:spChg>
      </pc:sldChg>
      <pc:sldChg chg="delSp modSp mod">
        <pc:chgData name="Takeuchi, Koichiro" userId="b3848a05-443b-4434-8fa5-7398ca0c03c9" providerId="ADAL" clId="{80B71E5D-E31E-4962-AC9B-BD35B338D1CC}" dt="2024-05-24T07:16:24.579" v="4982" actId="20577"/>
        <pc:sldMkLst>
          <pc:docMk/>
          <pc:sldMk cId="1060982302" sldId="2147468617"/>
        </pc:sldMkLst>
        <pc:spChg chg="del">
          <ac:chgData name="Takeuchi, Koichiro" userId="b3848a05-443b-4434-8fa5-7398ca0c03c9" providerId="ADAL" clId="{80B71E5D-E31E-4962-AC9B-BD35B338D1CC}" dt="2024-05-24T07:06:31.768" v="4569" actId="478"/>
          <ac:spMkLst>
            <pc:docMk/>
            <pc:sldMk cId="1060982302" sldId="2147468617"/>
            <ac:spMk id="7" creationId="{0BFD277C-A8BA-50F7-E548-8A80B3FAA80A}"/>
          </ac:spMkLst>
        </pc:spChg>
        <pc:spChg chg="mod">
          <ac:chgData name="Takeuchi, Koichiro" userId="b3848a05-443b-4434-8fa5-7398ca0c03c9" providerId="ADAL" clId="{80B71E5D-E31E-4962-AC9B-BD35B338D1CC}" dt="2024-05-24T07:16:24.579" v="4982" actId="20577"/>
          <ac:spMkLst>
            <pc:docMk/>
            <pc:sldMk cId="1060982302" sldId="2147468617"/>
            <ac:spMk id="9" creationId="{398BB613-BB56-B211-3C55-7FF51BC3AC60}"/>
          </ac:spMkLst>
        </pc:spChg>
      </pc:sldChg>
      <pc:sldChg chg="addSp modSp del mod">
        <pc:chgData name="Takeuchi, Koichiro" userId="b3848a05-443b-4434-8fa5-7398ca0c03c9" providerId="ADAL" clId="{80B71E5D-E31E-4962-AC9B-BD35B338D1CC}" dt="2024-05-24T05:59:02.280" v="1782" actId="47"/>
        <pc:sldMkLst>
          <pc:docMk/>
          <pc:sldMk cId="1817067240" sldId="2147468619"/>
        </pc:sldMkLst>
        <pc:spChg chg="mod">
          <ac:chgData name="Takeuchi, Koichiro" userId="b3848a05-443b-4434-8fa5-7398ca0c03c9" providerId="ADAL" clId="{80B71E5D-E31E-4962-AC9B-BD35B338D1CC}" dt="2024-05-24T05:16:49.053" v="975" actId="20577"/>
          <ac:spMkLst>
            <pc:docMk/>
            <pc:sldMk cId="1817067240" sldId="2147468619"/>
            <ac:spMk id="8" creationId="{830BE3A5-89E5-B6E4-86C9-3EEB8D7AC195}"/>
          </ac:spMkLst>
        </pc:spChg>
        <pc:picChg chg="add mod">
          <ac:chgData name="Takeuchi, Koichiro" userId="b3848a05-443b-4434-8fa5-7398ca0c03c9" providerId="ADAL" clId="{80B71E5D-E31E-4962-AC9B-BD35B338D1CC}" dt="2024-05-24T05:14:52.489" v="915" actId="1076"/>
          <ac:picMkLst>
            <pc:docMk/>
            <pc:sldMk cId="1817067240" sldId="2147468619"/>
            <ac:picMk id="9" creationId="{D2F3DA4E-2374-3BF2-18B8-75315415EC6B}"/>
          </ac:picMkLst>
        </pc:picChg>
      </pc:sldChg>
      <pc:sldChg chg="del">
        <pc:chgData name="Takeuchi, Koichiro" userId="b3848a05-443b-4434-8fa5-7398ca0c03c9" providerId="ADAL" clId="{80B71E5D-E31E-4962-AC9B-BD35B338D1CC}" dt="2024-05-24T05:07:43.935" v="772" actId="47"/>
        <pc:sldMkLst>
          <pc:docMk/>
          <pc:sldMk cId="981886088" sldId="2147468620"/>
        </pc:sldMkLst>
      </pc:sldChg>
      <pc:sldChg chg="del">
        <pc:chgData name="Takeuchi, Koichiro" userId="b3848a05-443b-4434-8fa5-7398ca0c03c9" providerId="ADAL" clId="{80B71E5D-E31E-4962-AC9B-BD35B338D1CC}" dt="2024-05-24T05:16:55.250" v="979" actId="47"/>
        <pc:sldMkLst>
          <pc:docMk/>
          <pc:sldMk cId="1384116281" sldId="2147468624"/>
        </pc:sldMkLst>
      </pc:sldChg>
      <pc:sldChg chg="del">
        <pc:chgData name="Takeuchi, Koichiro" userId="b3848a05-443b-4434-8fa5-7398ca0c03c9" providerId="ADAL" clId="{80B71E5D-E31E-4962-AC9B-BD35B338D1CC}" dt="2024-05-24T05:16:55.639" v="980" actId="47"/>
        <pc:sldMkLst>
          <pc:docMk/>
          <pc:sldMk cId="4055635207" sldId="2147468625"/>
        </pc:sldMkLst>
      </pc:sldChg>
      <pc:sldChg chg="del">
        <pc:chgData name="Takeuchi, Koichiro" userId="b3848a05-443b-4434-8fa5-7398ca0c03c9" providerId="ADAL" clId="{80B71E5D-E31E-4962-AC9B-BD35B338D1CC}" dt="2024-05-24T05:16:56.737" v="981" actId="47"/>
        <pc:sldMkLst>
          <pc:docMk/>
          <pc:sldMk cId="3623702813" sldId="2147468626"/>
        </pc:sldMkLst>
      </pc:sldChg>
      <pc:sldChg chg="del">
        <pc:chgData name="Takeuchi, Koichiro" userId="b3848a05-443b-4434-8fa5-7398ca0c03c9" providerId="ADAL" clId="{80B71E5D-E31E-4962-AC9B-BD35B338D1CC}" dt="2024-05-24T05:16:56.903" v="982" actId="47"/>
        <pc:sldMkLst>
          <pc:docMk/>
          <pc:sldMk cId="2852462527" sldId="2147468627"/>
        </pc:sldMkLst>
      </pc:sldChg>
      <pc:sldChg chg="del">
        <pc:chgData name="Takeuchi, Koichiro" userId="b3848a05-443b-4434-8fa5-7398ca0c03c9" providerId="ADAL" clId="{80B71E5D-E31E-4962-AC9B-BD35B338D1CC}" dt="2024-05-24T05:16:57.305" v="983" actId="47"/>
        <pc:sldMkLst>
          <pc:docMk/>
          <pc:sldMk cId="2407511374" sldId="2147468628"/>
        </pc:sldMkLst>
      </pc:sldChg>
      <pc:sldChg chg="del">
        <pc:chgData name="Takeuchi, Koichiro" userId="b3848a05-443b-4434-8fa5-7398ca0c03c9" providerId="ADAL" clId="{80B71E5D-E31E-4962-AC9B-BD35B338D1CC}" dt="2024-05-24T05:16:57.820" v="984" actId="47"/>
        <pc:sldMkLst>
          <pc:docMk/>
          <pc:sldMk cId="4240262503" sldId="2147468629"/>
        </pc:sldMkLst>
      </pc:sldChg>
      <pc:sldChg chg="del">
        <pc:chgData name="Takeuchi, Koichiro" userId="b3848a05-443b-4434-8fa5-7398ca0c03c9" providerId="ADAL" clId="{80B71E5D-E31E-4962-AC9B-BD35B338D1CC}" dt="2024-05-24T05:16:57.999" v="985" actId="47"/>
        <pc:sldMkLst>
          <pc:docMk/>
          <pc:sldMk cId="3848778652" sldId="2147468630"/>
        </pc:sldMkLst>
      </pc:sldChg>
      <pc:sldChg chg="del">
        <pc:chgData name="Takeuchi, Koichiro" userId="b3848a05-443b-4434-8fa5-7398ca0c03c9" providerId="ADAL" clId="{80B71E5D-E31E-4962-AC9B-BD35B338D1CC}" dt="2024-05-24T05:16:58.189" v="986" actId="47"/>
        <pc:sldMkLst>
          <pc:docMk/>
          <pc:sldMk cId="1232967335" sldId="2147468631"/>
        </pc:sldMkLst>
      </pc:sldChg>
      <pc:sldChg chg="del">
        <pc:chgData name="Takeuchi, Koichiro" userId="b3848a05-443b-4434-8fa5-7398ca0c03c9" providerId="ADAL" clId="{80B71E5D-E31E-4962-AC9B-BD35B338D1CC}" dt="2024-05-24T05:16:58.563" v="987" actId="47"/>
        <pc:sldMkLst>
          <pc:docMk/>
          <pc:sldMk cId="3736792376" sldId="2147468635"/>
        </pc:sldMkLst>
      </pc:sldChg>
      <pc:sldChg chg="addSp delSp modSp mod ord">
        <pc:chgData name="Takeuchi, Koichiro" userId="b3848a05-443b-4434-8fa5-7398ca0c03c9" providerId="ADAL" clId="{80B71E5D-E31E-4962-AC9B-BD35B338D1CC}" dt="2024-05-24T06:17:17.247" v="2199" actId="14100"/>
        <pc:sldMkLst>
          <pc:docMk/>
          <pc:sldMk cId="530578480" sldId="2147468639"/>
        </pc:sldMkLst>
        <pc:spChg chg="mod">
          <ac:chgData name="Takeuchi, Koichiro" userId="b3848a05-443b-4434-8fa5-7398ca0c03c9" providerId="ADAL" clId="{80B71E5D-E31E-4962-AC9B-BD35B338D1CC}" dt="2024-05-24T05:07:01.098" v="767" actId="20577"/>
          <ac:spMkLst>
            <pc:docMk/>
            <pc:sldMk cId="530578480" sldId="2147468639"/>
            <ac:spMk id="2" creationId="{97129D13-0706-FA2E-E58B-BDC26B591740}"/>
          </ac:spMkLst>
        </pc:spChg>
        <pc:spChg chg="mod">
          <ac:chgData name="Takeuchi, Koichiro" userId="b3848a05-443b-4434-8fa5-7398ca0c03c9" providerId="ADAL" clId="{80B71E5D-E31E-4962-AC9B-BD35B338D1CC}" dt="2024-05-24T05:04:57.895" v="456" actId="20577"/>
          <ac:spMkLst>
            <pc:docMk/>
            <pc:sldMk cId="530578480" sldId="2147468639"/>
            <ac:spMk id="7" creationId="{33A60DD2-36F8-52F3-38F7-E8463BD7D709}"/>
          </ac:spMkLst>
        </pc:spChg>
        <pc:spChg chg="add del mod">
          <ac:chgData name="Takeuchi, Koichiro" userId="b3848a05-443b-4434-8fa5-7398ca0c03c9" providerId="ADAL" clId="{80B71E5D-E31E-4962-AC9B-BD35B338D1CC}" dt="2024-05-24T05:07:07.872" v="768" actId="478"/>
          <ac:spMkLst>
            <pc:docMk/>
            <pc:sldMk cId="530578480" sldId="2147468639"/>
            <ac:spMk id="8" creationId="{50C6223D-5E70-2919-9299-F661EE873972}"/>
          </ac:spMkLst>
        </pc:spChg>
        <pc:spChg chg="mod">
          <ac:chgData name="Takeuchi, Koichiro" userId="b3848a05-443b-4434-8fa5-7398ca0c03c9" providerId="ADAL" clId="{80B71E5D-E31E-4962-AC9B-BD35B338D1CC}" dt="2024-05-24T05:11:18.839" v="866" actId="20577"/>
          <ac:spMkLst>
            <pc:docMk/>
            <pc:sldMk cId="530578480" sldId="2147468639"/>
            <ac:spMk id="9" creationId="{F27A9598-798F-E2AA-01BD-B50FC3D7D754}"/>
          </ac:spMkLst>
        </pc:spChg>
        <pc:spChg chg="add mod">
          <ac:chgData name="Takeuchi, Koichiro" userId="b3848a05-443b-4434-8fa5-7398ca0c03c9" providerId="ADAL" clId="{80B71E5D-E31E-4962-AC9B-BD35B338D1CC}" dt="2024-05-24T06:17:17.247" v="2199" actId="14100"/>
          <ac:spMkLst>
            <pc:docMk/>
            <pc:sldMk cId="530578480" sldId="2147468639"/>
            <ac:spMk id="10" creationId="{8DC1FD45-7FD6-1D33-7A32-F90D632C60AD}"/>
          </ac:spMkLst>
        </pc:spChg>
        <pc:spChg chg="mod topLvl">
          <ac:chgData name="Takeuchi, Koichiro" userId="b3848a05-443b-4434-8fa5-7398ca0c03c9" providerId="ADAL" clId="{80B71E5D-E31E-4962-AC9B-BD35B338D1CC}" dt="2024-05-24T05:07:21.300" v="769" actId="165"/>
          <ac:spMkLst>
            <pc:docMk/>
            <pc:sldMk cId="530578480" sldId="2147468639"/>
            <ac:spMk id="54" creationId="{B29B728D-AAF2-3CBF-D6E5-77C7D61883F4}"/>
          </ac:spMkLst>
        </pc:spChg>
        <pc:spChg chg="mod topLvl">
          <ac:chgData name="Takeuchi, Koichiro" userId="b3848a05-443b-4434-8fa5-7398ca0c03c9" providerId="ADAL" clId="{80B71E5D-E31E-4962-AC9B-BD35B338D1CC}" dt="2024-05-24T05:07:21.300" v="769" actId="165"/>
          <ac:spMkLst>
            <pc:docMk/>
            <pc:sldMk cId="530578480" sldId="2147468639"/>
            <ac:spMk id="55" creationId="{CE2A951B-2D06-6639-0FD1-A97BD1AE9E6A}"/>
          </ac:spMkLst>
        </pc:spChg>
        <pc:spChg chg="mod topLvl">
          <ac:chgData name="Takeuchi, Koichiro" userId="b3848a05-443b-4434-8fa5-7398ca0c03c9" providerId="ADAL" clId="{80B71E5D-E31E-4962-AC9B-BD35B338D1CC}" dt="2024-05-24T05:07:21.300" v="769" actId="165"/>
          <ac:spMkLst>
            <pc:docMk/>
            <pc:sldMk cId="530578480" sldId="2147468639"/>
            <ac:spMk id="56" creationId="{565EE186-11D3-ECB2-0D35-2BB2D557A7B2}"/>
          </ac:spMkLst>
        </pc:spChg>
        <pc:spChg chg="mod topLvl">
          <ac:chgData name="Takeuchi, Koichiro" userId="b3848a05-443b-4434-8fa5-7398ca0c03c9" providerId="ADAL" clId="{80B71E5D-E31E-4962-AC9B-BD35B338D1CC}" dt="2024-05-24T05:07:21.300" v="769" actId="165"/>
          <ac:spMkLst>
            <pc:docMk/>
            <pc:sldMk cId="530578480" sldId="2147468639"/>
            <ac:spMk id="57" creationId="{E8A14A99-DE09-4B51-0427-45F32641360A}"/>
          </ac:spMkLst>
        </pc:spChg>
        <pc:spChg chg="mod topLvl">
          <ac:chgData name="Takeuchi, Koichiro" userId="b3848a05-443b-4434-8fa5-7398ca0c03c9" providerId="ADAL" clId="{80B71E5D-E31E-4962-AC9B-BD35B338D1CC}" dt="2024-05-24T05:07:21.300" v="769" actId="165"/>
          <ac:spMkLst>
            <pc:docMk/>
            <pc:sldMk cId="530578480" sldId="2147468639"/>
            <ac:spMk id="58" creationId="{7DA80826-945E-389C-3DD2-11D953860D08}"/>
          </ac:spMkLst>
        </pc:spChg>
        <pc:spChg chg="mod topLvl">
          <ac:chgData name="Takeuchi, Koichiro" userId="b3848a05-443b-4434-8fa5-7398ca0c03c9" providerId="ADAL" clId="{80B71E5D-E31E-4962-AC9B-BD35B338D1CC}" dt="2024-05-24T05:07:21.300" v="769" actId="165"/>
          <ac:spMkLst>
            <pc:docMk/>
            <pc:sldMk cId="530578480" sldId="2147468639"/>
            <ac:spMk id="59" creationId="{68968367-DDF6-26A3-1C2C-4314876EEF28}"/>
          </ac:spMkLst>
        </pc:spChg>
        <pc:spChg chg="mod topLvl">
          <ac:chgData name="Takeuchi, Koichiro" userId="b3848a05-443b-4434-8fa5-7398ca0c03c9" providerId="ADAL" clId="{80B71E5D-E31E-4962-AC9B-BD35B338D1CC}" dt="2024-05-24T05:07:21.300" v="769" actId="165"/>
          <ac:spMkLst>
            <pc:docMk/>
            <pc:sldMk cId="530578480" sldId="2147468639"/>
            <ac:spMk id="60" creationId="{3AE7A94B-378F-BC9C-E8E8-B0A29F4E7BFB}"/>
          </ac:spMkLst>
        </pc:spChg>
        <pc:spChg chg="mod topLvl">
          <ac:chgData name="Takeuchi, Koichiro" userId="b3848a05-443b-4434-8fa5-7398ca0c03c9" providerId="ADAL" clId="{80B71E5D-E31E-4962-AC9B-BD35B338D1CC}" dt="2024-05-24T05:07:21.300" v="769" actId="165"/>
          <ac:spMkLst>
            <pc:docMk/>
            <pc:sldMk cId="530578480" sldId="2147468639"/>
            <ac:spMk id="61" creationId="{C9FA1155-9E3A-3D67-CA44-43BD55A3403F}"/>
          </ac:spMkLst>
        </pc:spChg>
        <pc:spChg chg="mod topLvl">
          <ac:chgData name="Takeuchi, Koichiro" userId="b3848a05-443b-4434-8fa5-7398ca0c03c9" providerId="ADAL" clId="{80B71E5D-E31E-4962-AC9B-BD35B338D1CC}" dt="2024-05-24T05:07:21.300" v="769" actId="165"/>
          <ac:spMkLst>
            <pc:docMk/>
            <pc:sldMk cId="530578480" sldId="2147468639"/>
            <ac:spMk id="62" creationId="{FF37CC1F-5235-83D3-511D-B28172151269}"/>
          </ac:spMkLst>
        </pc:spChg>
        <pc:spChg chg="mod topLvl">
          <ac:chgData name="Takeuchi, Koichiro" userId="b3848a05-443b-4434-8fa5-7398ca0c03c9" providerId="ADAL" clId="{80B71E5D-E31E-4962-AC9B-BD35B338D1CC}" dt="2024-05-24T05:07:21.300" v="769" actId="165"/>
          <ac:spMkLst>
            <pc:docMk/>
            <pc:sldMk cId="530578480" sldId="2147468639"/>
            <ac:spMk id="63" creationId="{B28E20B5-249D-737B-05BE-E2C14BA2D762}"/>
          </ac:spMkLst>
        </pc:spChg>
        <pc:spChg chg="mod topLvl">
          <ac:chgData name="Takeuchi, Koichiro" userId="b3848a05-443b-4434-8fa5-7398ca0c03c9" providerId="ADAL" clId="{80B71E5D-E31E-4962-AC9B-BD35B338D1CC}" dt="2024-05-24T05:07:21.300" v="769" actId="165"/>
          <ac:spMkLst>
            <pc:docMk/>
            <pc:sldMk cId="530578480" sldId="2147468639"/>
            <ac:spMk id="64" creationId="{50BD0D1A-0D5E-CDB8-4F98-DF8408CBEFB8}"/>
          </ac:spMkLst>
        </pc:spChg>
        <pc:spChg chg="mod topLvl">
          <ac:chgData name="Takeuchi, Koichiro" userId="b3848a05-443b-4434-8fa5-7398ca0c03c9" providerId="ADAL" clId="{80B71E5D-E31E-4962-AC9B-BD35B338D1CC}" dt="2024-05-24T05:07:21.300" v="769" actId="165"/>
          <ac:spMkLst>
            <pc:docMk/>
            <pc:sldMk cId="530578480" sldId="2147468639"/>
            <ac:spMk id="65" creationId="{3A8A85C2-ADA7-0612-203D-B2E4DA375186}"/>
          </ac:spMkLst>
        </pc:spChg>
        <pc:spChg chg="mod topLvl">
          <ac:chgData name="Takeuchi, Koichiro" userId="b3848a05-443b-4434-8fa5-7398ca0c03c9" providerId="ADAL" clId="{80B71E5D-E31E-4962-AC9B-BD35B338D1CC}" dt="2024-05-24T05:07:21.300" v="769" actId="165"/>
          <ac:spMkLst>
            <pc:docMk/>
            <pc:sldMk cId="530578480" sldId="2147468639"/>
            <ac:spMk id="68" creationId="{3EA6B889-B23A-FCB5-4CE9-A0F4A77942BE}"/>
          </ac:spMkLst>
        </pc:spChg>
        <pc:spChg chg="mod topLvl">
          <ac:chgData name="Takeuchi, Koichiro" userId="b3848a05-443b-4434-8fa5-7398ca0c03c9" providerId="ADAL" clId="{80B71E5D-E31E-4962-AC9B-BD35B338D1CC}" dt="2024-05-24T05:07:21.300" v="769" actId="165"/>
          <ac:spMkLst>
            <pc:docMk/>
            <pc:sldMk cId="530578480" sldId="2147468639"/>
            <ac:spMk id="69" creationId="{133A4608-8EC8-FE00-C672-22D8DFDFC6E9}"/>
          </ac:spMkLst>
        </pc:spChg>
        <pc:spChg chg="mod topLvl">
          <ac:chgData name="Takeuchi, Koichiro" userId="b3848a05-443b-4434-8fa5-7398ca0c03c9" providerId="ADAL" clId="{80B71E5D-E31E-4962-AC9B-BD35B338D1CC}" dt="2024-05-24T05:07:21.300" v="769" actId="165"/>
          <ac:spMkLst>
            <pc:docMk/>
            <pc:sldMk cId="530578480" sldId="2147468639"/>
            <ac:spMk id="71" creationId="{FC74A964-7170-8912-5B09-7AFA1A379330}"/>
          </ac:spMkLst>
        </pc:spChg>
        <pc:spChg chg="mod topLvl">
          <ac:chgData name="Takeuchi, Koichiro" userId="b3848a05-443b-4434-8fa5-7398ca0c03c9" providerId="ADAL" clId="{80B71E5D-E31E-4962-AC9B-BD35B338D1CC}" dt="2024-05-24T05:07:21.300" v="769" actId="165"/>
          <ac:spMkLst>
            <pc:docMk/>
            <pc:sldMk cId="530578480" sldId="2147468639"/>
            <ac:spMk id="72" creationId="{D756E777-02A4-1BE1-4E8A-CA2C0DCA2E58}"/>
          </ac:spMkLst>
        </pc:spChg>
        <pc:spChg chg="mod topLvl">
          <ac:chgData name="Takeuchi, Koichiro" userId="b3848a05-443b-4434-8fa5-7398ca0c03c9" providerId="ADAL" clId="{80B71E5D-E31E-4962-AC9B-BD35B338D1CC}" dt="2024-05-24T05:07:31.573" v="771" actId="207"/>
          <ac:spMkLst>
            <pc:docMk/>
            <pc:sldMk cId="530578480" sldId="2147468639"/>
            <ac:spMk id="73" creationId="{013862E3-3801-05FB-BBC4-9D15677ABAC5}"/>
          </ac:spMkLst>
        </pc:spChg>
        <pc:spChg chg="mod topLvl">
          <ac:chgData name="Takeuchi, Koichiro" userId="b3848a05-443b-4434-8fa5-7398ca0c03c9" providerId="ADAL" clId="{80B71E5D-E31E-4962-AC9B-BD35B338D1CC}" dt="2024-05-24T05:07:31.573" v="771" actId="207"/>
          <ac:spMkLst>
            <pc:docMk/>
            <pc:sldMk cId="530578480" sldId="2147468639"/>
            <ac:spMk id="74" creationId="{2865077D-E191-AF5B-902E-F67CF1F6D81C}"/>
          </ac:spMkLst>
        </pc:spChg>
        <pc:spChg chg="mod topLvl">
          <ac:chgData name="Takeuchi, Koichiro" userId="b3848a05-443b-4434-8fa5-7398ca0c03c9" providerId="ADAL" clId="{80B71E5D-E31E-4962-AC9B-BD35B338D1CC}" dt="2024-05-24T05:07:31.573" v="771" actId="207"/>
          <ac:spMkLst>
            <pc:docMk/>
            <pc:sldMk cId="530578480" sldId="2147468639"/>
            <ac:spMk id="75" creationId="{C27EE9FA-427C-A3DA-6A9A-3A605C406E25}"/>
          </ac:spMkLst>
        </pc:spChg>
        <pc:spChg chg="mod topLvl">
          <ac:chgData name="Takeuchi, Koichiro" userId="b3848a05-443b-4434-8fa5-7398ca0c03c9" providerId="ADAL" clId="{80B71E5D-E31E-4962-AC9B-BD35B338D1CC}" dt="2024-05-24T05:07:31.573" v="771" actId="207"/>
          <ac:spMkLst>
            <pc:docMk/>
            <pc:sldMk cId="530578480" sldId="2147468639"/>
            <ac:spMk id="76" creationId="{7DF29D83-45E7-B129-6D09-CABA918714CE}"/>
          </ac:spMkLst>
        </pc:spChg>
        <pc:spChg chg="mod topLvl">
          <ac:chgData name="Takeuchi, Koichiro" userId="b3848a05-443b-4434-8fa5-7398ca0c03c9" providerId="ADAL" clId="{80B71E5D-E31E-4962-AC9B-BD35B338D1CC}" dt="2024-05-24T05:07:31.573" v="771" actId="207"/>
          <ac:spMkLst>
            <pc:docMk/>
            <pc:sldMk cId="530578480" sldId="2147468639"/>
            <ac:spMk id="77" creationId="{A1080DAD-214E-BB38-C6E1-A900883E6EA2}"/>
          </ac:spMkLst>
        </pc:spChg>
        <pc:spChg chg="mod topLvl">
          <ac:chgData name="Takeuchi, Koichiro" userId="b3848a05-443b-4434-8fa5-7398ca0c03c9" providerId="ADAL" clId="{80B71E5D-E31E-4962-AC9B-BD35B338D1CC}" dt="2024-05-24T05:07:21.300" v="769" actId="165"/>
          <ac:spMkLst>
            <pc:docMk/>
            <pc:sldMk cId="530578480" sldId="2147468639"/>
            <ac:spMk id="78" creationId="{B6795242-A43F-8C3C-FB73-E9FFB811EE08}"/>
          </ac:spMkLst>
        </pc:spChg>
        <pc:spChg chg="mod topLvl">
          <ac:chgData name="Takeuchi, Koichiro" userId="b3848a05-443b-4434-8fa5-7398ca0c03c9" providerId="ADAL" clId="{80B71E5D-E31E-4962-AC9B-BD35B338D1CC}" dt="2024-05-24T05:07:21.300" v="769" actId="165"/>
          <ac:spMkLst>
            <pc:docMk/>
            <pc:sldMk cId="530578480" sldId="2147468639"/>
            <ac:spMk id="79" creationId="{48FE400E-4F2A-AE16-BA39-C8685B93CA17}"/>
          </ac:spMkLst>
        </pc:spChg>
        <pc:spChg chg="mod topLvl">
          <ac:chgData name="Takeuchi, Koichiro" userId="b3848a05-443b-4434-8fa5-7398ca0c03c9" providerId="ADAL" clId="{80B71E5D-E31E-4962-AC9B-BD35B338D1CC}" dt="2024-05-24T05:07:21.300" v="769" actId="165"/>
          <ac:spMkLst>
            <pc:docMk/>
            <pc:sldMk cId="530578480" sldId="2147468639"/>
            <ac:spMk id="80" creationId="{8BF7D9AC-BDF4-4053-44F7-6BCA68F137B3}"/>
          </ac:spMkLst>
        </pc:spChg>
        <pc:spChg chg="mod topLvl">
          <ac:chgData name="Takeuchi, Koichiro" userId="b3848a05-443b-4434-8fa5-7398ca0c03c9" providerId="ADAL" clId="{80B71E5D-E31E-4962-AC9B-BD35B338D1CC}" dt="2024-05-24T05:07:21.300" v="769" actId="165"/>
          <ac:spMkLst>
            <pc:docMk/>
            <pc:sldMk cId="530578480" sldId="2147468639"/>
            <ac:spMk id="81" creationId="{A5641140-D82C-E160-700D-DB3FC93F8699}"/>
          </ac:spMkLst>
        </pc:spChg>
        <pc:spChg chg="mod topLvl">
          <ac:chgData name="Takeuchi, Koichiro" userId="b3848a05-443b-4434-8fa5-7398ca0c03c9" providerId="ADAL" clId="{80B71E5D-E31E-4962-AC9B-BD35B338D1CC}" dt="2024-05-24T05:07:21.300" v="769" actId="165"/>
          <ac:spMkLst>
            <pc:docMk/>
            <pc:sldMk cId="530578480" sldId="2147468639"/>
            <ac:spMk id="82" creationId="{30930C30-A4E2-7907-8A99-4E37BE414309}"/>
          </ac:spMkLst>
        </pc:spChg>
        <pc:spChg chg="mod topLvl">
          <ac:chgData name="Takeuchi, Koichiro" userId="b3848a05-443b-4434-8fa5-7398ca0c03c9" providerId="ADAL" clId="{80B71E5D-E31E-4962-AC9B-BD35B338D1CC}" dt="2024-05-24T05:07:31.573" v="771" actId="207"/>
          <ac:spMkLst>
            <pc:docMk/>
            <pc:sldMk cId="530578480" sldId="2147468639"/>
            <ac:spMk id="87" creationId="{D9B0769F-6D92-9EE1-6863-0D9AC15FFDFB}"/>
          </ac:spMkLst>
        </pc:spChg>
        <pc:spChg chg="mod topLvl">
          <ac:chgData name="Takeuchi, Koichiro" userId="b3848a05-443b-4434-8fa5-7398ca0c03c9" providerId="ADAL" clId="{80B71E5D-E31E-4962-AC9B-BD35B338D1CC}" dt="2024-05-24T05:07:21.300" v="769" actId="165"/>
          <ac:spMkLst>
            <pc:docMk/>
            <pc:sldMk cId="530578480" sldId="2147468639"/>
            <ac:spMk id="88" creationId="{EEEDA5ED-49B0-CB1E-4FD0-68F44A129E27}"/>
          </ac:spMkLst>
        </pc:spChg>
        <pc:spChg chg="del">
          <ac:chgData name="Takeuchi, Koichiro" userId="b3848a05-443b-4434-8fa5-7398ca0c03c9" providerId="ADAL" clId="{80B71E5D-E31E-4962-AC9B-BD35B338D1CC}" dt="2024-05-24T05:04:43.004" v="432" actId="478"/>
          <ac:spMkLst>
            <pc:docMk/>
            <pc:sldMk cId="530578480" sldId="2147468639"/>
            <ac:spMk id="94" creationId="{D140267D-A759-7557-A1F7-2E946B4F9AB8}"/>
          </ac:spMkLst>
        </pc:spChg>
        <pc:spChg chg="del">
          <ac:chgData name="Takeuchi, Koichiro" userId="b3848a05-443b-4434-8fa5-7398ca0c03c9" providerId="ADAL" clId="{80B71E5D-E31E-4962-AC9B-BD35B338D1CC}" dt="2024-05-24T05:04:50.595" v="434" actId="478"/>
          <ac:spMkLst>
            <pc:docMk/>
            <pc:sldMk cId="530578480" sldId="2147468639"/>
            <ac:spMk id="95" creationId="{F2862BA2-ACCA-D476-F35E-738BF51EBAA4}"/>
          </ac:spMkLst>
        </pc:spChg>
        <pc:grpChg chg="del">
          <ac:chgData name="Takeuchi, Koichiro" userId="b3848a05-443b-4434-8fa5-7398ca0c03c9" providerId="ADAL" clId="{80B71E5D-E31E-4962-AC9B-BD35B338D1CC}" dt="2024-05-24T05:07:21.300" v="769" actId="165"/>
          <ac:grpSpMkLst>
            <pc:docMk/>
            <pc:sldMk cId="530578480" sldId="2147468639"/>
            <ac:grpSpMk id="53" creationId="{1FD11789-7908-8158-E6FB-6189FD50E60F}"/>
          </ac:grpSpMkLst>
        </pc:grpChg>
        <pc:grpChg chg="mod topLvl">
          <ac:chgData name="Takeuchi, Koichiro" userId="b3848a05-443b-4434-8fa5-7398ca0c03c9" providerId="ADAL" clId="{80B71E5D-E31E-4962-AC9B-BD35B338D1CC}" dt="2024-05-24T05:07:21.300" v="769" actId="165"/>
          <ac:grpSpMkLst>
            <pc:docMk/>
            <pc:sldMk cId="530578480" sldId="2147468639"/>
            <ac:grpSpMk id="66" creationId="{54E517B9-3909-A8BD-DB82-E532896F1D36}"/>
          </ac:grpSpMkLst>
        </pc:grpChg>
        <pc:grpChg chg="mod topLvl">
          <ac:chgData name="Takeuchi, Koichiro" userId="b3848a05-443b-4434-8fa5-7398ca0c03c9" providerId="ADAL" clId="{80B71E5D-E31E-4962-AC9B-BD35B338D1CC}" dt="2024-05-24T05:07:21.300" v="769" actId="165"/>
          <ac:grpSpMkLst>
            <pc:docMk/>
            <pc:sldMk cId="530578480" sldId="2147468639"/>
            <ac:grpSpMk id="67" creationId="{63D70632-8959-4789-D4FC-DCDBA581CAD8}"/>
          </ac:grpSpMkLst>
        </pc:grpChg>
        <pc:picChg chg="add del mod">
          <ac:chgData name="Takeuchi, Koichiro" userId="b3848a05-443b-4434-8fa5-7398ca0c03c9" providerId="ADAL" clId="{80B71E5D-E31E-4962-AC9B-BD35B338D1CC}" dt="2024-05-24T05:02:45.566" v="426" actId="478"/>
          <ac:picMkLst>
            <pc:docMk/>
            <pc:sldMk cId="530578480" sldId="2147468639"/>
            <ac:picMk id="4" creationId="{1D1DB15F-0E1D-0569-EBB9-20DD6731E941}"/>
          </ac:picMkLst>
        </pc:picChg>
        <pc:cxnChg chg="mod topLvl">
          <ac:chgData name="Takeuchi, Koichiro" userId="b3848a05-443b-4434-8fa5-7398ca0c03c9" providerId="ADAL" clId="{80B71E5D-E31E-4962-AC9B-BD35B338D1CC}" dt="2024-05-24T05:07:21.300" v="769" actId="165"/>
          <ac:cxnSpMkLst>
            <pc:docMk/>
            <pc:sldMk cId="530578480" sldId="2147468639"/>
            <ac:cxnSpMk id="70" creationId="{42C9EB48-5DD4-9EED-C79C-4BDD00BA034B}"/>
          </ac:cxnSpMkLst>
        </pc:cxnChg>
        <pc:cxnChg chg="mod topLvl">
          <ac:chgData name="Takeuchi, Koichiro" userId="b3848a05-443b-4434-8fa5-7398ca0c03c9" providerId="ADAL" clId="{80B71E5D-E31E-4962-AC9B-BD35B338D1CC}" dt="2024-05-24T05:07:21.300" v="769" actId="165"/>
          <ac:cxnSpMkLst>
            <pc:docMk/>
            <pc:sldMk cId="530578480" sldId="2147468639"/>
            <ac:cxnSpMk id="83" creationId="{01C59B9C-D4D6-CB28-788F-B2D7B02FB8D7}"/>
          </ac:cxnSpMkLst>
        </pc:cxnChg>
        <pc:cxnChg chg="mod topLvl">
          <ac:chgData name="Takeuchi, Koichiro" userId="b3848a05-443b-4434-8fa5-7398ca0c03c9" providerId="ADAL" clId="{80B71E5D-E31E-4962-AC9B-BD35B338D1CC}" dt="2024-05-24T05:07:21.300" v="769" actId="165"/>
          <ac:cxnSpMkLst>
            <pc:docMk/>
            <pc:sldMk cId="530578480" sldId="2147468639"/>
            <ac:cxnSpMk id="84" creationId="{13BA8666-BF83-87C7-2AE5-D78DC1BB9D0B}"/>
          </ac:cxnSpMkLst>
        </pc:cxnChg>
        <pc:cxnChg chg="mod topLvl">
          <ac:chgData name="Takeuchi, Koichiro" userId="b3848a05-443b-4434-8fa5-7398ca0c03c9" providerId="ADAL" clId="{80B71E5D-E31E-4962-AC9B-BD35B338D1CC}" dt="2024-05-24T05:07:21.300" v="769" actId="165"/>
          <ac:cxnSpMkLst>
            <pc:docMk/>
            <pc:sldMk cId="530578480" sldId="2147468639"/>
            <ac:cxnSpMk id="85" creationId="{2A4A2B26-4413-9A64-ACE2-3171CD6CF4D4}"/>
          </ac:cxnSpMkLst>
        </pc:cxnChg>
        <pc:cxnChg chg="mod topLvl">
          <ac:chgData name="Takeuchi, Koichiro" userId="b3848a05-443b-4434-8fa5-7398ca0c03c9" providerId="ADAL" clId="{80B71E5D-E31E-4962-AC9B-BD35B338D1CC}" dt="2024-05-24T05:07:21.300" v="769" actId="165"/>
          <ac:cxnSpMkLst>
            <pc:docMk/>
            <pc:sldMk cId="530578480" sldId="2147468639"/>
            <ac:cxnSpMk id="86" creationId="{8FE3120A-FC89-3BB2-D765-D7B7F1A8CD21}"/>
          </ac:cxnSpMkLst>
        </pc:cxnChg>
        <pc:cxnChg chg="mod topLvl">
          <ac:chgData name="Takeuchi, Koichiro" userId="b3848a05-443b-4434-8fa5-7398ca0c03c9" providerId="ADAL" clId="{80B71E5D-E31E-4962-AC9B-BD35B338D1CC}" dt="2024-05-24T05:07:21.300" v="769" actId="165"/>
          <ac:cxnSpMkLst>
            <pc:docMk/>
            <pc:sldMk cId="530578480" sldId="2147468639"/>
            <ac:cxnSpMk id="89" creationId="{5D6FE9D1-E857-48A5-36E2-DE320316112F}"/>
          </ac:cxnSpMkLst>
        </pc:cxnChg>
        <pc:cxnChg chg="mod">
          <ac:chgData name="Takeuchi, Koichiro" userId="b3848a05-443b-4434-8fa5-7398ca0c03c9" providerId="ADAL" clId="{80B71E5D-E31E-4962-AC9B-BD35B338D1CC}" dt="2024-05-24T05:07:21.300" v="769" actId="165"/>
          <ac:cxnSpMkLst>
            <pc:docMk/>
            <pc:sldMk cId="530578480" sldId="2147468639"/>
            <ac:cxnSpMk id="90" creationId="{DBD5A6BD-854C-BCFF-8F2B-E2FD7245ED80}"/>
          </ac:cxnSpMkLst>
        </pc:cxnChg>
        <pc:cxnChg chg="mod">
          <ac:chgData name="Takeuchi, Koichiro" userId="b3848a05-443b-4434-8fa5-7398ca0c03c9" providerId="ADAL" clId="{80B71E5D-E31E-4962-AC9B-BD35B338D1CC}" dt="2024-05-24T05:07:21.300" v="769" actId="165"/>
          <ac:cxnSpMkLst>
            <pc:docMk/>
            <pc:sldMk cId="530578480" sldId="2147468639"/>
            <ac:cxnSpMk id="91" creationId="{5CB29F6C-0102-2B73-C577-028B98702EF6}"/>
          </ac:cxnSpMkLst>
        </pc:cxnChg>
        <pc:cxnChg chg="mod">
          <ac:chgData name="Takeuchi, Koichiro" userId="b3848a05-443b-4434-8fa5-7398ca0c03c9" providerId="ADAL" clId="{80B71E5D-E31E-4962-AC9B-BD35B338D1CC}" dt="2024-05-24T05:07:21.300" v="769" actId="165"/>
          <ac:cxnSpMkLst>
            <pc:docMk/>
            <pc:sldMk cId="530578480" sldId="2147468639"/>
            <ac:cxnSpMk id="92" creationId="{11E9E2D5-3BE9-101F-0FAA-61EEFF87BD0F}"/>
          </ac:cxnSpMkLst>
        </pc:cxnChg>
        <pc:cxnChg chg="mod">
          <ac:chgData name="Takeuchi, Koichiro" userId="b3848a05-443b-4434-8fa5-7398ca0c03c9" providerId="ADAL" clId="{80B71E5D-E31E-4962-AC9B-BD35B338D1CC}" dt="2024-05-24T05:07:21.300" v="769" actId="165"/>
          <ac:cxnSpMkLst>
            <pc:docMk/>
            <pc:sldMk cId="530578480" sldId="2147468639"/>
            <ac:cxnSpMk id="93" creationId="{E10DE961-941E-8B84-837E-AB1CA8C7C1D0}"/>
          </ac:cxnSpMkLst>
        </pc:cxnChg>
        <pc:cxnChg chg="del mod">
          <ac:chgData name="Takeuchi, Koichiro" userId="b3848a05-443b-4434-8fa5-7398ca0c03c9" providerId="ADAL" clId="{80B71E5D-E31E-4962-AC9B-BD35B338D1CC}" dt="2024-05-24T05:04:50.595" v="434" actId="478"/>
          <ac:cxnSpMkLst>
            <pc:docMk/>
            <pc:sldMk cId="530578480" sldId="2147468639"/>
            <ac:cxnSpMk id="96" creationId="{532A803F-8167-DFD1-6BB7-FED246A31315}"/>
          </ac:cxnSpMkLst>
        </pc:cxnChg>
      </pc:sldChg>
      <pc:sldChg chg="del">
        <pc:chgData name="Takeuchi, Koichiro" userId="b3848a05-443b-4434-8fa5-7398ca0c03c9" providerId="ADAL" clId="{80B71E5D-E31E-4962-AC9B-BD35B338D1CC}" dt="2024-05-24T05:14:28.647" v="912" actId="47"/>
        <pc:sldMkLst>
          <pc:docMk/>
          <pc:sldMk cId="4233624584" sldId="2147468640"/>
        </pc:sldMkLst>
      </pc:sldChg>
      <pc:sldChg chg="del">
        <pc:chgData name="Takeuchi, Koichiro" userId="b3848a05-443b-4434-8fa5-7398ca0c03c9" providerId="ADAL" clId="{80B71E5D-E31E-4962-AC9B-BD35B338D1CC}" dt="2024-05-24T05:19:45.776" v="998" actId="47"/>
        <pc:sldMkLst>
          <pc:docMk/>
          <pc:sldMk cId="2828514638" sldId="2147468641"/>
        </pc:sldMkLst>
      </pc:sldChg>
      <pc:sldChg chg="del">
        <pc:chgData name="Takeuchi, Koichiro" userId="b3848a05-443b-4434-8fa5-7398ca0c03c9" providerId="ADAL" clId="{80B71E5D-E31E-4962-AC9B-BD35B338D1CC}" dt="2024-05-24T05:16:54.250" v="976" actId="47"/>
        <pc:sldMkLst>
          <pc:docMk/>
          <pc:sldMk cId="580568861" sldId="2147468642"/>
        </pc:sldMkLst>
      </pc:sldChg>
      <pc:sldChg chg="del">
        <pc:chgData name="Takeuchi, Koichiro" userId="b3848a05-443b-4434-8fa5-7398ca0c03c9" providerId="ADAL" clId="{80B71E5D-E31E-4962-AC9B-BD35B338D1CC}" dt="2024-05-24T05:16:54.517" v="977" actId="47"/>
        <pc:sldMkLst>
          <pc:docMk/>
          <pc:sldMk cId="273794443" sldId="2147468646"/>
        </pc:sldMkLst>
      </pc:sldChg>
      <pc:sldChg chg="del">
        <pc:chgData name="Takeuchi, Koichiro" userId="b3848a05-443b-4434-8fa5-7398ca0c03c9" providerId="ADAL" clId="{80B71E5D-E31E-4962-AC9B-BD35B338D1CC}" dt="2024-05-24T05:17:03.460" v="996" actId="47"/>
        <pc:sldMkLst>
          <pc:docMk/>
          <pc:sldMk cId="2025993153" sldId="2147468647"/>
        </pc:sldMkLst>
      </pc:sldChg>
      <pc:sldChg chg="del">
        <pc:chgData name="Takeuchi, Koichiro" userId="b3848a05-443b-4434-8fa5-7398ca0c03c9" providerId="ADAL" clId="{80B71E5D-E31E-4962-AC9B-BD35B338D1CC}" dt="2024-05-24T05:17:01.696" v="994" actId="47"/>
        <pc:sldMkLst>
          <pc:docMk/>
          <pc:sldMk cId="3961304525" sldId="2147468648"/>
        </pc:sldMkLst>
      </pc:sldChg>
      <pc:sldChg chg="del">
        <pc:chgData name="Takeuchi, Koichiro" userId="b3848a05-443b-4434-8fa5-7398ca0c03c9" providerId="ADAL" clId="{80B71E5D-E31E-4962-AC9B-BD35B338D1CC}" dt="2024-05-24T05:16:59.662" v="989" actId="47"/>
        <pc:sldMkLst>
          <pc:docMk/>
          <pc:sldMk cId="1378408446" sldId="2147468649"/>
        </pc:sldMkLst>
      </pc:sldChg>
      <pc:sldChg chg="del">
        <pc:chgData name="Takeuchi, Koichiro" userId="b3848a05-443b-4434-8fa5-7398ca0c03c9" providerId="ADAL" clId="{80B71E5D-E31E-4962-AC9B-BD35B338D1CC}" dt="2024-05-24T05:16:59.999" v="990" actId="47"/>
        <pc:sldMkLst>
          <pc:docMk/>
          <pc:sldMk cId="2383594870" sldId="2147468650"/>
        </pc:sldMkLst>
      </pc:sldChg>
      <pc:sldChg chg="del">
        <pc:chgData name="Takeuchi, Koichiro" userId="b3848a05-443b-4434-8fa5-7398ca0c03c9" providerId="ADAL" clId="{80B71E5D-E31E-4962-AC9B-BD35B338D1CC}" dt="2024-05-24T05:17:00.194" v="991" actId="47"/>
        <pc:sldMkLst>
          <pc:docMk/>
          <pc:sldMk cId="1939370276" sldId="2147468651"/>
        </pc:sldMkLst>
      </pc:sldChg>
      <pc:sldChg chg="del">
        <pc:chgData name="Takeuchi, Koichiro" userId="b3848a05-443b-4434-8fa5-7398ca0c03c9" providerId="ADAL" clId="{80B71E5D-E31E-4962-AC9B-BD35B338D1CC}" dt="2024-05-24T05:17:00.476" v="992" actId="47"/>
        <pc:sldMkLst>
          <pc:docMk/>
          <pc:sldMk cId="3657440233" sldId="2147468652"/>
        </pc:sldMkLst>
      </pc:sldChg>
      <pc:sldChg chg="del">
        <pc:chgData name="Takeuchi, Koichiro" userId="b3848a05-443b-4434-8fa5-7398ca0c03c9" providerId="ADAL" clId="{80B71E5D-E31E-4962-AC9B-BD35B338D1CC}" dt="2024-05-24T05:17:00.892" v="993" actId="47"/>
        <pc:sldMkLst>
          <pc:docMk/>
          <pc:sldMk cId="3802774104" sldId="2147468653"/>
        </pc:sldMkLst>
      </pc:sldChg>
      <pc:sldChg chg="del">
        <pc:chgData name="Takeuchi, Koichiro" userId="b3848a05-443b-4434-8fa5-7398ca0c03c9" providerId="ADAL" clId="{80B71E5D-E31E-4962-AC9B-BD35B338D1CC}" dt="2024-05-24T05:16:54.719" v="978" actId="47"/>
        <pc:sldMkLst>
          <pc:docMk/>
          <pc:sldMk cId="2996908844" sldId="2147468654"/>
        </pc:sldMkLst>
      </pc:sldChg>
      <pc:sldChg chg="del">
        <pc:chgData name="Takeuchi, Koichiro" userId="b3848a05-443b-4434-8fa5-7398ca0c03c9" providerId="ADAL" clId="{80B71E5D-E31E-4962-AC9B-BD35B338D1CC}" dt="2024-05-24T05:17:02.460" v="995" actId="47"/>
        <pc:sldMkLst>
          <pc:docMk/>
          <pc:sldMk cId="1434949714" sldId="2147468655"/>
        </pc:sldMkLst>
      </pc:sldChg>
      <pc:sldChg chg="del">
        <pc:chgData name="Takeuchi, Koichiro" userId="b3848a05-443b-4434-8fa5-7398ca0c03c9" providerId="ADAL" clId="{80B71E5D-E31E-4962-AC9B-BD35B338D1CC}" dt="2024-05-24T05:16:59.249" v="988" actId="47"/>
        <pc:sldMkLst>
          <pc:docMk/>
          <pc:sldMk cId="683826975" sldId="2147468656"/>
        </pc:sldMkLst>
      </pc:sldChg>
      <pc:sldChg chg="del">
        <pc:chgData name="Takeuchi, Koichiro" userId="b3848a05-443b-4434-8fa5-7398ca0c03c9" providerId="ADAL" clId="{80B71E5D-E31E-4962-AC9B-BD35B338D1CC}" dt="2024-05-24T05:14:27.717" v="911" actId="47"/>
        <pc:sldMkLst>
          <pc:docMk/>
          <pc:sldMk cId="1048032879" sldId="2147468657"/>
        </pc:sldMkLst>
      </pc:sldChg>
      <pc:sldChg chg="addSp modSp mod">
        <pc:chgData name="Takeuchi, Koichiro" userId="b3848a05-443b-4434-8fa5-7398ca0c03c9" providerId="ADAL" clId="{80B71E5D-E31E-4962-AC9B-BD35B338D1CC}" dt="2024-05-24T05:14:09.021" v="910" actId="20577"/>
        <pc:sldMkLst>
          <pc:docMk/>
          <pc:sldMk cId="4160675354" sldId="2147468659"/>
        </pc:sldMkLst>
        <pc:spChg chg="mod">
          <ac:chgData name="Takeuchi, Koichiro" userId="b3848a05-443b-4434-8fa5-7398ca0c03c9" providerId="ADAL" clId="{80B71E5D-E31E-4962-AC9B-BD35B338D1CC}" dt="2024-05-24T05:13:12.145" v="884" actId="20577"/>
          <ac:spMkLst>
            <pc:docMk/>
            <pc:sldMk cId="4160675354" sldId="2147468659"/>
            <ac:spMk id="12" creationId="{7E2C29F5-EB48-3AE5-C602-1D96DF9AF269}"/>
          </ac:spMkLst>
        </pc:spChg>
        <pc:spChg chg="mod">
          <ac:chgData name="Takeuchi, Koichiro" userId="b3848a05-443b-4434-8fa5-7398ca0c03c9" providerId="ADAL" clId="{80B71E5D-E31E-4962-AC9B-BD35B338D1CC}" dt="2024-05-24T05:12:18.243" v="872"/>
          <ac:spMkLst>
            <pc:docMk/>
            <pc:sldMk cId="4160675354" sldId="2147468659"/>
            <ac:spMk id="13" creationId="{69BF46B3-BD2C-626F-99BA-C7A327CA0796}"/>
          </ac:spMkLst>
        </pc:spChg>
        <pc:spChg chg="mod">
          <ac:chgData name="Takeuchi, Koichiro" userId="b3848a05-443b-4434-8fa5-7398ca0c03c9" providerId="ADAL" clId="{80B71E5D-E31E-4962-AC9B-BD35B338D1CC}" dt="2024-05-24T05:13:23.955" v="903" actId="164"/>
          <ac:spMkLst>
            <pc:docMk/>
            <pc:sldMk cId="4160675354" sldId="2147468659"/>
            <ac:spMk id="104" creationId="{1E0D0219-7EEA-A6DA-A818-C9815DC6C4D7}"/>
          </ac:spMkLst>
        </pc:spChg>
        <pc:spChg chg="mod">
          <ac:chgData name="Takeuchi, Koichiro" userId="b3848a05-443b-4434-8fa5-7398ca0c03c9" providerId="ADAL" clId="{80B71E5D-E31E-4962-AC9B-BD35B338D1CC}" dt="2024-05-24T05:13:23.955" v="903" actId="164"/>
          <ac:spMkLst>
            <pc:docMk/>
            <pc:sldMk cId="4160675354" sldId="2147468659"/>
            <ac:spMk id="105" creationId="{6F45D110-CF22-8986-8D9C-DC9552A3086A}"/>
          </ac:spMkLst>
        </pc:spChg>
        <pc:spChg chg="mod">
          <ac:chgData name="Takeuchi, Koichiro" userId="b3848a05-443b-4434-8fa5-7398ca0c03c9" providerId="ADAL" clId="{80B71E5D-E31E-4962-AC9B-BD35B338D1CC}" dt="2024-05-24T05:13:23.955" v="903" actId="164"/>
          <ac:spMkLst>
            <pc:docMk/>
            <pc:sldMk cId="4160675354" sldId="2147468659"/>
            <ac:spMk id="106" creationId="{65DDA598-6C44-2F14-0986-6760B5491D0D}"/>
          </ac:spMkLst>
        </pc:spChg>
        <pc:spChg chg="mod">
          <ac:chgData name="Takeuchi, Koichiro" userId="b3848a05-443b-4434-8fa5-7398ca0c03c9" providerId="ADAL" clId="{80B71E5D-E31E-4962-AC9B-BD35B338D1CC}" dt="2024-05-24T05:13:23.955" v="903" actId="164"/>
          <ac:spMkLst>
            <pc:docMk/>
            <pc:sldMk cId="4160675354" sldId="2147468659"/>
            <ac:spMk id="107" creationId="{20280DFA-E7FE-479E-1840-336C85477EBF}"/>
          </ac:spMkLst>
        </pc:spChg>
        <pc:spChg chg="mod">
          <ac:chgData name="Takeuchi, Koichiro" userId="b3848a05-443b-4434-8fa5-7398ca0c03c9" providerId="ADAL" clId="{80B71E5D-E31E-4962-AC9B-BD35B338D1CC}" dt="2024-05-24T05:13:23.955" v="903" actId="164"/>
          <ac:spMkLst>
            <pc:docMk/>
            <pc:sldMk cId="4160675354" sldId="2147468659"/>
            <ac:spMk id="108" creationId="{72726A32-9332-D1DA-21C1-45D553ECD1E5}"/>
          </ac:spMkLst>
        </pc:spChg>
        <pc:spChg chg="mod">
          <ac:chgData name="Takeuchi, Koichiro" userId="b3848a05-443b-4434-8fa5-7398ca0c03c9" providerId="ADAL" clId="{80B71E5D-E31E-4962-AC9B-BD35B338D1CC}" dt="2024-05-24T05:13:23.955" v="903" actId="164"/>
          <ac:spMkLst>
            <pc:docMk/>
            <pc:sldMk cId="4160675354" sldId="2147468659"/>
            <ac:spMk id="109" creationId="{22C69869-1A2C-2FFC-E32E-5E5A538D260A}"/>
          </ac:spMkLst>
        </pc:spChg>
        <pc:spChg chg="mod">
          <ac:chgData name="Takeuchi, Koichiro" userId="b3848a05-443b-4434-8fa5-7398ca0c03c9" providerId="ADAL" clId="{80B71E5D-E31E-4962-AC9B-BD35B338D1CC}" dt="2024-05-24T05:13:50.127" v="908" actId="20577"/>
          <ac:spMkLst>
            <pc:docMk/>
            <pc:sldMk cId="4160675354" sldId="2147468659"/>
            <ac:spMk id="110" creationId="{7F596869-4BC7-FA3B-642D-714AF4A19012}"/>
          </ac:spMkLst>
        </pc:spChg>
        <pc:spChg chg="mod">
          <ac:chgData name="Takeuchi, Koichiro" userId="b3848a05-443b-4434-8fa5-7398ca0c03c9" providerId="ADAL" clId="{80B71E5D-E31E-4962-AC9B-BD35B338D1CC}" dt="2024-05-24T05:13:23.955" v="903" actId="164"/>
          <ac:spMkLst>
            <pc:docMk/>
            <pc:sldMk cId="4160675354" sldId="2147468659"/>
            <ac:spMk id="111" creationId="{4500E1DF-1F4C-F070-1820-D0BE2B6F6EEA}"/>
          </ac:spMkLst>
        </pc:spChg>
        <pc:spChg chg="mod">
          <ac:chgData name="Takeuchi, Koichiro" userId="b3848a05-443b-4434-8fa5-7398ca0c03c9" providerId="ADAL" clId="{80B71E5D-E31E-4962-AC9B-BD35B338D1CC}" dt="2024-05-24T05:14:09.021" v="910" actId="20577"/>
          <ac:spMkLst>
            <pc:docMk/>
            <pc:sldMk cId="4160675354" sldId="2147468659"/>
            <ac:spMk id="112" creationId="{07D0152F-92A9-9B81-8CE0-C8B8F2E418C4}"/>
          </ac:spMkLst>
        </pc:spChg>
        <pc:spChg chg="mod">
          <ac:chgData name="Takeuchi, Koichiro" userId="b3848a05-443b-4434-8fa5-7398ca0c03c9" providerId="ADAL" clId="{80B71E5D-E31E-4962-AC9B-BD35B338D1CC}" dt="2024-05-24T05:13:23.955" v="903" actId="164"/>
          <ac:spMkLst>
            <pc:docMk/>
            <pc:sldMk cId="4160675354" sldId="2147468659"/>
            <ac:spMk id="113" creationId="{42D133A6-F46F-39F5-E608-81318C08FBE2}"/>
          </ac:spMkLst>
        </pc:spChg>
        <pc:spChg chg="mod">
          <ac:chgData name="Takeuchi, Koichiro" userId="b3848a05-443b-4434-8fa5-7398ca0c03c9" providerId="ADAL" clId="{80B71E5D-E31E-4962-AC9B-BD35B338D1CC}" dt="2024-05-24T05:13:23.955" v="903" actId="164"/>
          <ac:spMkLst>
            <pc:docMk/>
            <pc:sldMk cId="4160675354" sldId="2147468659"/>
            <ac:spMk id="114" creationId="{0C41E9C0-C1F4-D623-E557-7A1606575D9B}"/>
          </ac:spMkLst>
        </pc:spChg>
        <pc:spChg chg="mod">
          <ac:chgData name="Takeuchi, Koichiro" userId="b3848a05-443b-4434-8fa5-7398ca0c03c9" providerId="ADAL" clId="{80B71E5D-E31E-4962-AC9B-BD35B338D1CC}" dt="2024-05-24T05:13:23.955" v="903" actId="164"/>
          <ac:spMkLst>
            <pc:docMk/>
            <pc:sldMk cId="4160675354" sldId="2147468659"/>
            <ac:spMk id="115" creationId="{B6D95EDB-2572-B921-E6CE-7BE1048958C2}"/>
          </ac:spMkLst>
        </pc:spChg>
        <pc:spChg chg="mod">
          <ac:chgData name="Takeuchi, Koichiro" userId="b3848a05-443b-4434-8fa5-7398ca0c03c9" providerId="ADAL" clId="{80B71E5D-E31E-4962-AC9B-BD35B338D1CC}" dt="2024-05-24T05:13:23.955" v="903" actId="164"/>
          <ac:spMkLst>
            <pc:docMk/>
            <pc:sldMk cId="4160675354" sldId="2147468659"/>
            <ac:spMk id="116" creationId="{970BB4BD-C702-CCCE-AAF3-47198225EC65}"/>
          </ac:spMkLst>
        </pc:spChg>
        <pc:spChg chg="mod">
          <ac:chgData name="Takeuchi, Koichiro" userId="b3848a05-443b-4434-8fa5-7398ca0c03c9" providerId="ADAL" clId="{80B71E5D-E31E-4962-AC9B-BD35B338D1CC}" dt="2024-05-24T05:13:23.955" v="903" actId="164"/>
          <ac:spMkLst>
            <pc:docMk/>
            <pc:sldMk cId="4160675354" sldId="2147468659"/>
            <ac:spMk id="117" creationId="{5A55A7F6-8C56-2F8D-A79A-51E561652EDB}"/>
          </ac:spMkLst>
        </pc:spChg>
        <pc:spChg chg="mod">
          <ac:chgData name="Takeuchi, Koichiro" userId="b3848a05-443b-4434-8fa5-7398ca0c03c9" providerId="ADAL" clId="{80B71E5D-E31E-4962-AC9B-BD35B338D1CC}" dt="2024-05-24T05:13:23.955" v="903" actId="164"/>
          <ac:spMkLst>
            <pc:docMk/>
            <pc:sldMk cId="4160675354" sldId="2147468659"/>
            <ac:spMk id="118" creationId="{E269322D-0F66-D15C-A6C6-34D358E76267}"/>
          </ac:spMkLst>
        </pc:spChg>
        <pc:spChg chg="mod">
          <ac:chgData name="Takeuchi, Koichiro" userId="b3848a05-443b-4434-8fa5-7398ca0c03c9" providerId="ADAL" clId="{80B71E5D-E31E-4962-AC9B-BD35B338D1CC}" dt="2024-05-24T05:13:23.955" v="903" actId="164"/>
          <ac:spMkLst>
            <pc:docMk/>
            <pc:sldMk cId="4160675354" sldId="2147468659"/>
            <ac:spMk id="119" creationId="{5AB76461-6600-D85A-A2E9-34AC702CF7FF}"/>
          </ac:spMkLst>
        </pc:spChg>
        <pc:spChg chg="mod">
          <ac:chgData name="Takeuchi, Koichiro" userId="b3848a05-443b-4434-8fa5-7398ca0c03c9" providerId="ADAL" clId="{80B71E5D-E31E-4962-AC9B-BD35B338D1CC}" dt="2024-05-24T05:13:23.955" v="903" actId="164"/>
          <ac:spMkLst>
            <pc:docMk/>
            <pc:sldMk cId="4160675354" sldId="2147468659"/>
            <ac:spMk id="120" creationId="{C250763B-C637-BE53-4D59-C37F4C861C81}"/>
          </ac:spMkLst>
        </pc:spChg>
        <pc:spChg chg="mod">
          <ac:chgData name="Takeuchi, Koichiro" userId="b3848a05-443b-4434-8fa5-7398ca0c03c9" providerId="ADAL" clId="{80B71E5D-E31E-4962-AC9B-BD35B338D1CC}" dt="2024-05-24T05:13:23.955" v="903" actId="164"/>
          <ac:spMkLst>
            <pc:docMk/>
            <pc:sldMk cId="4160675354" sldId="2147468659"/>
            <ac:spMk id="121" creationId="{3F3D61A5-655A-B605-FCD9-08E5B6ED9792}"/>
          </ac:spMkLst>
        </pc:spChg>
        <pc:spChg chg="mod">
          <ac:chgData name="Takeuchi, Koichiro" userId="b3848a05-443b-4434-8fa5-7398ca0c03c9" providerId="ADAL" clId="{80B71E5D-E31E-4962-AC9B-BD35B338D1CC}" dt="2024-05-24T05:13:23.955" v="903" actId="164"/>
          <ac:spMkLst>
            <pc:docMk/>
            <pc:sldMk cId="4160675354" sldId="2147468659"/>
            <ac:spMk id="122" creationId="{A3C1AAE7-17FB-5EB6-49BC-5647EDAEFF48}"/>
          </ac:spMkLst>
        </pc:spChg>
        <pc:spChg chg="mod">
          <ac:chgData name="Takeuchi, Koichiro" userId="b3848a05-443b-4434-8fa5-7398ca0c03c9" providerId="ADAL" clId="{80B71E5D-E31E-4962-AC9B-BD35B338D1CC}" dt="2024-05-24T05:13:23.955" v="903" actId="164"/>
          <ac:spMkLst>
            <pc:docMk/>
            <pc:sldMk cId="4160675354" sldId="2147468659"/>
            <ac:spMk id="123" creationId="{AF7D3DCB-62B1-BB32-2239-7D40B41AA47C}"/>
          </ac:spMkLst>
        </pc:spChg>
        <pc:spChg chg="mod">
          <ac:chgData name="Takeuchi, Koichiro" userId="b3848a05-443b-4434-8fa5-7398ca0c03c9" providerId="ADAL" clId="{80B71E5D-E31E-4962-AC9B-BD35B338D1CC}" dt="2024-05-24T05:13:23.955" v="903" actId="164"/>
          <ac:spMkLst>
            <pc:docMk/>
            <pc:sldMk cId="4160675354" sldId="2147468659"/>
            <ac:spMk id="124" creationId="{481F9B98-BDA5-FCDE-32FF-0D3F8B7B6979}"/>
          </ac:spMkLst>
        </pc:spChg>
        <pc:spChg chg="mod">
          <ac:chgData name="Takeuchi, Koichiro" userId="b3848a05-443b-4434-8fa5-7398ca0c03c9" providerId="ADAL" clId="{80B71E5D-E31E-4962-AC9B-BD35B338D1CC}" dt="2024-05-24T05:13:23.955" v="903" actId="164"/>
          <ac:spMkLst>
            <pc:docMk/>
            <pc:sldMk cId="4160675354" sldId="2147468659"/>
            <ac:spMk id="125" creationId="{3D4EAA39-E6F7-F25F-7671-7DB3099CD0C7}"/>
          </ac:spMkLst>
        </pc:spChg>
        <pc:spChg chg="mod">
          <ac:chgData name="Takeuchi, Koichiro" userId="b3848a05-443b-4434-8fa5-7398ca0c03c9" providerId="ADAL" clId="{80B71E5D-E31E-4962-AC9B-BD35B338D1CC}" dt="2024-05-24T05:13:23.955" v="903" actId="164"/>
          <ac:spMkLst>
            <pc:docMk/>
            <pc:sldMk cId="4160675354" sldId="2147468659"/>
            <ac:spMk id="126" creationId="{1D6FA0BB-FA7C-D26C-DBC7-0602712F5030}"/>
          </ac:spMkLst>
        </pc:spChg>
        <pc:spChg chg="mod">
          <ac:chgData name="Takeuchi, Koichiro" userId="b3848a05-443b-4434-8fa5-7398ca0c03c9" providerId="ADAL" clId="{80B71E5D-E31E-4962-AC9B-BD35B338D1CC}" dt="2024-05-24T05:13:23.955" v="903" actId="164"/>
          <ac:spMkLst>
            <pc:docMk/>
            <pc:sldMk cId="4160675354" sldId="2147468659"/>
            <ac:spMk id="127" creationId="{3EB589B0-8BE6-A8F4-7AA6-C4050EF8BE27}"/>
          </ac:spMkLst>
        </pc:spChg>
        <pc:spChg chg="mod">
          <ac:chgData name="Takeuchi, Koichiro" userId="b3848a05-443b-4434-8fa5-7398ca0c03c9" providerId="ADAL" clId="{80B71E5D-E31E-4962-AC9B-BD35B338D1CC}" dt="2024-05-24T05:13:23.955" v="903" actId="164"/>
          <ac:spMkLst>
            <pc:docMk/>
            <pc:sldMk cId="4160675354" sldId="2147468659"/>
            <ac:spMk id="128" creationId="{A5D9BF7B-F5B7-6582-439F-F0685EECF7FD}"/>
          </ac:spMkLst>
        </pc:spChg>
        <pc:grpChg chg="add mod">
          <ac:chgData name="Takeuchi, Koichiro" userId="b3848a05-443b-4434-8fa5-7398ca0c03c9" providerId="ADAL" clId="{80B71E5D-E31E-4962-AC9B-BD35B338D1CC}" dt="2024-05-24T05:13:28.430" v="905" actId="12788"/>
          <ac:grpSpMkLst>
            <pc:docMk/>
            <pc:sldMk cId="4160675354" sldId="2147468659"/>
            <ac:grpSpMk id="2" creationId="{634A9401-5718-7EA1-13B5-E6C00999EE3C}"/>
          </ac:grpSpMkLst>
        </pc:grpChg>
      </pc:sldChg>
      <pc:sldChg chg="modSp add del mod">
        <pc:chgData name="Takeuchi, Koichiro" userId="b3848a05-443b-4434-8fa5-7398ca0c03c9" providerId="ADAL" clId="{80B71E5D-E31E-4962-AC9B-BD35B338D1CC}" dt="2024-05-24T05:12:05.949" v="871" actId="47"/>
        <pc:sldMkLst>
          <pc:docMk/>
          <pc:sldMk cId="3077356700" sldId="2147468662"/>
        </pc:sldMkLst>
        <pc:spChg chg="mod">
          <ac:chgData name="Takeuchi, Koichiro" userId="b3848a05-443b-4434-8fa5-7398ca0c03c9" providerId="ADAL" clId="{80B71E5D-E31E-4962-AC9B-BD35B338D1CC}" dt="2024-05-24T05:09:10.613" v="820"/>
          <ac:spMkLst>
            <pc:docMk/>
            <pc:sldMk cId="3077356700" sldId="2147468662"/>
            <ac:spMk id="13" creationId="{69BF46B3-BD2C-626F-99BA-C7A327CA0796}"/>
          </ac:spMkLst>
        </pc:spChg>
      </pc:sldChg>
      <pc:sldChg chg="addSp modSp new mod">
        <pc:chgData name="Takeuchi, Koichiro" userId="b3848a05-443b-4434-8fa5-7398ca0c03c9" providerId="ADAL" clId="{80B71E5D-E31E-4962-AC9B-BD35B338D1CC}" dt="2024-05-24T05:58:43.763" v="1713" actId="20577"/>
        <pc:sldMkLst>
          <pc:docMk/>
          <pc:sldMk cId="1695821962" sldId="2147468663"/>
        </pc:sldMkLst>
        <pc:spChg chg="mod">
          <ac:chgData name="Takeuchi, Koichiro" userId="b3848a05-443b-4434-8fa5-7398ca0c03c9" providerId="ADAL" clId="{80B71E5D-E31E-4962-AC9B-BD35B338D1CC}" dt="2024-05-24T05:11:09.665" v="853" actId="255"/>
          <ac:spMkLst>
            <pc:docMk/>
            <pc:sldMk cId="1695821962" sldId="2147468663"/>
            <ac:spMk id="2" creationId="{8B5B16D9-8C73-95FD-C6EC-31341CF42B6A}"/>
          </ac:spMkLst>
        </pc:spChg>
        <pc:spChg chg="mod">
          <ac:chgData name="Takeuchi, Koichiro" userId="b3848a05-443b-4434-8fa5-7398ca0c03c9" providerId="ADAL" clId="{80B71E5D-E31E-4962-AC9B-BD35B338D1CC}" dt="2024-05-24T05:09:31.634" v="851" actId="20577"/>
          <ac:spMkLst>
            <pc:docMk/>
            <pc:sldMk cId="1695821962" sldId="2147468663"/>
            <ac:spMk id="3" creationId="{3B46BA40-0530-1486-9886-3DDEC539BF42}"/>
          </ac:spMkLst>
        </pc:spChg>
        <pc:spChg chg="mod">
          <ac:chgData name="Takeuchi, Koichiro" userId="b3848a05-443b-4434-8fa5-7398ca0c03c9" providerId="ADAL" clId="{80B71E5D-E31E-4962-AC9B-BD35B338D1CC}" dt="2024-05-24T05:11:30.544" v="869" actId="255"/>
          <ac:spMkLst>
            <pc:docMk/>
            <pc:sldMk cId="1695821962" sldId="2147468663"/>
            <ac:spMk id="4" creationId="{717996B0-BB9D-51B6-0ED4-CB0CFEBE961A}"/>
          </ac:spMkLst>
        </pc:spChg>
        <pc:spChg chg="add mod">
          <ac:chgData name="Takeuchi, Koichiro" userId="b3848a05-443b-4434-8fa5-7398ca0c03c9" providerId="ADAL" clId="{80B71E5D-E31E-4962-AC9B-BD35B338D1CC}" dt="2024-05-24T05:58:43.763" v="1713" actId="20577"/>
          <ac:spMkLst>
            <pc:docMk/>
            <pc:sldMk cId="1695821962" sldId="2147468663"/>
            <ac:spMk id="8" creationId="{E25B4093-E5BC-031E-2D42-98B8C61DF278}"/>
          </ac:spMkLst>
        </pc:spChg>
        <pc:picChg chg="add mod">
          <ac:chgData name="Takeuchi, Koichiro" userId="b3848a05-443b-4434-8fa5-7398ca0c03c9" providerId="ADAL" clId="{80B71E5D-E31E-4962-AC9B-BD35B338D1CC}" dt="2024-05-24T05:11:39.105" v="870"/>
          <ac:picMkLst>
            <pc:docMk/>
            <pc:sldMk cId="1695821962" sldId="2147468663"/>
            <ac:picMk id="7" creationId="{BD991F22-CFD2-D396-A653-D4AF0E01BD95}"/>
          </ac:picMkLst>
        </pc:picChg>
      </pc:sldChg>
      <pc:sldChg chg="addSp delSp modSp new mod ord modShow">
        <pc:chgData name="Takeuchi, Koichiro" userId="b3848a05-443b-4434-8fa5-7398ca0c03c9" providerId="ADAL" clId="{80B71E5D-E31E-4962-AC9B-BD35B338D1CC}" dt="2024-05-24T06:15:02.297" v="2120"/>
        <pc:sldMkLst>
          <pc:docMk/>
          <pc:sldMk cId="4161607056" sldId="2147468664"/>
        </pc:sldMkLst>
        <pc:spChg chg="mod">
          <ac:chgData name="Takeuchi, Koichiro" userId="b3848a05-443b-4434-8fa5-7398ca0c03c9" providerId="ADAL" clId="{80B71E5D-E31E-4962-AC9B-BD35B338D1CC}" dt="2024-05-24T05:46:35.423" v="1138" actId="255"/>
          <ac:spMkLst>
            <pc:docMk/>
            <pc:sldMk cId="4161607056" sldId="2147468664"/>
            <ac:spMk id="2" creationId="{236E8044-5707-32C9-BB39-B5830ACA9388}"/>
          </ac:spMkLst>
        </pc:spChg>
        <pc:spChg chg="mod">
          <ac:chgData name="Takeuchi, Koichiro" userId="b3848a05-443b-4434-8fa5-7398ca0c03c9" providerId="ADAL" clId="{80B71E5D-E31E-4962-AC9B-BD35B338D1CC}" dt="2024-05-24T05:47:48.790" v="1281" actId="20577"/>
          <ac:spMkLst>
            <pc:docMk/>
            <pc:sldMk cId="4161607056" sldId="2147468664"/>
            <ac:spMk id="3" creationId="{6F87811F-22A0-40CB-5137-F9234735B4E4}"/>
          </ac:spMkLst>
        </pc:spChg>
        <pc:spChg chg="mod">
          <ac:chgData name="Takeuchi, Koichiro" userId="b3848a05-443b-4434-8fa5-7398ca0c03c9" providerId="ADAL" clId="{80B71E5D-E31E-4962-AC9B-BD35B338D1CC}" dt="2024-05-24T06:01:15.758" v="1784" actId="20577"/>
          <ac:spMkLst>
            <pc:docMk/>
            <pc:sldMk cId="4161607056" sldId="2147468664"/>
            <ac:spMk id="4" creationId="{4E91C10C-2DEB-B4D7-60F2-3238F2D38E1C}"/>
          </ac:spMkLst>
        </pc:spChg>
        <pc:spChg chg="add mod">
          <ac:chgData name="Takeuchi, Koichiro" userId="b3848a05-443b-4434-8fa5-7398ca0c03c9" providerId="ADAL" clId="{80B71E5D-E31E-4962-AC9B-BD35B338D1CC}" dt="2024-05-24T05:53:40.925" v="1337" actId="113"/>
          <ac:spMkLst>
            <pc:docMk/>
            <pc:sldMk cId="4161607056" sldId="2147468664"/>
            <ac:spMk id="7" creationId="{BBF569E1-A6C3-2220-0D24-593F497EFB0D}"/>
          </ac:spMkLst>
        </pc:spChg>
        <pc:spChg chg="add mod">
          <ac:chgData name="Takeuchi, Koichiro" userId="b3848a05-443b-4434-8fa5-7398ca0c03c9" providerId="ADAL" clId="{80B71E5D-E31E-4962-AC9B-BD35B338D1CC}" dt="2024-05-24T05:48:48.922" v="1283" actId="113"/>
          <ac:spMkLst>
            <pc:docMk/>
            <pc:sldMk cId="4161607056" sldId="2147468664"/>
            <ac:spMk id="8" creationId="{DF395526-9712-751B-A78E-1A63EB0CF5CA}"/>
          </ac:spMkLst>
        </pc:spChg>
        <pc:spChg chg="add mod">
          <ac:chgData name="Takeuchi, Koichiro" userId="b3848a05-443b-4434-8fa5-7398ca0c03c9" providerId="ADAL" clId="{80B71E5D-E31E-4962-AC9B-BD35B338D1CC}" dt="2024-05-24T05:48:48.922" v="1283" actId="113"/>
          <ac:spMkLst>
            <pc:docMk/>
            <pc:sldMk cId="4161607056" sldId="2147468664"/>
            <ac:spMk id="9" creationId="{0B301787-1045-6BF3-25C6-57EFE6886EDA}"/>
          </ac:spMkLst>
        </pc:spChg>
        <pc:spChg chg="add mod">
          <ac:chgData name="Takeuchi, Koichiro" userId="b3848a05-443b-4434-8fa5-7398ca0c03c9" providerId="ADAL" clId="{80B71E5D-E31E-4962-AC9B-BD35B338D1CC}" dt="2024-05-24T05:49:24.337" v="1308" actId="1035"/>
          <ac:spMkLst>
            <pc:docMk/>
            <pc:sldMk cId="4161607056" sldId="2147468664"/>
            <ac:spMk id="10" creationId="{22486DA0-14E9-286D-CEA1-6827F3226967}"/>
          </ac:spMkLst>
        </pc:spChg>
        <pc:spChg chg="add mod">
          <ac:chgData name="Takeuchi, Koichiro" userId="b3848a05-443b-4434-8fa5-7398ca0c03c9" providerId="ADAL" clId="{80B71E5D-E31E-4962-AC9B-BD35B338D1CC}" dt="2024-05-24T05:54:01.670" v="1356" actId="14100"/>
          <ac:spMkLst>
            <pc:docMk/>
            <pc:sldMk cId="4161607056" sldId="2147468664"/>
            <ac:spMk id="11" creationId="{B210A33B-970A-A2BE-8408-CAE5378EB3D8}"/>
          </ac:spMkLst>
        </pc:spChg>
        <pc:spChg chg="add mod">
          <ac:chgData name="Takeuchi, Koichiro" userId="b3848a05-443b-4434-8fa5-7398ca0c03c9" providerId="ADAL" clId="{80B71E5D-E31E-4962-AC9B-BD35B338D1CC}" dt="2024-05-24T05:48:54.475" v="1284" actId="20577"/>
          <ac:spMkLst>
            <pc:docMk/>
            <pc:sldMk cId="4161607056" sldId="2147468664"/>
            <ac:spMk id="12" creationId="{6A4A8812-37B1-F0BD-BD49-4154DACA8C4F}"/>
          </ac:spMkLst>
        </pc:spChg>
        <pc:spChg chg="add mod">
          <ac:chgData name="Takeuchi, Koichiro" userId="b3848a05-443b-4434-8fa5-7398ca0c03c9" providerId="ADAL" clId="{80B71E5D-E31E-4962-AC9B-BD35B338D1CC}" dt="2024-05-24T05:49:20.280" v="1300" actId="1035"/>
          <ac:spMkLst>
            <pc:docMk/>
            <pc:sldMk cId="4161607056" sldId="2147468664"/>
            <ac:spMk id="13" creationId="{1C8C0E2D-689C-21FE-5FCB-8BA108BD0DFE}"/>
          </ac:spMkLst>
        </pc:spChg>
        <pc:spChg chg="add mod">
          <ac:chgData name="Takeuchi, Koichiro" userId="b3848a05-443b-4434-8fa5-7398ca0c03c9" providerId="ADAL" clId="{80B71E5D-E31E-4962-AC9B-BD35B338D1CC}" dt="2024-05-24T05:53:40.925" v="1337" actId="113"/>
          <ac:spMkLst>
            <pc:docMk/>
            <pc:sldMk cId="4161607056" sldId="2147468664"/>
            <ac:spMk id="14" creationId="{D4F36721-1DB6-E137-E18C-CB613D6DF681}"/>
          </ac:spMkLst>
        </pc:spChg>
        <pc:spChg chg="add mod">
          <ac:chgData name="Takeuchi, Koichiro" userId="b3848a05-443b-4434-8fa5-7398ca0c03c9" providerId="ADAL" clId="{80B71E5D-E31E-4962-AC9B-BD35B338D1CC}" dt="2024-05-24T05:53:40.925" v="1337" actId="113"/>
          <ac:spMkLst>
            <pc:docMk/>
            <pc:sldMk cId="4161607056" sldId="2147468664"/>
            <ac:spMk id="15" creationId="{518004F4-3FD8-E090-B6C6-BA4E848C28D8}"/>
          </ac:spMkLst>
        </pc:spChg>
        <pc:spChg chg="add mod ord">
          <ac:chgData name="Takeuchi, Koichiro" userId="b3848a05-443b-4434-8fa5-7398ca0c03c9" providerId="ADAL" clId="{80B71E5D-E31E-4962-AC9B-BD35B338D1CC}" dt="2024-05-24T05:51:22.585" v="1333" actId="166"/>
          <ac:spMkLst>
            <pc:docMk/>
            <pc:sldMk cId="4161607056" sldId="2147468664"/>
            <ac:spMk id="16" creationId="{C8B23490-B722-0FFB-21AC-3B2C7B7E7176}"/>
          </ac:spMkLst>
        </pc:spChg>
        <pc:spChg chg="add mod ord">
          <ac:chgData name="Takeuchi, Koichiro" userId="b3848a05-443b-4434-8fa5-7398ca0c03c9" providerId="ADAL" clId="{80B71E5D-E31E-4962-AC9B-BD35B338D1CC}" dt="2024-05-24T05:51:22.585" v="1333" actId="166"/>
          <ac:spMkLst>
            <pc:docMk/>
            <pc:sldMk cId="4161607056" sldId="2147468664"/>
            <ac:spMk id="17" creationId="{88F4831D-DB2C-89FB-4D1D-40F7D6BB467A}"/>
          </ac:spMkLst>
        </pc:spChg>
        <pc:spChg chg="add mod ord">
          <ac:chgData name="Takeuchi, Koichiro" userId="b3848a05-443b-4434-8fa5-7398ca0c03c9" providerId="ADAL" clId="{80B71E5D-E31E-4962-AC9B-BD35B338D1CC}" dt="2024-05-24T05:51:22.585" v="1333" actId="166"/>
          <ac:spMkLst>
            <pc:docMk/>
            <pc:sldMk cId="4161607056" sldId="2147468664"/>
            <ac:spMk id="18" creationId="{FCF160B1-12EF-B303-5F23-FD0D066D81F7}"/>
          </ac:spMkLst>
        </pc:spChg>
        <pc:spChg chg="add mod">
          <ac:chgData name="Takeuchi, Koichiro" userId="b3848a05-443b-4434-8fa5-7398ca0c03c9" providerId="ADAL" clId="{80B71E5D-E31E-4962-AC9B-BD35B338D1CC}" dt="2024-05-24T05:53:40.925" v="1337" actId="113"/>
          <ac:spMkLst>
            <pc:docMk/>
            <pc:sldMk cId="4161607056" sldId="2147468664"/>
            <ac:spMk id="19" creationId="{A23A9E15-1D51-E28F-0E54-2B15CB9A6BEC}"/>
          </ac:spMkLst>
        </pc:spChg>
        <pc:spChg chg="add mod">
          <ac:chgData name="Takeuchi, Koichiro" userId="b3848a05-443b-4434-8fa5-7398ca0c03c9" providerId="ADAL" clId="{80B71E5D-E31E-4962-AC9B-BD35B338D1CC}" dt="2024-05-24T05:53:40.925" v="1337" actId="113"/>
          <ac:spMkLst>
            <pc:docMk/>
            <pc:sldMk cId="4161607056" sldId="2147468664"/>
            <ac:spMk id="20" creationId="{1CF88FD7-8F71-9DEE-5A16-0F6A42CAFD79}"/>
          </ac:spMkLst>
        </pc:spChg>
        <pc:spChg chg="add mod">
          <ac:chgData name="Takeuchi, Koichiro" userId="b3848a05-443b-4434-8fa5-7398ca0c03c9" providerId="ADAL" clId="{80B71E5D-E31E-4962-AC9B-BD35B338D1CC}" dt="2024-05-24T05:53:40.925" v="1337" actId="113"/>
          <ac:spMkLst>
            <pc:docMk/>
            <pc:sldMk cId="4161607056" sldId="2147468664"/>
            <ac:spMk id="21" creationId="{0878F01D-AADB-E3DB-BB0F-5A819E41E950}"/>
          </ac:spMkLst>
        </pc:spChg>
        <pc:spChg chg="add mod">
          <ac:chgData name="Takeuchi, Koichiro" userId="b3848a05-443b-4434-8fa5-7398ca0c03c9" providerId="ADAL" clId="{80B71E5D-E31E-4962-AC9B-BD35B338D1CC}" dt="2024-05-24T05:53:40.925" v="1337" actId="113"/>
          <ac:spMkLst>
            <pc:docMk/>
            <pc:sldMk cId="4161607056" sldId="2147468664"/>
            <ac:spMk id="22" creationId="{9E1684DE-C8F4-6ADD-3958-FB92F3014451}"/>
          </ac:spMkLst>
        </pc:spChg>
        <pc:spChg chg="add mod">
          <ac:chgData name="Takeuchi, Koichiro" userId="b3848a05-443b-4434-8fa5-7398ca0c03c9" providerId="ADAL" clId="{80B71E5D-E31E-4962-AC9B-BD35B338D1CC}" dt="2024-05-24T05:53:40.925" v="1337" actId="113"/>
          <ac:spMkLst>
            <pc:docMk/>
            <pc:sldMk cId="4161607056" sldId="2147468664"/>
            <ac:spMk id="23" creationId="{7247DBF2-81A5-E6C4-C930-255B9BAF55FB}"/>
          </ac:spMkLst>
        </pc:spChg>
        <pc:spChg chg="add mod">
          <ac:chgData name="Takeuchi, Koichiro" userId="b3848a05-443b-4434-8fa5-7398ca0c03c9" providerId="ADAL" clId="{80B71E5D-E31E-4962-AC9B-BD35B338D1CC}" dt="2024-05-24T05:53:40.925" v="1337" actId="113"/>
          <ac:spMkLst>
            <pc:docMk/>
            <pc:sldMk cId="4161607056" sldId="2147468664"/>
            <ac:spMk id="24" creationId="{97634A70-1CF9-157B-54B7-816A21C84762}"/>
          </ac:spMkLst>
        </pc:spChg>
        <pc:spChg chg="add mod">
          <ac:chgData name="Takeuchi, Koichiro" userId="b3848a05-443b-4434-8fa5-7398ca0c03c9" providerId="ADAL" clId="{80B71E5D-E31E-4962-AC9B-BD35B338D1CC}" dt="2024-05-24T05:53:40.925" v="1337" actId="113"/>
          <ac:spMkLst>
            <pc:docMk/>
            <pc:sldMk cId="4161607056" sldId="2147468664"/>
            <ac:spMk id="25" creationId="{AD2DA399-8FD4-0FAC-18CF-997C3E7A0791}"/>
          </ac:spMkLst>
        </pc:spChg>
        <pc:spChg chg="add mod">
          <ac:chgData name="Takeuchi, Koichiro" userId="b3848a05-443b-4434-8fa5-7398ca0c03c9" providerId="ADAL" clId="{80B71E5D-E31E-4962-AC9B-BD35B338D1CC}" dt="2024-05-24T05:53:40.925" v="1337" actId="113"/>
          <ac:spMkLst>
            <pc:docMk/>
            <pc:sldMk cId="4161607056" sldId="2147468664"/>
            <ac:spMk id="26" creationId="{053F7333-1356-F3C6-9F29-D89CE2899878}"/>
          </ac:spMkLst>
        </pc:spChg>
        <pc:spChg chg="add mod">
          <ac:chgData name="Takeuchi, Koichiro" userId="b3848a05-443b-4434-8fa5-7398ca0c03c9" providerId="ADAL" clId="{80B71E5D-E31E-4962-AC9B-BD35B338D1CC}" dt="2024-05-24T05:53:40.925" v="1337" actId="113"/>
          <ac:spMkLst>
            <pc:docMk/>
            <pc:sldMk cId="4161607056" sldId="2147468664"/>
            <ac:spMk id="27" creationId="{7A080E96-D93D-4859-0FD1-EBB230108787}"/>
          </ac:spMkLst>
        </pc:spChg>
        <pc:spChg chg="add mod">
          <ac:chgData name="Takeuchi, Koichiro" userId="b3848a05-443b-4434-8fa5-7398ca0c03c9" providerId="ADAL" clId="{80B71E5D-E31E-4962-AC9B-BD35B338D1CC}" dt="2024-05-24T05:53:40.925" v="1337" actId="113"/>
          <ac:spMkLst>
            <pc:docMk/>
            <pc:sldMk cId="4161607056" sldId="2147468664"/>
            <ac:spMk id="28" creationId="{675468EC-51A2-4559-188A-CF9022513DBF}"/>
          </ac:spMkLst>
        </pc:spChg>
        <pc:spChg chg="add mod">
          <ac:chgData name="Takeuchi, Koichiro" userId="b3848a05-443b-4434-8fa5-7398ca0c03c9" providerId="ADAL" clId="{80B71E5D-E31E-4962-AC9B-BD35B338D1CC}" dt="2024-05-24T05:53:40.925" v="1337" actId="113"/>
          <ac:spMkLst>
            <pc:docMk/>
            <pc:sldMk cId="4161607056" sldId="2147468664"/>
            <ac:spMk id="29" creationId="{A9E9F5AF-D270-EA6D-22AF-96C4656D0198}"/>
          </ac:spMkLst>
        </pc:spChg>
        <pc:spChg chg="add mod">
          <ac:chgData name="Takeuchi, Koichiro" userId="b3848a05-443b-4434-8fa5-7398ca0c03c9" providerId="ADAL" clId="{80B71E5D-E31E-4962-AC9B-BD35B338D1CC}" dt="2024-05-24T05:53:40.925" v="1337" actId="113"/>
          <ac:spMkLst>
            <pc:docMk/>
            <pc:sldMk cId="4161607056" sldId="2147468664"/>
            <ac:spMk id="30" creationId="{C6E87041-B889-A0AC-ABA8-DC0A9BB50715}"/>
          </ac:spMkLst>
        </pc:spChg>
        <pc:spChg chg="add mod ord">
          <ac:chgData name="Takeuchi, Koichiro" userId="b3848a05-443b-4434-8fa5-7398ca0c03c9" providerId="ADAL" clId="{80B71E5D-E31E-4962-AC9B-BD35B338D1CC}" dt="2024-05-24T05:51:22.585" v="1333" actId="166"/>
          <ac:spMkLst>
            <pc:docMk/>
            <pc:sldMk cId="4161607056" sldId="2147468664"/>
            <ac:spMk id="42" creationId="{C7698BDF-3A69-7234-98E2-04294A0750DB}"/>
          </ac:spMkLst>
        </pc:spChg>
        <pc:spChg chg="add mod ord">
          <ac:chgData name="Takeuchi, Koichiro" userId="b3848a05-443b-4434-8fa5-7398ca0c03c9" providerId="ADAL" clId="{80B71E5D-E31E-4962-AC9B-BD35B338D1CC}" dt="2024-05-24T05:51:22.585" v="1333" actId="166"/>
          <ac:spMkLst>
            <pc:docMk/>
            <pc:sldMk cId="4161607056" sldId="2147468664"/>
            <ac:spMk id="43" creationId="{D2366050-C432-6509-406D-D36BCA97E51C}"/>
          </ac:spMkLst>
        </pc:spChg>
        <pc:spChg chg="add mod ord">
          <ac:chgData name="Takeuchi, Koichiro" userId="b3848a05-443b-4434-8fa5-7398ca0c03c9" providerId="ADAL" clId="{80B71E5D-E31E-4962-AC9B-BD35B338D1CC}" dt="2024-05-24T05:51:22.585" v="1333" actId="166"/>
          <ac:spMkLst>
            <pc:docMk/>
            <pc:sldMk cId="4161607056" sldId="2147468664"/>
            <ac:spMk id="44" creationId="{5265DA57-14F4-7B10-3A48-F7350C0D336D}"/>
          </ac:spMkLst>
        </pc:spChg>
        <pc:spChg chg="add mod ord">
          <ac:chgData name="Takeuchi, Koichiro" userId="b3848a05-443b-4434-8fa5-7398ca0c03c9" providerId="ADAL" clId="{80B71E5D-E31E-4962-AC9B-BD35B338D1CC}" dt="2024-05-24T05:51:22.585" v="1333" actId="166"/>
          <ac:spMkLst>
            <pc:docMk/>
            <pc:sldMk cId="4161607056" sldId="2147468664"/>
            <ac:spMk id="45" creationId="{1FE60BEC-D56F-47D7-B6B1-C91EB9CCDD8E}"/>
          </ac:spMkLst>
        </pc:spChg>
        <pc:spChg chg="add mod ord">
          <ac:chgData name="Takeuchi, Koichiro" userId="b3848a05-443b-4434-8fa5-7398ca0c03c9" providerId="ADAL" clId="{80B71E5D-E31E-4962-AC9B-BD35B338D1CC}" dt="2024-05-24T05:51:22.585" v="1333" actId="166"/>
          <ac:spMkLst>
            <pc:docMk/>
            <pc:sldMk cId="4161607056" sldId="2147468664"/>
            <ac:spMk id="46" creationId="{E4859F5E-ADFD-65E6-096D-30742CA431F7}"/>
          </ac:spMkLst>
        </pc:spChg>
        <pc:spChg chg="add mod ord">
          <ac:chgData name="Takeuchi, Koichiro" userId="b3848a05-443b-4434-8fa5-7398ca0c03c9" providerId="ADAL" clId="{80B71E5D-E31E-4962-AC9B-BD35B338D1CC}" dt="2024-05-24T05:51:22.585" v="1333" actId="166"/>
          <ac:spMkLst>
            <pc:docMk/>
            <pc:sldMk cId="4161607056" sldId="2147468664"/>
            <ac:spMk id="47" creationId="{75E06CC7-61E5-90EB-30F7-D1D1D1D1B303}"/>
          </ac:spMkLst>
        </pc:spChg>
        <pc:spChg chg="add mod ord">
          <ac:chgData name="Takeuchi, Koichiro" userId="b3848a05-443b-4434-8fa5-7398ca0c03c9" providerId="ADAL" clId="{80B71E5D-E31E-4962-AC9B-BD35B338D1CC}" dt="2024-05-24T05:51:22.585" v="1333" actId="166"/>
          <ac:spMkLst>
            <pc:docMk/>
            <pc:sldMk cId="4161607056" sldId="2147468664"/>
            <ac:spMk id="48" creationId="{258286F9-F357-6EFC-EAB8-1F5D605A2071}"/>
          </ac:spMkLst>
        </pc:spChg>
        <pc:spChg chg="add mod ord">
          <ac:chgData name="Takeuchi, Koichiro" userId="b3848a05-443b-4434-8fa5-7398ca0c03c9" providerId="ADAL" clId="{80B71E5D-E31E-4962-AC9B-BD35B338D1CC}" dt="2024-05-24T05:51:22.585" v="1333" actId="166"/>
          <ac:spMkLst>
            <pc:docMk/>
            <pc:sldMk cId="4161607056" sldId="2147468664"/>
            <ac:spMk id="49" creationId="{C1CA5FAB-3F5B-423D-B391-A46B40798C6C}"/>
          </ac:spMkLst>
        </pc:spChg>
        <pc:spChg chg="add mod ord">
          <ac:chgData name="Takeuchi, Koichiro" userId="b3848a05-443b-4434-8fa5-7398ca0c03c9" providerId="ADAL" clId="{80B71E5D-E31E-4962-AC9B-BD35B338D1CC}" dt="2024-05-24T05:51:22.585" v="1333" actId="166"/>
          <ac:spMkLst>
            <pc:docMk/>
            <pc:sldMk cId="4161607056" sldId="2147468664"/>
            <ac:spMk id="50" creationId="{73CDAEEE-143A-8AE7-0EF1-49F04C272332}"/>
          </ac:spMkLst>
        </pc:spChg>
        <pc:spChg chg="add mod ord">
          <ac:chgData name="Takeuchi, Koichiro" userId="b3848a05-443b-4434-8fa5-7398ca0c03c9" providerId="ADAL" clId="{80B71E5D-E31E-4962-AC9B-BD35B338D1CC}" dt="2024-05-24T05:51:22.585" v="1333" actId="166"/>
          <ac:spMkLst>
            <pc:docMk/>
            <pc:sldMk cId="4161607056" sldId="2147468664"/>
            <ac:spMk id="51" creationId="{825DC44C-A81C-B8F2-BC56-53A00E282392}"/>
          </ac:spMkLst>
        </pc:spChg>
        <pc:spChg chg="add mod ord">
          <ac:chgData name="Takeuchi, Koichiro" userId="b3848a05-443b-4434-8fa5-7398ca0c03c9" providerId="ADAL" clId="{80B71E5D-E31E-4962-AC9B-BD35B338D1CC}" dt="2024-05-24T05:51:15.596" v="1332" actId="166"/>
          <ac:spMkLst>
            <pc:docMk/>
            <pc:sldMk cId="4161607056" sldId="2147468664"/>
            <ac:spMk id="52" creationId="{EE95EBD8-3F02-7A93-49D8-B30A290A445C}"/>
          </ac:spMkLst>
        </pc:spChg>
        <pc:spChg chg="add mod ord">
          <ac:chgData name="Takeuchi, Koichiro" userId="b3848a05-443b-4434-8fa5-7398ca0c03c9" providerId="ADAL" clId="{80B71E5D-E31E-4962-AC9B-BD35B338D1CC}" dt="2024-05-24T05:51:15.596" v="1332" actId="166"/>
          <ac:spMkLst>
            <pc:docMk/>
            <pc:sldMk cId="4161607056" sldId="2147468664"/>
            <ac:spMk id="53" creationId="{1A348A0C-9F2A-6E08-A848-7E056FD7B7F0}"/>
          </ac:spMkLst>
        </pc:spChg>
        <pc:spChg chg="add mod ord">
          <ac:chgData name="Takeuchi, Koichiro" userId="b3848a05-443b-4434-8fa5-7398ca0c03c9" providerId="ADAL" clId="{80B71E5D-E31E-4962-AC9B-BD35B338D1CC}" dt="2024-05-24T05:51:15.596" v="1332" actId="166"/>
          <ac:spMkLst>
            <pc:docMk/>
            <pc:sldMk cId="4161607056" sldId="2147468664"/>
            <ac:spMk id="54" creationId="{3218A709-FA2A-959E-F241-6C9A5C4592A2}"/>
          </ac:spMkLst>
        </pc:spChg>
        <pc:spChg chg="add mod ord">
          <ac:chgData name="Takeuchi, Koichiro" userId="b3848a05-443b-4434-8fa5-7398ca0c03c9" providerId="ADAL" clId="{80B71E5D-E31E-4962-AC9B-BD35B338D1CC}" dt="2024-05-24T05:51:15.596" v="1332" actId="166"/>
          <ac:spMkLst>
            <pc:docMk/>
            <pc:sldMk cId="4161607056" sldId="2147468664"/>
            <ac:spMk id="55" creationId="{6B7E1BC3-BB56-F09B-24DE-C71C0E6F2BF1}"/>
          </ac:spMkLst>
        </pc:spChg>
        <pc:spChg chg="add mod ord">
          <ac:chgData name="Takeuchi, Koichiro" userId="b3848a05-443b-4434-8fa5-7398ca0c03c9" providerId="ADAL" clId="{80B71E5D-E31E-4962-AC9B-BD35B338D1CC}" dt="2024-05-24T05:51:22.585" v="1333" actId="166"/>
          <ac:spMkLst>
            <pc:docMk/>
            <pc:sldMk cId="4161607056" sldId="2147468664"/>
            <ac:spMk id="56" creationId="{9AD0023F-3A37-EB1E-9EB2-E75086193C25}"/>
          </ac:spMkLst>
        </pc:spChg>
        <pc:spChg chg="add mod ord">
          <ac:chgData name="Takeuchi, Koichiro" userId="b3848a05-443b-4434-8fa5-7398ca0c03c9" providerId="ADAL" clId="{80B71E5D-E31E-4962-AC9B-BD35B338D1CC}" dt="2024-05-24T05:51:22.585" v="1333" actId="166"/>
          <ac:spMkLst>
            <pc:docMk/>
            <pc:sldMk cId="4161607056" sldId="2147468664"/>
            <ac:spMk id="57" creationId="{DF7B0476-886D-D7CF-D158-5BB860176690}"/>
          </ac:spMkLst>
        </pc:spChg>
        <pc:spChg chg="add mod ord">
          <ac:chgData name="Takeuchi, Koichiro" userId="b3848a05-443b-4434-8fa5-7398ca0c03c9" providerId="ADAL" clId="{80B71E5D-E31E-4962-AC9B-BD35B338D1CC}" dt="2024-05-24T05:51:22.585" v="1333" actId="166"/>
          <ac:spMkLst>
            <pc:docMk/>
            <pc:sldMk cId="4161607056" sldId="2147468664"/>
            <ac:spMk id="58" creationId="{D60A6D71-0962-019D-1645-680BDAB9C2A4}"/>
          </ac:spMkLst>
        </pc:spChg>
        <pc:spChg chg="add mod ord">
          <ac:chgData name="Takeuchi, Koichiro" userId="b3848a05-443b-4434-8fa5-7398ca0c03c9" providerId="ADAL" clId="{80B71E5D-E31E-4962-AC9B-BD35B338D1CC}" dt="2024-05-24T05:51:22.585" v="1333" actId="166"/>
          <ac:spMkLst>
            <pc:docMk/>
            <pc:sldMk cId="4161607056" sldId="2147468664"/>
            <ac:spMk id="59" creationId="{EA2FC20D-626C-6318-EE1B-6FBD5FCCE6FC}"/>
          </ac:spMkLst>
        </pc:spChg>
        <pc:spChg chg="add mod ord">
          <ac:chgData name="Takeuchi, Koichiro" userId="b3848a05-443b-4434-8fa5-7398ca0c03c9" providerId="ADAL" clId="{80B71E5D-E31E-4962-AC9B-BD35B338D1CC}" dt="2024-05-24T05:51:22.585" v="1333" actId="166"/>
          <ac:spMkLst>
            <pc:docMk/>
            <pc:sldMk cId="4161607056" sldId="2147468664"/>
            <ac:spMk id="60" creationId="{6CDD5396-68A4-2694-EF67-D48FE7CFEA8C}"/>
          </ac:spMkLst>
        </pc:spChg>
        <pc:spChg chg="add mod ord">
          <ac:chgData name="Takeuchi, Koichiro" userId="b3848a05-443b-4434-8fa5-7398ca0c03c9" providerId="ADAL" clId="{80B71E5D-E31E-4962-AC9B-BD35B338D1CC}" dt="2024-05-24T05:51:22.585" v="1333" actId="166"/>
          <ac:spMkLst>
            <pc:docMk/>
            <pc:sldMk cId="4161607056" sldId="2147468664"/>
            <ac:spMk id="61" creationId="{EC54F907-A974-2976-0514-D76DD4D4FC83}"/>
          </ac:spMkLst>
        </pc:spChg>
        <pc:spChg chg="add mod ord">
          <ac:chgData name="Takeuchi, Koichiro" userId="b3848a05-443b-4434-8fa5-7398ca0c03c9" providerId="ADAL" clId="{80B71E5D-E31E-4962-AC9B-BD35B338D1CC}" dt="2024-05-24T05:51:22.585" v="1333" actId="166"/>
          <ac:spMkLst>
            <pc:docMk/>
            <pc:sldMk cId="4161607056" sldId="2147468664"/>
            <ac:spMk id="62" creationId="{8898DFBF-66A6-232E-F8EF-8BA214D12688}"/>
          </ac:spMkLst>
        </pc:spChg>
        <pc:spChg chg="add mod ord">
          <ac:chgData name="Takeuchi, Koichiro" userId="b3848a05-443b-4434-8fa5-7398ca0c03c9" providerId="ADAL" clId="{80B71E5D-E31E-4962-AC9B-BD35B338D1CC}" dt="2024-05-24T05:51:22.585" v="1333" actId="166"/>
          <ac:spMkLst>
            <pc:docMk/>
            <pc:sldMk cId="4161607056" sldId="2147468664"/>
            <ac:spMk id="63" creationId="{D301568B-743A-3AB7-3134-8FF0D8F137A6}"/>
          </ac:spMkLst>
        </pc:spChg>
        <pc:spChg chg="add mod ord">
          <ac:chgData name="Takeuchi, Koichiro" userId="b3848a05-443b-4434-8fa5-7398ca0c03c9" providerId="ADAL" clId="{80B71E5D-E31E-4962-AC9B-BD35B338D1CC}" dt="2024-05-24T05:51:15.596" v="1332" actId="166"/>
          <ac:spMkLst>
            <pc:docMk/>
            <pc:sldMk cId="4161607056" sldId="2147468664"/>
            <ac:spMk id="64" creationId="{F22B1C2C-DFA7-306F-9EEA-41299F175FC0}"/>
          </ac:spMkLst>
        </pc:spChg>
        <pc:spChg chg="add mod ord">
          <ac:chgData name="Takeuchi, Koichiro" userId="b3848a05-443b-4434-8fa5-7398ca0c03c9" providerId="ADAL" clId="{80B71E5D-E31E-4962-AC9B-BD35B338D1CC}" dt="2024-05-24T05:51:15.596" v="1332" actId="166"/>
          <ac:spMkLst>
            <pc:docMk/>
            <pc:sldMk cId="4161607056" sldId="2147468664"/>
            <ac:spMk id="65" creationId="{75B4FDAD-D3B1-BA5B-6FB6-B2DE7608C503}"/>
          </ac:spMkLst>
        </pc:spChg>
        <pc:spChg chg="add mod ord">
          <ac:chgData name="Takeuchi, Koichiro" userId="b3848a05-443b-4434-8fa5-7398ca0c03c9" providerId="ADAL" clId="{80B71E5D-E31E-4962-AC9B-BD35B338D1CC}" dt="2024-05-24T05:51:22.585" v="1333" actId="166"/>
          <ac:spMkLst>
            <pc:docMk/>
            <pc:sldMk cId="4161607056" sldId="2147468664"/>
            <ac:spMk id="66" creationId="{DE1B4F1F-A0CA-C542-4405-75DD259EA0AF}"/>
          </ac:spMkLst>
        </pc:spChg>
        <pc:spChg chg="add mod ord">
          <ac:chgData name="Takeuchi, Koichiro" userId="b3848a05-443b-4434-8fa5-7398ca0c03c9" providerId="ADAL" clId="{80B71E5D-E31E-4962-AC9B-BD35B338D1CC}" dt="2024-05-24T05:51:22.585" v="1333" actId="166"/>
          <ac:spMkLst>
            <pc:docMk/>
            <pc:sldMk cId="4161607056" sldId="2147468664"/>
            <ac:spMk id="67" creationId="{9BD72D6B-A744-874A-C965-E4DA01B35235}"/>
          </ac:spMkLst>
        </pc:spChg>
        <pc:spChg chg="add mod ord">
          <ac:chgData name="Takeuchi, Koichiro" userId="b3848a05-443b-4434-8fa5-7398ca0c03c9" providerId="ADAL" clId="{80B71E5D-E31E-4962-AC9B-BD35B338D1CC}" dt="2024-05-24T05:51:22.585" v="1333" actId="166"/>
          <ac:spMkLst>
            <pc:docMk/>
            <pc:sldMk cId="4161607056" sldId="2147468664"/>
            <ac:spMk id="68" creationId="{7B0A803F-0B54-5258-75EA-E5D2F2E70F2C}"/>
          </ac:spMkLst>
        </pc:spChg>
        <pc:spChg chg="add mod ord">
          <ac:chgData name="Takeuchi, Koichiro" userId="b3848a05-443b-4434-8fa5-7398ca0c03c9" providerId="ADAL" clId="{80B71E5D-E31E-4962-AC9B-BD35B338D1CC}" dt="2024-05-24T05:51:15.596" v="1332" actId="166"/>
          <ac:spMkLst>
            <pc:docMk/>
            <pc:sldMk cId="4161607056" sldId="2147468664"/>
            <ac:spMk id="76" creationId="{9788328C-212E-3B40-9748-6F8B1AA45096}"/>
          </ac:spMkLst>
        </pc:spChg>
        <pc:spChg chg="add mod ord">
          <ac:chgData name="Takeuchi, Koichiro" userId="b3848a05-443b-4434-8fa5-7398ca0c03c9" providerId="ADAL" clId="{80B71E5D-E31E-4962-AC9B-BD35B338D1CC}" dt="2024-05-24T05:51:15.596" v="1332" actId="166"/>
          <ac:spMkLst>
            <pc:docMk/>
            <pc:sldMk cId="4161607056" sldId="2147468664"/>
            <ac:spMk id="77" creationId="{80DC5701-10DC-CC9C-3940-40070209F18D}"/>
          </ac:spMkLst>
        </pc:spChg>
        <pc:spChg chg="add mod ord">
          <ac:chgData name="Takeuchi, Koichiro" userId="b3848a05-443b-4434-8fa5-7398ca0c03c9" providerId="ADAL" clId="{80B71E5D-E31E-4962-AC9B-BD35B338D1CC}" dt="2024-05-24T05:51:15.596" v="1332" actId="166"/>
          <ac:spMkLst>
            <pc:docMk/>
            <pc:sldMk cId="4161607056" sldId="2147468664"/>
            <ac:spMk id="78" creationId="{4B8696C4-58D3-0004-D902-732D2AEF64E9}"/>
          </ac:spMkLst>
        </pc:spChg>
        <pc:spChg chg="add mod ord">
          <ac:chgData name="Takeuchi, Koichiro" userId="b3848a05-443b-4434-8fa5-7398ca0c03c9" providerId="ADAL" clId="{80B71E5D-E31E-4962-AC9B-BD35B338D1CC}" dt="2024-05-24T05:51:15.596" v="1332" actId="166"/>
          <ac:spMkLst>
            <pc:docMk/>
            <pc:sldMk cId="4161607056" sldId="2147468664"/>
            <ac:spMk id="79" creationId="{899E7C7A-C909-7420-170D-A3F6CE6C50AD}"/>
          </ac:spMkLst>
        </pc:spChg>
        <pc:spChg chg="add mod ord">
          <ac:chgData name="Takeuchi, Koichiro" userId="b3848a05-443b-4434-8fa5-7398ca0c03c9" providerId="ADAL" clId="{80B71E5D-E31E-4962-AC9B-BD35B338D1CC}" dt="2024-05-24T05:51:15.596" v="1332" actId="166"/>
          <ac:spMkLst>
            <pc:docMk/>
            <pc:sldMk cId="4161607056" sldId="2147468664"/>
            <ac:spMk id="80" creationId="{3915C366-5336-2E7E-30E1-28DAA9D2AFE0}"/>
          </ac:spMkLst>
        </pc:spChg>
        <pc:spChg chg="add mod ord">
          <ac:chgData name="Takeuchi, Koichiro" userId="b3848a05-443b-4434-8fa5-7398ca0c03c9" providerId="ADAL" clId="{80B71E5D-E31E-4962-AC9B-BD35B338D1CC}" dt="2024-05-24T05:51:15.596" v="1332" actId="166"/>
          <ac:spMkLst>
            <pc:docMk/>
            <pc:sldMk cId="4161607056" sldId="2147468664"/>
            <ac:spMk id="81" creationId="{C4D3A5A8-7537-6995-273A-1E538EC3BF3A}"/>
          </ac:spMkLst>
        </pc:spChg>
        <pc:spChg chg="add mod ord">
          <ac:chgData name="Takeuchi, Koichiro" userId="b3848a05-443b-4434-8fa5-7398ca0c03c9" providerId="ADAL" clId="{80B71E5D-E31E-4962-AC9B-BD35B338D1CC}" dt="2024-05-24T05:51:15.596" v="1332" actId="166"/>
          <ac:spMkLst>
            <pc:docMk/>
            <pc:sldMk cId="4161607056" sldId="2147468664"/>
            <ac:spMk id="82" creationId="{D6D1BB4D-AD55-62A5-D57B-A33F802D2401}"/>
          </ac:spMkLst>
        </pc:spChg>
        <pc:spChg chg="add mod ord">
          <ac:chgData name="Takeuchi, Koichiro" userId="b3848a05-443b-4434-8fa5-7398ca0c03c9" providerId="ADAL" clId="{80B71E5D-E31E-4962-AC9B-BD35B338D1CC}" dt="2024-05-24T05:51:15.596" v="1332" actId="166"/>
          <ac:spMkLst>
            <pc:docMk/>
            <pc:sldMk cId="4161607056" sldId="2147468664"/>
            <ac:spMk id="83" creationId="{EA4EA685-680B-612B-0FD1-983447DE2AF0}"/>
          </ac:spMkLst>
        </pc:spChg>
        <pc:spChg chg="add mod ord">
          <ac:chgData name="Takeuchi, Koichiro" userId="b3848a05-443b-4434-8fa5-7398ca0c03c9" providerId="ADAL" clId="{80B71E5D-E31E-4962-AC9B-BD35B338D1CC}" dt="2024-05-24T05:51:15.596" v="1332" actId="166"/>
          <ac:spMkLst>
            <pc:docMk/>
            <pc:sldMk cId="4161607056" sldId="2147468664"/>
            <ac:spMk id="84" creationId="{93205C81-2C58-EF7C-8B02-C73395F2EBF3}"/>
          </ac:spMkLst>
        </pc:spChg>
        <pc:spChg chg="add mod">
          <ac:chgData name="Takeuchi, Koichiro" userId="b3848a05-443b-4434-8fa5-7398ca0c03c9" providerId="ADAL" clId="{80B71E5D-E31E-4962-AC9B-BD35B338D1CC}" dt="2024-05-24T05:50:50.537" v="1328" actId="1582"/>
          <ac:spMkLst>
            <pc:docMk/>
            <pc:sldMk cId="4161607056" sldId="2147468664"/>
            <ac:spMk id="85" creationId="{F2DE9F7C-32BF-E340-0528-9A38C28B7E20}"/>
          </ac:spMkLst>
        </pc:spChg>
        <pc:spChg chg="add mod ord">
          <ac:chgData name="Takeuchi, Koichiro" userId="b3848a05-443b-4434-8fa5-7398ca0c03c9" providerId="ADAL" clId="{80B71E5D-E31E-4962-AC9B-BD35B338D1CC}" dt="2024-05-24T05:51:22.585" v="1333" actId="166"/>
          <ac:spMkLst>
            <pc:docMk/>
            <pc:sldMk cId="4161607056" sldId="2147468664"/>
            <ac:spMk id="86" creationId="{7F475499-215C-E35E-C09D-35E719ACB1ED}"/>
          </ac:spMkLst>
        </pc:spChg>
        <pc:spChg chg="add mod ord">
          <ac:chgData name="Takeuchi, Koichiro" userId="b3848a05-443b-4434-8fa5-7398ca0c03c9" providerId="ADAL" clId="{80B71E5D-E31E-4962-AC9B-BD35B338D1CC}" dt="2024-05-24T05:51:15.596" v="1332" actId="166"/>
          <ac:spMkLst>
            <pc:docMk/>
            <pc:sldMk cId="4161607056" sldId="2147468664"/>
            <ac:spMk id="87" creationId="{DE31E315-DC3B-5D65-04BA-8F070E7FAD1B}"/>
          </ac:spMkLst>
        </pc:spChg>
        <pc:spChg chg="add mod ord">
          <ac:chgData name="Takeuchi, Koichiro" userId="b3848a05-443b-4434-8fa5-7398ca0c03c9" providerId="ADAL" clId="{80B71E5D-E31E-4962-AC9B-BD35B338D1CC}" dt="2024-05-24T05:51:15.596" v="1332" actId="166"/>
          <ac:spMkLst>
            <pc:docMk/>
            <pc:sldMk cId="4161607056" sldId="2147468664"/>
            <ac:spMk id="88" creationId="{50488E66-EC68-708C-EECD-B4A57B13F32C}"/>
          </ac:spMkLst>
        </pc:spChg>
        <pc:spChg chg="add mod ord">
          <ac:chgData name="Takeuchi, Koichiro" userId="b3848a05-443b-4434-8fa5-7398ca0c03c9" providerId="ADAL" clId="{80B71E5D-E31E-4962-AC9B-BD35B338D1CC}" dt="2024-05-24T05:51:15.596" v="1332" actId="166"/>
          <ac:spMkLst>
            <pc:docMk/>
            <pc:sldMk cId="4161607056" sldId="2147468664"/>
            <ac:spMk id="89" creationId="{3D36B908-8D4A-52C6-7291-82A56480EE4C}"/>
          </ac:spMkLst>
        </pc:spChg>
        <pc:spChg chg="add mod ord">
          <ac:chgData name="Takeuchi, Koichiro" userId="b3848a05-443b-4434-8fa5-7398ca0c03c9" providerId="ADAL" clId="{80B71E5D-E31E-4962-AC9B-BD35B338D1CC}" dt="2024-05-24T05:51:22.585" v="1333" actId="166"/>
          <ac:spMkLst>
            <pc:docMk/>
            <pc:sldMk cId="4161607056" sldId="2147468664"/>
            <ac:spMk id="90" creationId="{96A76CB9-18BC-0400-1666-5C6A9AC02300}"/>
          </ac:spMkLst>
        </pc:spChg>
        <pc:spChg chg="add mod ord">
          <ac:chgData name="Takeuchi, Koichiro" userId="b3848a05-443b-4434-8fa5-7398ca0c03c9" providerId="ADAL" clId="{80B71E5D-E31E-4962-AC9B-BD35B338D1CC}" dt="2024-05-24T05:51:22.585" v="1333" actId="166"/>
          <ac:spMkLst>
            <pc:docMk/>
            <pc:sldMk cId="4161607056" sldId="2147468664"/>
            <ac:spMk id="91" creationId="{885D1170-7172-75F9-07FA-49F5D7F68A1A}"/>
          </ac:spMkLst>
        </pc:spChg>
        <pc:spChg chg="add mod ord">
          <ac:chgData name="Takeuchi, Koichiro" userId="b3848a05-443b-4434-8fa5-7398ca0c03c9" providerId="ADAL" clId="{80B71E5D-E31E-4962-AC9B-BD35B338D1CC}" dt="2024-05-24T05:51:22.585" v="1333" actId="166"/>
          <ac:spMkLst>
            <pc:docMk/>
            <pc:sldMk cId="4161607056" sldId="2147468664"/>
            <ac:spMk id="92" creationId="{B56EC55B-08F8-E9DA-E59E-9DBBDD1B93D4}"/>
          </ac:spMkLst>
        </pc:spChg>
        <pc:spChg chg="add mod ord">
          <ac:chgData name="Takeuchi, Koichiro" userId="b3848a05-443b-4434-8fa5-7398ca0c03c9" providerId="ADAL" clId="{80B71E5D-E31E-4962-AC9B-BD35B338D1CC}" dt="2024-05-24T05:51:22.585" v="1333" actId="166"/>
          <ac:spMkLst>
            <pc:docMk/>
            <pc:sldMk cId="4161607056" sldId="2147468664"/>
            <ac:spMk id="93" creationId="{4A72B090-5766-AC6D-924B-5C91AD0C716E}"/>
          </ac:spMkLst>
        </pc:spChg>
        <pc:grpChg chg="add del mod">
          <ac:chgData name="Takeuchi, Koichiro" userId="b3848a05-443b-4434-8fa5-7398ca0c03c9" providerId="ADAL" clId="{80B71E5D-E31E-4962-AC9B-BD35B338D1CC}" dt="2024-05-24T05:49:31.971" v="1318" actId="165"/>
          <ac:grpSpMkLst>
            <pc:docMk/>
            <pc:sldMk cId="4161607056" sldId="2147468664"/>
            <ac:grpSpMk id="69" creationId="{5833C476-D1C4-2C5D-4375-2845ECAA45D1}"/>
          </ac:grpSpMkLst>
        </pc:grpChg>
        <pc:cxnChg chg="add mod">
          <ac:chgData name="Takeuchi, Koichiro" userId="b3848a05-443b-4434-8fa5-7398ca0c03c9" providerId="ADAL" clId="{80B71E5D-E31E-4962-AC9B-BD35B338D1CC}" dt="2024-05-24T05:54:24.598" v="1361" actId="14100"/>
          <ac:cxnSpMkLst>
            <pc:docMk/>
            <pc:sldMk cId="4161607056" sldId="2147468664"/>
            <ac:cxnSpMk id="31" creationId="{257655EE-B43A-1D61-9594-DE0A37B91B6E}"/>
          </ac:cxnSpMkLst>
        </pc:cxnChg>
        <pc:cxnChg chg="add mod">
          <ac:chgData name="Takeuchi, Koichiro" userId="b3848a05-443b-4434-8fa5-7398ca0c03c9" providerId="ADAL" clId="{80B71E5D-E31E-4962-AC9B-BD35B338D1CC}" dt="2024-05-24T05:54:24.598" v="1361" actId="14100"/>
          <ac:cxnSpMkLst>
            <pc:docMk/>
            <pc:sldMk cId="4161607056" sldId="2147468664"/>
            <ac:cxnSpMk id="32" creationId="{06F8881A-86BE-6EC1-3D2F-C4A4FB5304F8}"/>
          </ac:cxnSpMkLst>
        </pc:cxnChg>
        <pc:cxnChg chg="add mod">
          <ac:chgData name="Takeuchi, Koichiro" userId="b3848a05-443b-4434-8fa5-7398ca0c03c9" providerId="ADAL" clId="{80B71E5D-E31E-4962-AC9B-BD35B338D1CC}" dt="2024-05-24T05:54:24.598" v="1361" actId="14100"/>
          <ac:cxnSpMkLst>
            <pc:docMk/>
            <pc:sldMk cId="4161607056" sldId="2147468664"/>
            <ac:cxnSpMk id="33" creationId="{4402E585-9667-EF7E-3D7C-BAE7CA79C8A8}"/>
          </ac:cxnSpMkLst>
        </pc:cxnChg>
        <pc:cxnChg chg="add mod">
          <ac:chgData name="Takeuchi, Koichiro" userId="b3848a05-443b-4434-8fa5-7398ca0c03c9" providerId="ADAL" clId="{80B71E5D-E31E-4962-AC9B-BD35B338D1CC}" dt="2024-05-24T05:54:24.598" v="1361" actId="14100"/>
          <ac:cxnSpMkLst>
            <pc:docMk/>
            <pc:sldMk cId="4161607056" sldId="2147468664"/>
            <ac:cxnSpMk id="34" creationId="{1FCD563D-9ACB-9723-75B6-F95BE9D9B904}"/>
          </ac:cxnSpMkLst>
        </pc:cxnChg>
        <pc:cxnChg chg="add mod">
          <ac:chgData name="Takeuchi, Koichiro" userId="b3848a05-443b-4434-8fa5-7398ca0c03c9" providerId="ADAL" clId="{80B71E5D-E31E-4962-AC9B-BD35B338D1CC}" dt="2024-05-24T05:54:24.598" v="1361" actId="14100"/>
          <ac:cxnSpMkLst>
            <pc:docMk/>
            <pc:sldMk cId="4161607056" sldId="2147468664"/>
            <ac:cxnSpMk id="35" creationId="{64587EC1-7EF6-EA4B-7D70-496CBE19F8DC}"/>
          </ac:cxnSpMkLst>
        </pc:cxnChg>
        <pc:cxnChg chg="add mod">
          <ac:chgData name="Takeuchi, Koichiro" userId="b3848a05-443b-4434-8fa5-7398ca0c03c9" providerId="ADAL" clId="{80B71E5D-E31E-4962-AC9B-BD35B338D1CC}" dt="2024-05-24T05:54:24.598" v="1361" actId="14100"/>
          <ac:cxnSpMkLst>
            <pc:docMk/>
            <pc:sldMk cId="4161607056" sldId="2147468664"/>
            <ac:cxnSpMk id="36" creationId="{8E65CF46-DF54-4385-015E-F3DDC3642FAC}"/>
          </ac:cxnSpMkLst>
        </pc:cxnChg>
        <pc:cxnChg chg="add mod">
          <ac:chgData name="Takeuchi, Koichiro" userId="b3848a05-443b-4434-8fa5-7398ca0c03c9" providerId="ADAL" clId="{80B71E5D-E31E-4962-AC9B-BD35B338D1CC}" dt="2024-05-24T05:54:24.598" v="1361" actId="14100"/>
          <ac:cxnSpMkLst>
            <pc:docMk/>
            <pc:sldMk cId="4161607056" sldId="2147468664"/>
            <ac:cxnSpMk id="37" creationId="{53E89C7B-81B9-C41B-C586-0C50BF66F5B2}"/>
          </ac:cxnSpMkLst>
        </pc:cxnChg>
        <pc:cxnChg chg="add mod">
          <ac:chgData name="Takeuchi, Koichiro" userId="b3848a05-443b-4434-8fa5-7398ca0c03c9" providerId="ADAL" clId="{80B71E5D-E31E-4962-AC9B-BD35B338D1CC}" dt="2024-05-24T05:54:24.598" v="1361" actId="14100"/>
          <ac:cxnSpMkLst>
            <pc:docMk/>
            <pc:sldMk cId="4161607056" sldId="2147468664"/>
            <ac:cxnSpMk id="38" creationId="{21A6ED2C-0DFF-909E-611A-E7CF9E4B0057}"/>
          </ac:cxnSpMkLst>
        </pc:cxnChg>
        <pc:cxnChg chg="add mod">
          <ac:chgData name="Takeuchi, Koichiro" userId="b3848a05-443b-4434-8fa5-7398ca0c03c9" providerId="ADAL" clId="{80B71E5D-E31E-4962-AC9B-BD35B338D1CC}" dt="2024-05-24T05:54:24.598" v="1361" actId="14100"/>
          <ac:cxnSpMkLst>
            <pc:docMk/>
            <pc:sldMk cId="4161607056" sldId="2147468664"/>
            <ac:cxnSpMk id="39" creationId="{87162EF3-4D03-7E75-1A5F-B2A2C91AE990}"/>
          </ac:cxnSpMkLst>
        </pc:cxnChg>
        <pc:cxnChg chg="add mod">
          <ac:chgData name="Takeuchi, Koichiro" userId="b3848a05-443b-4434-8fa5-7398ca0c03c9" providerId="ADAL" clId="{80B71E5D-E31E-4962-AC9B-BD35B338D1CC}" dt="2024-05-24T05:54:24.598" v="1361" actId="14100"/>
          <ac:cxnSpMkLst>
            <pc:docMk/>
            <pc:sldMk cId="4161607056" sldId="2147468664"/>
            <ac:cxnSpMk id="40" creationId="{D66741A2-26C7-E64B-96AD-8515870E1E3B}"/>
          </ac:cxnSpMkLst>
        </pc:cxnChg>
        <pc:cxnChg chg="add mod">
          <ac:chgData name="Takeuchi, Koichiro" userId="b3848a05-443b-4434-8fa5-7398ca0c03c9" providerId="ADAL" clId="{80B71E5D-E31E-4962-AC9B-BD35B338D1CC}" dt="2024-05-24T05:54:24.598" v="1361" actId="14100"/>
          <ac:cxnSpMkLst>
            <pc:docMk/>
            <pc:sldMk cId="4161607056" sldId="2147468664"/>
            <ac:cxnSpMk id="41" creationId="{12847905-704D-D17C-71CC-AFCDBD8865B2}"/>
          </ac:cxnSpMkLst>
        </pc:cxnChg>
        <pc:cxnChg chg="mod topLvl">
          <ac:chgData name="Takeuchi, Koichiro" userId="b3848a05-443b-4434-8fa5-7398ca0c03c9" providerId="ADAL" clId="{80B71E5D-E31E-4962-AC9B-BD35B338D1CC}" dt="2024-05-24T05:53:55.866" v="1355" actId="14100"/>
          <ac:cxnSpMkLst>
            <pc:docMk/>
            <pc:sldMk cId="4161607056" sldId="2147468664"/>
            <ac:cxnSpMk id="70" creationId="{3E290D9A-B2B9-5954-2730-0A01374259B1}"/>
          </ac:cxnSpMkLst>
        </pc:cxnChg>
        <pc:cxnChg chg="mod topLvl">
          <ac:chgData name="Takeuchi, Koichiro" userId="b3848a05-443b-4434-8fa5-7398ca0c03c9" providerId="ADAL" clId="{80B71E5D-E31E-4962-AC9B-BD35B338D1CC}" dt="2024-05-24T05:53:55.866" v="1355" actId="14100"/>
          <ac:cxnSpMkLst>
            <pc:docMk/>
            <pc:sldMk cId="4161607056" sldId="2147468664"/>
            <ac:cxnSpMk id="71" creationId="{1C3E4E0D-425E-A3FB-ED9C-107C95B51B7F}"/>
          </ac:cxnSpMkLst>
        </pc:cxnChg>
        <pc:cxnChg chg="del mod topLvl">
          <ac:chgData name="Takeuchi, Koichiro" userId="b3848a05-443b-4434-8fa5-7398ca0c03c9" providerId="ADAL" clId="{80B71E5D-E31E-4962-AC9B-BD35B338D1CC}" dt="2024-05-24T05:49:34.148" v="1319" actId="478"/>
          <ac:cxnSpMkLst>
            <pc:docMk/>
            <pc:sldMk cId="4161607056" sldId="2147468664"/>
            <ac:cxnSpMk id="72" creationId="{61F505F2-B9A6-469C-7BDD-B896338DD714}"/>
          </ac:cxnSpMkLst>
        </pc:cxnChg>
        <pc:cxnChg chg="mod topLvl">
          <ac:chgData name="Takeuchi, Koichiro" userId="b3848a05-443b-4434-8fa5-7398ca0c03c9" providerId="ADAL" clId="{80B71E5D-E31E-4962-AC9B-BD35B338D1CC}" dt="2024-05-24T05:53:55.866" v="1355" actId="14100"/>
          <ac:cxnSpMkLst>
            <pc:docMk/>
            <pc:sldMk cId="4161607056" sldId="2147468664"/>
            <ac:cxnSpMk id="73" creationId="{F05809C1-038C-6B21-CD2F-92015CD66C45}"/>
          </ac:cxnSpMkLst>
        </pc:cxnChg>
        <pc:cxnChg chg="mod topLvl">
          <ac:chgData name="Takeuchi, Koichiro" userId="b3848a05-443b-4434-8fa5-7398ca0c03c9" providerId="ADAL" clId="{80B71E5D-E31E-4962-AC9B-BD35B338D1CC}" dt="2024-05-24T05:53:55.866" v="1355" actId="14100"/>
          <ac:cxnSpMkLst>
            <pc:docMk/>
            <pc:sldMk cId="4161607056" sldId="2147468664"/>
            <ac:cxnSpMk id="74" creationId="{90D82DB4-82E8-CCA4-3BD3-382461A234E0}"/>
          </ac:cxnSpMkLst>
        </pc:cxnChg>
        <pc:cxnChg chg="mod topLvl">
          <ac:chgData name="Takeuchi, Koichiro" userId="b3848a05-443b-4434-8fa5-7398ca0c03c9" providerId="ADAL" clId="{80B71E5D-E31E-4962-AC9B-BD35B338D1CC}" dt="2024-05-24T05:53:55.866" v="1355" actId="14100"/>
          <ac:cxnSpMkLst>
            <pc:docMk/>
            <pc:sldMk cId="4161607056" sldId="2147468664"/>
            <ac:cxnSpMk id="75" creationId="{D9499B1A-C77B-B3AF-66CA-FB2C2813C1EB}"/>
          </ac:cxnSpMkLst>
        </pc:cxnChg>
        <pc:cxnChg chg="add mod">
          <ac:chgData name="Takeuchi, Koichiro" userId="b3848a05-443b-4434-8fa5-7398ca0c03c9" providerId="ADAL" clId="{80B71E5D-E31E-4962-AC9B-BD35B338D1CC}" dt="2024-05-24T05:54:24.598" v="1361" actId="14100"/>
          <ac:cxnSpMkLst>
            <pc:docMk/>
            <pc:sldMk cId="4161607056" sldId="2147468664"/>
            <ac:cxnSpMk id="94" creationId="{0392AF57-C7D3-6745-D946-226EB3945D6F}"/>
          </ac:cxnSpMkLst>
        </pc:cxnChg>
        <pc:cxnChg chg="add mod">
          <ac:chgData name="Takeuchi, Koichiro" userId="b3848a05-443b-4434-8fa5-7398ca0c03c9" providerId="ADAL" clId="{80B71E5D-E31E-4962-AC9B-BD35B338D1CC}" dt="2024-05-24T05:54:24.598" v="1361" actId="14100"/>
          <ac:cxnSpMkLst>
            <pc:docMk/>
            <pc:sldMk cId="4161607056" sldId="2147468664"/>
            <ac:cxnSpMk id="95" creationId="{098648F9-672E-CAA3-7C4F-E8F87E263EDA}"/>
          </ac:cxnSpMkLst>
        </pc:cxnChg>
        <pc:cxnChg chg="add mod">
          <ac:chgData name="Takeuchi, Koichiro" userId="b3848a05-443b-4434-8fa5-7398ca0c03c9" providerId="ADAL" clId="{80B71E5D-E31E-4962-AC9B-BD35B338D1CC}" dt="2024-05-24T05:54:24.598" v="1361" actId="14100"/>
          <ac:cxnSpMkLst>
            <pc:docMk/>
            <pc:sldMk cId="4161607056" sldId="2147468664"/>
            <ac:cxnSpMk id="96" creationId="{04E15C7F-B7A7-2FCA-0198-ABA7EBC644EF}"/>
          </ac:cxnSpMkLst>
        </pc:cxnChg>
        <pc:cxnChg chg="add del mod">
          <ac:chgData name="Takeuchi, Koichiro" userId="b3848a05-443b-4434-8fa5-7398ca0c03c9" providerId="ADAL" clId="{80B71E5D-E31E-4962-AC9B-BD35B338D1CC}" dt="2024-05-24T05:51:29.675" v="1334" actId="478"/>
          <ac:cxnSpMkLst>
            <pc:docMk/>
            <pc:sldMk cId="4161607056" sldId="2147468664"/>
            <ac:cxnSpMk id="97" creationId="{7E722FAE-D785-56A4-2369-199B2CBE6C4C}"/>
          </ac:cxnSpMkLst>
        </pc:cxnChg>
      </pc:sldChg>
      <pc:sldChg chg="addSp delSp modSp add del mod modShow">
        <pc:chgData name="Takeuchi, Koichiro" userId="b3848a05-443b-4434-8fa5-7398ca0c03c9" providerId="ADAL" clId="{80B71E5D-E31E-4962-AC9B-BD35B338D1CC}" dt="2024-05-24T08:07:09.154" v="6476" actId="14100"/>
        <pc:sldMkLst>
          <pc:docMk/>
          <pc:sldMk cId="4282457053" sldId="2147468665"/>
        </pc:sldMkLst>
        <pc:spChg chg="del mod">
          <ac:chgData name="Takeuchi, Koichiro" userId="b3848a05-443b-4434-8fa5-7398ca0c03c9" providerId="ADAL" clId="{80B71E5D-E31E-4962-AC9B-BD35B338D1CC}" dt="2024-05-24T05:55:42.457" v="1380" actId="21"/>
          <ac:spMkLst>
            <pc:docMk/>
            <pc:sldMk cId="4282457053" sldId="2147468665"/>
            <ac:spMk id="7" creationId="{BBF569E1-A6C3-2220-0D24-593F497EFB0D}"/>
          </ac:spMkLst>
        </pc:spChg>
        <pc:spChg chg="del mod">
          <ac:chgData name="Takeuchi, Koichiro" userId="b3848a05-443b-4434-8fa5-7398ca0c03c9" providerId="ADAL" clId="{80B71E5D-E31E-4962-AC9B-BD35B338D1CC}" dt="2024-05-24T05:55:42.457" v="1380" actId="21"/>
          <ac:spMkLst>
            <pc:docMk/>
            <pc:sldMk cId="4282457053" sldId="2147468665"/>
            <ac:spMk id="8" creationId="{DF395526-9712-751B-A78E-1A63EB0CF5CA}"/>
          </ac:spMkLst>
        </pc:spChg>
        <pc:spChg chg="del mod">
          <ac:chgData name="Takeuchi, Koichiro" userId="b3848a05-443b-4434-8fa5-7398ca0c03c9" providerId="ADAL" clId="{80B71E5D-E31E-4962-AC9B-BD35B338D1CC}" dt="2024-05-24T05:55:42.457" v="1380" actId="21"/>
          <ac:spMkLst>
            <pc:docMk/>
            <pc:sldMk cId="4282457053" sldId="2147468665"/>
            <ac:spMk id="9" creationId="{0B301787-1045-6BF3-25C6-57EFE6886EDA}"/>
          </ac:spMkLst>
        </pc:spChg>
        <pc:spChg chg="del mod">
          <ac:chgData name="Takeuchi, Koichiro" userId="b3848a05-443b-4434-8fa5-7398ca0c03c9" providerId="ADAL" clId="{80B71E5D-E31E-4962-AC9B-BD35B338D1CC}" dt="2024-05-24T05:55:42.457" v="1380" actId="21"/>
          <ac:spMkLst>
            <pc:docMk/>
            <pc:sldMk cId="4282457053" sldId="2147468665"/>
            <ac:spMk id="10" creationId="{22486DA0-14E9-286D-CEA1-6827F3226967}"/>
          </ac:spMkLst>
        </pc:spChg>
        <pc:spChg chg="del mod">
          <ac:chgData name="Takeuchi, Koichiro" userId="b3848a05-443b-4434-8fa5-7398ca0c03c9" providerId="ADAL" clId="{80B71E5D-E31E-4962-AC9B-BD35B338D1CC}" dt="2024-05-24T05:55:42.457" v="1380" actId="21"/>
          <ac:spMkLst>
            <pc:docMk/>
            <pc:sldMk cId="4282457053" sldId="2147468665"/>
            <ac:spMk id="11" creationId="{B210A33B-970A-A2BE-8408-CAE5378EB3D8}"/>
          </ac:spMkLst>
        </pc:spChg>
        <pc:spChg chg="del mod">
          <ac:chgData name="Takeuchi, Koichiro" userId="b3848a05-443b-4434-8fa5-7398ca0c03c9" providerId="ADAL" clId="{80B71E5D-E31E-4962-AC9B-BD35B338D1CC}" dt="2024-05-24T05:55:42.457" v="1380" actId="21"/>
          <ac:spMkLst>
            <pc:docMk/>
            <pc:sldMk cId="4282457053" sldId="2147468665"/>
            <ac:spMk id="12" creationId="{6A4A8812-37B1-F0BD-BD49-4154DACA8C4F}"/>
          </ac:spMkLst>
        </pc:spChg>
        <pc:spChg chg="del mod">
          <ac:chgData name="Takeuchi, Koichiro" userId="b3848a05-443b-4434-8fa5-7398ca0c03c9" providerId="ADAL" clId="{80B71E5D-E31E-4962-AC9B-BD35B338D1CC}" dt="2024-05-24T05:55:42.457" v="1380" actId="21"/>
          <ac:spMkLst>
            <pc:docMk/>
            <pc:sldMk cId="4282457053" sldId="2147468665"/>
            <ac:spMk id="13" creationId="{1C8C0E2D-689C-21FE-5FCB-8BA108BD0DFE}"/>
          </ac:spMkLst>
        </pc:spChg>
        <pc:spChg chg="del mod">
          <ac:chgData name="Takeuchi, Koichiro" userId="b3848a05-443b-4434-8fa5-7398ca0c03c9" providerId="ADAL" clId="{80B71E5D-E31E-4962-AC9B-BD35B338D1CC}" dt="2024-05-24T05:55:42.457" v="1380" actId="21"/>
          <ac:spMkLst>
            <pc:docMk/>
            <pc:sldMk cId="4282457053" sldId="2147468665"/>
            <ac:spMk id="14" creationId="{D4F36721-1DB6-E137-E18C-CB613D6DF681}"/>
          </ac:spMkLst>
        </pc:spChg>
        <pc:spChg chg="del mod">
          <ac:chgData name="Takeuchi, Koichiro" userId="b3848a05-443b-4434-8fa5-7398ca0c03c9" providerId="ADAL" clId="{80B71E5D-E31E-4962-AC9B-BD35B338D1CC}" dt="2024-05-24T05:55:42.457" v="1380" actId="21"/>
          <ac:spMkLst>
            <pc:docMk/>
            <pc:sldMk cId="4282457053" sldId="2147468665"/>
            <ac:spMk id="15" creationId="{518004F4-3FD8-E090-B6C6-BA4E848C28D8}"/>
          </ac:spMkLst>
        </pc:spChg>
        <pc:spChg chg="del mod">
          <ac:chgData name="Takeuchi, Koichiro" userId="b3848a05-443b-4434-8fa5-7398ca0c03c9" providerId="ADAL" clId="{80B71E5D-E31E-4962-AC9B-BD35B338D1CC}" dt="2024-05-24T05:55:42.457" v="1380" actId="21"/>
          <ac:spMkLst>
            <pc:docMk/>
            <pc:sldMk cId="4282457053" sldId="2147468665"/>
            <ac:spMk id="16" creationId="{C8B23490-B722-0FFB-21AC-3B2C7B7E7176}"/>
          </ac:spMkLst>
        </pc:spChg>
        <pc:spChg chg="del mod">
          <ac:chgData name="Takeuchi, Koichiro" userId="b3848a05-443b-4434-8fa5-7398ca0c03c9" providerId="ADAL" clId="{80B71E5D-E31E-4962-AC9B-BD35B338D1CC}" dt="2024-05-24T05:55:42.457" v="1380" actId="21"/>
          <ac:spMkLst>
            <pc:docMk/>
            <pc:sldMk cId="4282457053" sldId="2147468665"/>
            <ac:spMk id="17" creationId="{88F4831D-DB2C-89FB-4D1D-40F7D6BB467A}"/>
          </ac:spMkLst>
        </pc:spChg>
        <pc:spChg chg="del mod">
          <ac:chgData name="Takeuchi, Koichiro" userId="b3848a05-443b-4434-8fa5-7398ca0c03c9" providerId="ADAL" clId="{80B71E5D-E31E-4962-AC9B-BD35B338D1CC}" dt="2024-05-24T05:55:42.457" v="1380" actId="21"/>
          <ac:spMkLst>
            <pc:docMk/>
            <pc:sldMk cId="4282457053" sldId="2147468665"/>
            <ac:spMk id="18" creationId="{FCF160B1-12EF-B303-5F23-FD0D066D81F7}"/>
          </ac:spMkLst>
        </pc:spChg>
        <pc:spChg chg="del mod">
          <ac:chgData name="Takeuchi, Koichiro" userId="b3848a05-443b-4434-8fa5-7398ca0c03c9" providerId="ADAL" clId="{80B71E5D-E31E-4962-AC9B-BD35B338D1CC}" dt="2024-05-24T05:55:42.457" v="1380" actId="21"/>
          <ac:spMkLst>
            <pc:docMk/>
            <pc:sldMk cId="4282457053" sldId="2147468665"/>
            <ac:spMk id="19" creationId="{A23A9E15-1D51-E28F-0E54-2B15CB9A6BEC}"/>
          </ac:spMkLst>
        </pc:spChg>
        <pc:spChg chg="del mod">
          <ac:chgData name="Takeuchi, Koichiro" userId="b3848a05-443b-4434-8fa5-7398ca0c03c9" providerId="ADAL" clId="{80B71E5D-E31E-4962-AC9B-BD35B338D1CC}" dt="2024-05-24T05:55:42.457" v="1380" actId="21"/>
          <ac:spMkLst>
            <pc:docMk/>
            <pc:sldMk cId="4282457053" sldId="2147468665"/>
            <ac:spMk id="20" creationId="{1CF88FD7-8F71-9DEE-5A16-0F6A42CAFD79}"/>
          </ac:spMkLst>
        </pc:spChg>
        <pc:spChg chg="del mod">
          <ac:chgData name="Takeuchi, Koichiro" userId="b3848a05-443b-4434-8fa5-7398ca0c03c9" providerId="ADAL" clId="{80B71E5D-E31E-4962-AC9B-BD35B338D1CC}" dt="2024-05-24T05:55:42.457" v="1380" actId="21"/>
          <ac:spMkLst>
            <pc:docMk/>
            <pc:sldMk cId="4282457053" sldId="2147468665"/>
            <ac:spMk id="21" creationId="{0878F01D-AADB-E3DB-BB0F-5A819E41E950}"/>
          </ac:spMkLst>
        </pc:spChg>
        <pc:spChg chg="del mod">
          <ac:chgData name="Takeuchi, Koichiro" userId="b3848a05-443b-4434-8fa5-7398ca0c03c9" providerId="ADAL" clId="{80B71E5D-E31E-4962-AC9B-BD35B338D1CC}" dt="2024-05-24T05:55:42.457" v="1380" actId="21"/>
          <ac:spMkLst>
            <pc:docMk/>
            <pc:sldMk cId="4282457053" sldId="2147468665"/>
            <ac:spMk id="22" creationId="{9E1684DE-C8F4-6ADD-3958-FB92F3014451}"/>
          </ac:spMkLst>
        </pc:spChg>
        <pc:spChg chg="del mod">
          <ac:chgData name="Takeuchi, Koichiro" userId="b3848a05-443b-4434-8fa5-7398ca0c03c9" providerId="ADAL" clId="{80B71E5D-E31E-4962-AC9B-BD35B338D1CC}" dt="2024-05-24T05:55:42.457" v="1380" actId="21"/>
          <ac:spMkLst>
            <pc:docMk/>
            <pc:sldMk cId="4282457053" sldId="2147468665"/>
            <ac:spMk id="23" creationId="{7247DBF2-81A5-E6C4-C930-255B9BAF55FB}"/>
          </ac:spMkLst>
        </pc:spChg>
        <pc:spChg chg="del mod">
          <ac:chgData name="Takeuchi, Koichiro" userId="b3848a05-443b-4434-8fa5-7398ca0c03c9" providerId="ADAL" clId="{80B71E5D-E31E-4962-AC9B-BD35B338D1CC}" dt="2024-05-24T05:55:42.457" v="1380" actId="21"/>
          <ac:spMkLst>
            <pc:docMk/>
            <pc:sldMk cId="4282457053" sldId="2147468665"/>
            <ac:spMk id="24" creationId="{97634A70-1CF9-157B-54B7-816A21C84762}"/>
          </ac:spMkLst>
        </pc:spChg>
        <pc:spChg chg="del mod">
          <ac:chgData name="Takeuchi, Koichiro" userId="b3848a05-443b-4434-8fa5-7398ca0c03c9" providerId="ADAL" clId="{80B71E5D-E31E-4962-AC9B-BD35B338D1CC}" dt="2024-05-24T05:55:42.457" v="1380" actId="21"/>
          <ac:spMkLst>
            <pc:docMk/>
            <pc:sldMk cId="4282457053" sldId="2147468665"/>
            <ac:spMk id="25" creationId="{AD2DA399-8FD4-0FAC-18CF-997C3E7A0791}"/>
          </ac:spMkLst>
        </pc:spChg>
        <pc:spChg chg="del mod">
          <ac:chgData name="Takeuchi, Koichiro" userId="b3848a05-443b-4434-8fa5-7398ca0c03c9" providerId="ADAL" clId="{80B71E5D-E31E-4962-AC9B-BD35B338D1CC}" dt="2024-05-24T05:55:42.457" v="1380" actId="21"/>
          <ac:spMkLst>
            <pc:docMk/>
            <pc:sldMk cId="4282457053" sldId="2147468665"/>
            <ac:spMk id="26" creationId="{053F7333-1356-F3C6-9F29-D89CE2899878}"/>
          </ac:spMkLst>
        </pc:spChg>
        <pc:spChg chg="del mod">
          <ac:chgData name="Takeuchi, Koichiro" userId="b3848a05-443b-4434-8fa5-7398ca0c03c9" providerId="ADAL" clId="{80B71E5D-E31E-4962-AC9B-BD35B338D1CC}" dt="2024-05-24T05:55:42.457" v="1380" actId="21"/>
          <ac:spMkLst>
            <pc:docMk/>
            <pc:sldMk cId="4282457053" sldId="2147468665"/>
            <ac:spMk id="27" creationId="{7A080E96-D93D-4859-0FD1-EBB230108787}"/>
          </ac:spMkLst>
        </pc:spChg>
        <pc:spChg chg="del mod">
          <ac:chgData name="Takeuchi, Koichiro" userId="b3848a05-443b-4434-8fa5-7398ca0c03c9" providerId="ADAL" clId="{80B71E5D-E31E-4962-AC9B-BD35B338D1CC}" dt="2024-05-24T05:55:42.457" v="1380" actId="21"/>
          <ac:spMkLst>
            <pc:docMk/>
            <pc:sldMk cId="4282457053" sldId="2147468665"/>
            <ac:spMk id="28" creationId="{675468EC-51A2-4559-188A-CF9022513DBF}"/>
          </ac:spMkLst>
        </pc:spChg>
        <pc:spChg chg="del mod">
          <ac:chgData name="Takeuchi, Koichiro" userId="b3848a05-443b-4434-8fa5-7398ca0c03c9" providerId="ADAL" clId="{80B71E5D-E31E-4962-AC9B-BD35B338D1CC}" dt="2024-05-24T05:55:42.457" v="1380" actId="21"/>
          <ac:spMkLst>
            <pc:docMk/>
            <pc:sldMk cId="4282457053" sldId="2147468665"/>
            <ac:spMk id="29" creationId="{A9E9F5AF-D270-EA6D-22AF-96C4656D0198}"/>
          </ac:spMkLst>
        </pc:spChg>
        <pc:spChg chg="del mod">
          <ac:chgData name="Takeuchi, Koichiro" userId="b3848a05-443b-4434-8fa5-7398ca0c03c9" providerId="ADAL" clId="{80B71E5D-E31E-4962-AC9B-BD35B338D1CC}" dt="2024-05-24T05:55:42.457" v="1380" actId="21"/>
          <ac:spMkLst>
            <pc:docMk/>
            <pc:sldMk cId="4282457053" sldId="2147468665"/>
            <ac:spMk id="30" creationId="{C6E87041-B889-A0AC-ABA8-DC0A9BB50715}"/>
          </ac:spMkLst>
        </pc:spChg>
        <pc:spChg chg="del mod">
          <ac:chgData name="Takeuchi, Koichiro" userId="b3848a05-443b-4434-8fa5-7398ca0c03c9" providerId="ADAL" clId="{80B71E5D-E31E-4962-AC9B-BD35B338D1CC}" dt="2024-05-24T05:55:42.457" v="1380" actId="21"/>
          <ac:spMkLst>
            <pc:docMk/>
            <pc:sldMk cId="4282457053" sldId="2147468665"/>
            <ac:spMk id="42" creationId="{C7698BDF-3A69-7234-98E2-04294A0750DB}"/>
          </ac:spMkLst>
        </pc:spChg>
        <pc:spChg chg="del mod">
          <ac:chgData name="Takeuchi, Koichiro" userId="b3848a05-443b-4434-8fa5-7398ca0c03c9" providerId="ADAL" clId="{80B71E5D-E31E-4962-AC9B-BD35B338D1CC}" dt="2024-05-24T05:55:42.457" v="1380" actId="21"/>
          <ac:spMkLst>
            <pc:docMk/>
            <pc:sldMk cId="4282457053" sldId="2147468665"/>
            <ac:spMk id="43" creationId="{D2366050-C432-6509-406D-D36BCA97E51C}"/>
          </ac:spMkLst>
        </pc:spChg>
        <pc:spChg chg="del mod">
          <ac:chgData name="Takeuchi, Koichiro" userId="b3848a05-443b-4434-8fa5-7398ca0c03c9" providerId="ADAL" clId="{80B71E5D-E31E-4962-AC9B-BD35B338D1CC}" dt="2024-05-24T05:55:42.457" v="1380" actId="21"/>
          <ac:spMkLst>
            <pc:docMk/>
            <pc:sldMk cId="4282457053" sldId="2147468665"/>
            <ac:spMk id="44" creationId="{5265DA57-14F4-7B10-3A48-F7350C0D336D}"/>
          </ac:spMkLst>
        </pc:spChg>
        <pc:spChg chg="del mod">
          <ac:chgData name="Takeuchi, Koichiro" userId="b3848a05-443b-4434-8fa5-7398ca0c03c9" providerId="ADAL" clId="{80B71E5D-E31E-4962-AC9B-BD35B338D1CC}" dt="2024-05-24T05:55:42.457" v="1380" actId="21"/>
          <ac:spMkLst>
            <pc:docMk/>
            <pc:sldMk cId="4282457053" sldId="2147468665"/>
            <ac:spMk id="45" creationId="{1FE60BEC-D56F-47D7-B6B1-C91EB9CCDD8E}"/>
          </ac:spMkLst>
        </pc:spChg>
        <pc:spChg chg="del mod">
          <ac:chgData name="Takeuchi, Koichiro" userId="b3848a05-443b-4434-8fa5-7398ca0c03c9" providerId="ADAL" clId="{80B71E5D-E31E-4962-AC9B-BD35B338D1CC}" dt="2024-05-24T05:55:42.457" v="1380" actId="21"/>
          <ac:spMkLst>
            <pc:docMk/>
            <pc:sldMk cId="4282457053" sldId="2147468665"/>
            <ac:spMk id="46" creationId="{E4859F5E-ADFD-65E6-096D-30742CA431F7}"/>
          </ac:spMkLst>
        </pc:spChg>
        <pc:spChg chg="del mod">
          <ac:chgData name="Takeuchi, Koichiro" userId="b3848a05-443b-4434-8fa5-7398ca0c03c9" providerId="ADAL" clId="{80B71E5D-E31E-4962-AC9B-BD35B338D1CC}" dt="2024-05-24T05:55:42.457" v="1380" actId="21"/>
          <ac:spMkLst>
            <pc:docMk/>
            <pc:sldMk cId="4282457053" sldId="2147468665"/>
            <ac:spMk id="47" creationId="{75E06CC7-61E5-90EB-30F7-D1D1D1D1B303}"/>
          </ac:spMkLst>
        </pc:spChg>
        <pc:spChg chg="del mod">
          <ac:chgData name="Takeuchi, Koichiro" userId="b3848a05-443b-4434-8fa5-7398ca0c03c9" providerId="ADAL" clId="{80B71E5D-E31E-4962-AC9B-BD35B338D1CC}" dt="2024-05-24T05:55:42.457" v="1380" actId="21"/>
          <ac:spMkLst>
            <pc:docMk/>
            <pc:sldMk cId="4282457053" sldId="2147468665"/>
            <ac:spMk id="48" creationId="{258286F9-F357-6EFC-EAB8-1F5D605A2071}"/>
          </ac:spMkLst>
        </pc:spChg>
        <pc:spChg chg="del mod">
          <ac:chgData name="Takeuchi, Koichiro" userId="b3848a05-443b-4434-8fa5-7398ca0c03c9" providerId="ADAL" clId="{80B71E5D-E31E-4962-AC9B-BD35B338D1CC}" dt="2024-05-24T05:55:42.457" v="1380" actId="21"/>
          <ac:spMkLst>
            <pc:docMk/>
            <pc:sldMk cId="4282457053" sldId="2147468665"/>
            <ac:spMk id="49" creationId="{C1CA5FAB-3F5B-423D-B391-A46B40798C6C}"/>
          </ac:spMkLst>
        </pc:spChg>
        <pc:spChg chg="del mod">
          <ac:chgData name="Takeuchi, Koichiro" userId="b3848a05-443b-4434-8fa5-7398ca0c03c9" providerId="ADAL" clId="{80B71E5D-E31E-4962-AC9B-BD35B338D1CC}" dt="2024-05-24T05:55:42.457" v="1380" actId="21"/>
          <ac:spMkLst>
            <pc:docMk/>
            <pc:sldMk cId="4282457053" sldId="2147468665"/>
            <ac:spMk id="50" creationId="{73CDAEEE-143A-8AE7-0EF1-49F04C272332}"/>
          </ac:spMkLst>
        </pc:spChg>
        <pc:spChg chg="del mod">
          <ac:chgData name="Takeuchi, Koichiro" userId="b3848a05-443b-4434-8fa5-7398ca0c03c9" providerId="ADAL" clId="{80B71E5D-E31E-4962-AC9B-BD35B338D1CC}" dt="2024-05-24T05:55:42.457" v="1380" actId="21"/>
          <ac:spMkLst>
            <pc:docMk/>
            <pc:sldMk cId="4282457053" sldId="2147468665"/>
            <ac:spMk id="51" creationId="{825DC44C-A81C-B8F2-BC56-53A00E282392}"/>
          </ac:spMkLst>
        </pc:spChg>
        <pc:spChg chg="del mod">
          <ac:chgData name="Takeuchi, Koichiro" userId="b3848a05-443b-4434-8fa5-7398ca0c03c9" providerId="ADAL" clId="{80B71E5D-E31E-4962-AC9B-BD35B338D1CC}" dt="2024-05-24T05:55:42.457" v="1380" actId="21"/>
          <ac:spMkLst>
            <pc:docMk/>
            <pc:sldMk cId="4282457053" sldId="2147468665"/>
            <ac:spMk id="52" creationId="{EE95EBD8-3F02-7A93-49D8-B30A290A445C}"/>
          </ac:spMkLst>
        </pc:spChg>
        <pc:spChg chg="del mod">
          <ac:chgData name="Takeuchi, Koichiro" userId="b3848a05-443b-4434-8fa5-7398ca0c03c9" providerId="ADAL" clId="{80B71E5D-E31E-4962-AC9B-BD35B338D1CC}" dt="2024-05-24T05:55:42.457" v="1380" actId="21"/>
          <ac:spMkLst>
            <pc:docMk/>
            <pc:sldMk cId="4282457053" sldId="2147468665"/>
            <ac:spMk id="53" creationId="{1A348A0C-9F2A-6E08-A848-7E056FD7B7F0}"/>
          </ac:spMkLst>
        </pc:spChg>
        <pc:spChg chg="del mod">
          <ac:chgData name="Takeuchi, Koichiro" userId="b3848a05-443b-4434-8fa5-7398ca0c03c9" providerId="ADAL" clId="{80B71E5D-E31E-4962-AC9B-BD35B338D1CC}" dt="2024-05-24T05:55:42.457" v="1380" actId="21"/>
          <ac:spMkLst>
            <pc:docMk/>
            <pc:sldMk cId="4282457053" sldId="2147468665"/>
            <ac:spMk id="54" creationId="{3218A709-FA2A-959E-F241-6C9A5C4592A2}"/>
          </ac:spMkLst>
        </pc:spChg>
        <pc:spChg chg="del mod">
          <ac:chgData name="Takeuchi, Koichiro" userId="b3848a05-443b-4434-8fa5-7398ca0c03c9" providerId="ADAL" clId="{80B71E5D-E31E-4962-AC9B-BD35B338D1CC}" dt="2024-05-24T05:55:42.457" v="1380" actId="21"/>
          <ac:spMkLst>
            <pc:docMk/>
            <pc:sldMk cId="4282457053" sldId="2147468665"/>
            <ac:spMk id="55" creationId="{6B7E1BC3-BB56-F09B-24DE-C71C0E6F2BF1}"/>
          </ac:spMkLst>
        </pc:spChg>
        <pc:spChg chg="del mod">
          <ac:chgData name="Takeuchi, Koichiro" userId="b3848a05-443b-4434-8fa5-7398ca0c03c9" providerId="ADAL" clId="{80B71E5D-E31E-4962-AC9B-BD35B338D1CC}" dt="2024-05-24T05:55:42.457" v="1380" actId="21"/>
          <ac:spMkLst>
            <pc:docMk/>
            <pc:sldMk cId="4282457053" sldId="2147468665"/>
            <ac:spMk id="56" creationId="{9AD0023F-3A37-EB1E-9EB2-E75086193C25}"/>
          </ac:spMkLst>
        </pc:spChg>
        <pc:spChg chg="del mod">
          <ac:chgData name="Takeuchi, Koichiro" userId="b3848a05-443b-4434-8fa5-7398ca0c03c9" providerId="ADAL" clId="{80B71E5D-E31E-4962-AC9B-BD35B338D1CC}" dt="2024-05-24T05:55:42.457" v="1380" actId="21"/>
          <ac:spMkLst>
            <pc:docMk/>
            <pc:sldMk cId="4282457053" sldId="2147468665"/>
            <ac:spMk id="57" creationId="{DF7B0476-886D-D7CF-D158-5BB860176690}"/>
          </ac:spMkLst>
        </pc:spChg>
        <pc:spChg chg="del mod">
          <ac:chgData name="Takeuchi, Koichiro" userId="b3848a05-443b-4434-8fa5-7398ca0c03c9" providerId="ADAL" clId="{80B71E5D-E31E-4962-AC9B-BD35B338D1CC}" dt="2024-05-24T05:55:42.457" v="1380" actId="21"/>
          <ac:spMkLst>
            <pc:docMk/>
            <pc:sldMk cId="4282457053" sldId="2147468665"/>
            <ac:spMk id="58" creationId="{D60A6D71-0962-019D-1645-680BDAB9C2A4}"/>
          </ac:spMkLst>
        </pc:spChg>
        <pc:spChg chg="del mod">
          <ac:chgData name="Takeuchi, Koichiro" userId="b3848a05-443b-4434-8fa5-7398ca0c03c9" providerId="ADAL" clId="{80B71E5D-E31E-4962-AC9B-BD35B338D1CC}" dt="2024-05-24T05:55:42.457" v="1380" actId="21"/>
          <ac:spMkLst>
            <pc:docMk/>
            <pc:sldMk cId="4282457053" sldId="2147468665"/>
            <ac:spMk id="59" creationId="{EA2FC20D-626C-6318-EE1B-6FBD5FCCE6FC}"/>
          </ac:spMkLst>
        </pc:spChg>
        <pc:spChg chg="del mod">
          <ac:chgData name="Takeuchi, Koichiro" userId="b3848a05-443b-4434-8fa5-7398ca0c03c9" providerId="ADAL" clId="{80B71E5D-E31E-4962-AC9B-BD35B338D1CC}" dt="2024-05-24T05:55:42.457" v="1380" actId="21"/>
          <ac:spMkLst>
            <pc:docMk/>
            <pc:sldMk cId="4282457053" sldId="2147468665"/>
            <ac:spMk id="60" creationId="{6CDD5396-68A4-2694-EF67-D48FE7CFEA8C}"/>
          </ac:spMkLst>
        </pc:spChg>
        <pc:spChg chg="del mod">
          <ac:chgData name="Takeuchi, Koichiro" userId="b3848a05-443b-4434-8fa5-7398ca0c03c9" providerId="ADAL" clId="{80B71E5D-E31E-4962-AC9B-BD35B338D1CC}" dt="2024-05-24T05:55:42.457" v="1380" actId="21"/>
          <ac:spMkLst>
            <pc:docMk/>
            <pc:sldMk cId="4282457053" sldId="2147468665"/>
            <ac:spMk id="61" creationId="{EC54F907-A974-2976-0514-D76DD4D4FC83}"/>
          </ac:spMkLst>
        </pc:spChg>
        <pc:spChg chg="del mod">
          <ac:chgData name="Takeuchi, Koichiro" userId="b3848a05-443b-4434-8fa5-7398ca0c03c9" providerId="ADAL" clId="{80B71E5D-E31E-4962-AC9B-BD35B338D1CC}" dt="2024-05-24T05:55:42.457" v="1380" actId="21"/>
          <ac:spMkLst>
            <pc:docMk/>
            <pc:sldMk cId="4282457053" sldId="2147468665"/>
            <ac:spMk id="62" creationId="{8898DFBF-66A6-232E-F8EF-8BA214D12688}"/>
          </ac:spMkLst>
        </pc:spChg>
        <pc:spChg chg="del mod">
          <ac:chgData name="Takeuchi, Koichiro" userId="b3848a05-443b-4434-8fa5-7398ca0c03c9" providerId="ADAL" clId="{80B71E5D-E31E-4962-AC9B-BD35B338D1CC}" dt="2024-05-24T05:55:42.457" v="1380" actId="21"/>
          <ac:spMkLst>
            <pc:docMk/>
            <pc:sldMk cId="4282457053" sldId="2147468665"/>
            <ac:spMk id="63" creationId="{D301568B-743A-3AB7-3134-8FF0D8F137A6}"/>
          </ac:spMkLst>
        </pc:spChg>
        <pc:spChg chg="del mod">
          <ac:chgData name="Takeuchi, Koichiro" userId="b3848a05-443b-4434-8fa5-7398ca0c03c9" providerId="ADAL" clId="{80B71E5D-E31E-4962-AC9B-BD35B338D1CC}" dt="2024-05-24T05:55:42.457" v="1380" actId="21"/>
          <ac:spMkLst>
            <pc:docMk/>
            <pc:sldMk cId="4282457053" sldId="2147468665"/>
            <ac:spMk id="64" creationId="{F22B1C2C-DFA7-306F-9EEA-41299F175FC0}"/>
          </ac:spMkLst>
        </pc:spChg>
        <pc:spChg chg="del mod">
          <ac:chgData name="Takeuchi, Koichiro" userId="b3848a05-443b-4434-8fa5-7398ca0c03c9" providerId="ADAL" clId="{80B71E5D-E31E-4962-AC9B-BD35B338D1CC}" dt="2024-05-24T05:55:42.457" v="1380" actId="21"/>
          <ac:spMkLst>
            <pc:docMk/>
            <pc:sldMk cId="4282457053" sldId="2147468665"/>
            <ac:spMk id="65" creationId="{75B4FDAD-D3B1-BA5B-6FB6-B2DE7608C503}"/>
          </ac:spMkLst>
        </pc:spChg>
        <pc:spChg chg="del mod">
          <ac:chgData name="Takeuchi, Koichiro" userId="b3848a05-443b-4434-8fa5-7398ca0c03c9" providerId="ADAL" clId="{80B71E5D-E31E-4962-AC9B-BD35B338D1CC}" dt="2024-05-24T05:55:42.457" v="1380" actId="21"/>
          <ac:spMkLst>
            <pc:docMk/>
            <pc:sldMk cId="4282457053" sldId="2147468665"/>
            <ac:spMk id="66" creationId="{DE1B4F1F-A0CA-C542-4405-75DD259EA0AF}"/>
          </ac:spMkLst>
        </pc:spChg>
        <pc:spChg chg="del mod">
          <ac:chgData name="Takeuchi, Koichiro" userId="b3848a05-443b-4434-8fa5-7398ca0c03c9" providerId="ADAL" clId="{80B71E5D-E31E-4962-AC9B-BD35B338D1CC}" dt="2024-05-24T05:55:42.457" v="1380" actId="21"/>
          <ac:spMkLst>
            <pc:docMk/>
            <pc:sldMk cId="4282457053" sldId="2147468665"/>
            <ac:spMk id="67" creationId="{9BD72D6B-A744-874A-C965-E4DA01B35235}"/>
          </ac:spMkLst>
        </pc:spChg>
        <pc:spChg chg="del mod">
          <ac:chgData name="Takeuchi, Koichiro" userId="b3848a05-443b-4434-8fa5-7398ca0c03c9" providerId="ADAL" clId="{80B71E5D-E31E-4962-AC9B-BD35B338D1CC}" dt="2024-05-24T05:55:42.457" v="1380" actId="21"/>
          <ac:spMkLst>
            <pc:docMk/>
            <pc:sldMk cId="4282457053" sldId="2147468665"/>
            <ac:spMk id="68" creationId="{7B0A803F-0B54-5258-75EA-E5D2F2E70F2C}"/>
          </ac:spMkLst>
        </pc:spChg>
        <pc:spChg chg="del mod">
          <ac:chgData name="Takeuchi, Koichiro" userId="b3848a05-443b-4434-8fa5-7398ca0c03c9" providerId="ADAL" clId="{80B71E5D-E31E-4962-AC9B-BD35B338D1CC}" dt="2024-05-24T05:55:42.457" v="1380" actId="21"/>
          <ac:spMkLst>
            <pc:docMk/>
            <pc:sldMk cId="4282457053" sldId="2147468665"/>
            <ac:spMk id="76" creationId="{9788328C-212E-3B40-9748-6F8B1AA45096}"/>
          </ac:spMkLst>
        </pc:spChg>
        <pc:spChg chg="del mod">
          <ac:chgData name="Takeuchi, Koichiro" userId="b3848a05-443b-4434-8fa5-7398ca0c03c9" providerId="ADAL" clId="{80B71E5D-E31E-4962-AC9B-BD35B338D1CC}" dt="2024-05-24T05:55:42.457" v="1380" actId="21"/>
          <ac:spMkLst>
            <pc:docMk/>
            <pc:sldMk cId="4282457053" sldId="2147468665"/>
            <ac:spMk id="77" creationId="{80DC5701-10DC-CC9C-3940-40070209F18D}"/>
          </ac:spMkLst>
        </pc:spChg>
        <pc:spChg chg="del mod">
          <ac:chgData name="Takeuchi, Koichiro" userId="b3848a05-443b-4434-8fa5-7398ca0c03c9" providerId="ADAL" clId="{80B71E5D-E31E-4962-AC9B-BD35B338D1CC}" dt="2024-05-24T05:55:42.457" v="1380" actId="21"/>
          <ac:spMkLst>
            <pc:docMk/>
            <pc:sldMk cId="4282457053" sldId="2147468665"/>
            <ac:spMk id="78" creationId="{4B8696C4-58D3-0004-D902-732D2AEF64E9}"/>
          </ac:spMkLst>
        </pc:spChg>
        <pc:spChg chg="del mod">
          <ac:chgData name="Takeuchi, Koichiro" userId="b3848a05-443b-4434-8fa5-7398ca0c03c9" providerId="ADAL" clId="{80B71E5D-E31E-4962-AC9B-BD35B338D1CC}" dt="2024-05-24T05:55:42.457" v="1380" actId="21"/>
          <ac:spMkLst>
            <pc:docMk/>
            <pc:sldMk cId="4282457053" sldId="2147468665"/>
            <ac:spMk id="79" creationId="{899E7C7A-C909-7420-170D-A3F6CE6C50AD}"/>
          </ac:spMkLst>
        </pc:spChg>
        <pc:spChg chg="del mod">
          <ac:chgData name="Takeuchi, Koichiro" userId="b3848a05-443b-4434-8fa5-7398ca0c03c9" providerId="ADAL" clId="{80B71E5D-E31E-4962-AC9B-BD35B338D1CC}" dt="2024-05-24T05:55:42.457" v="1380" actId="21"/>
          <ac:spMkLst>
            <pc:docMk/>
            <pc:sldMk cId="4282457053" sldId="2147468665"/>
            <ac:spMk id="80" creationId="{3915C366-5336-2E7E-30E1-28DAA9D2AFE0}"/>
          </ac:spMkLst>
        </pc:spChg>
        <pc:spChg chg="del mod">
          <ac:chgData name="Takeuchi, Koichiro" userId="b3848a05-443b-4434-8fa5-7398ca0c03c9" providerId="ADAL" clId="{80B71E5D-E31E-4962-AC9B-BD35B338D1CC}" dt="2024-05-24T05:55:42.457" v="1380" actId="21"/>
          <ac:spMkLst>
            <pc:docMk/>
            <pc:sldMk cId="4282457053" sldId="2147468665"/>
            <ac:spMk id="81" creationId="{C4D3A5A8-7537-6995-273A-1E538EC3BF3A}"/>
          </ac:spMkLst>
        </pc:spChg>
        <pc:spChg chg="del mod">
          <ac:chgData name="Takeuchi, Koichiro" userId="b3848a05-443b-4434-8fa5-7398ca0c03c9" providerId="ADAL" clId="{80B71E5D-E31E-4962-AC9B-BD35B338D1CC}" dt="2024-05-24T05:55:42.457" v="1380" actId="21"/>
          <ac:spMkLst>
            <pc:docMk/>
            <pc:sldMk cId="4282457053" sldId="2147468665"/>
            <ac:spMk id="82" creationId="{D6D1BB4D-AD55-62A5-D57B-A33F802D2401}"/>
          </ac:spMkLst>
        </pc:spChg>
        <pc:spChg chg="del mod">
          <ac:chgData name="Takeuchi, Koichiro" userId="b3848a05-443b-4434-8fa5-7398ca0c03c9" providerId="ADAL" clId="{80B71E5D-E31E-4962-AC9B-BD35B338D1CC}" dt="2024-05-24T05:55:42.457" v="1380" actId="21"/>
          <ac:spMkLst>
            <pc:docMk/>
            <pc:sldMk cId="4282457053" sldId="2147468665"/>
            <ac:spMk id="83" creationId="{EA4EA685-680B-612B-0FD1-983447DE2AF0}"/>
          </ac:spMkLst>
        </pc:spChg>
        <pc:spChg chg="del mod">
          <ac:chgData name="Takeuchi, Koichiro" userId="b3848a05-443b-4434-8fa5-7398ca0c03c9" providerId="ADAL" clId="{80B71E5D-E31E-4962-AC9B-BD35B338D1CC}" dt="2024-05-24T05:55:42.457" v="1380" actId="21"/>
          <ac:spMkLst>
            <pc:docMk/>
            <pc:sldMk cId="4282457053" sldId="2147468665"/>
            <ac:spMk id="84" creationId="{93205C81-2C58-EF7C-8B02-C73395F2EBF3}"/>
          </ac:spMkLst>
        </pc:spChg>
        <pc:spChg chg="del mod">
          <ac:chgData name="Takeuchi, Koichiro" userId="b3848a05-443b-4434-8fa5-7398ca0c03c9" providerId="ADAL" clId="{80B71E5D-E31E-4962-AC9B-BD35B338D1CC}" dt="2024-05-24T05:55:42.457" v="1380" actId="21"/>
          <ac:spMkLst>
            <pc:docMk/>
            <pc:sldMk cId="4282457053" sldId="2147468665"/>
            <ac:spMk id="85" creationId="{F2DE9F7C-32BF-E340-0528-9A38C28B7E20}"/>
          </ac:spMkLst>
        </pc:spChg>
        <pc:spChg chg="del mod">
          <ac:chgData name="Takeuchi, Koichiro" userId="b3848a05-443b-4434-8fa5-7398ca0c03c9" providerId="ADAL" clId="{80B71E5D-E31E-4962-AC9B-BD35B338D1CC}" dt="2024-05-24T05:55:42.457" v="1380" actId="21"/>
          <ac:spMkLst>
            <pc:docMk/>
            <pc:sldMk cId="4282457053" sldId="2147468665"/>
            <ac:spMk id="86" creationId="{7F475499-215C-E35E-C09D-35E719ACB1ED}"/>
          </ac:spMkLst>
        </pc:spChg>
        <pc:spChg chg="del mod">
          <ac:chgData name="Takeuchi, Koichiro" userId="b3848a05-443b-4434-8fa5-7398ca0c03c9" providerId="ADAL" clId="{80B71E5D-E31E-4962-AC9B-BD35B338D1CC}" dt="2024-05-24T05:55:42.457" v="1380" actId="21"/>
          <ac:spMkLst>
            <pc:docMk/>
            <pc:sldMk cId="4282457053" sldId="2147468665"/>
            <ac:spMk id="87" creationId="{DE31E315-DC3B-5D65-04BA-8F070E7FAD1B}"/>
          </ac:spMkLst>
        </pc:spChg>
        <pc:spChg chg="del mod">
          <ac:chgData name="Takeuchi, Koichiro" userId="b3848a05-443b-4434-8fa5-7398ca0c03c9" providerId="ADAL" clId="{80B71E5D-E31E-4962-AC9B-BD35B338D1CC}" dt="2024-05-24T05:55:42.457" v="1380" actId="21"/>
          <ac:spMkLst>
            <pc:docMk/>
            <pc:sldMk cId="4282457053" sldId="2147468665"/>
            <ac:spMk id="88" creationId="{50488E66-EC68-708C-EECD-B4A57B13F32C}"/>
          </ac:spMkLst>
        </pc:spChg>
        <pc:spChg chg="del mod">
          <ac:chgData name="Takeuchi, Koichiro" userId="b3848a05-443b-4434-8fa5-7398ca0c03c9" providerId="ADAL" clId="{80B71E5D-E31E-4962-AC9B-BD35B338D1CC}" dt="2024-05-24T05:55:42.457" v="1380" actId="21"/>
          <ac:spMkLst>
            <pc:docMk/>
            <pc:sldMk cId="4282457053" sldId="2147468665"/>
            <ac:spMk id="89" creationId="{3D36B908-8D4A-52C6-7291-82A56480EE4C}"/>
          </ac:spMkLst>
        </pc:spChg>
        <pc:spChg chg="del mod">
          <ac:chgData name="Takeuchi, Koichiro" userId="b3848a05-443b-4434-8fa5-7398ca0c03c9" providerId="ADAL" clId="{80B71E5D-E31E-4962-AC9B-BD35B338D1CC}" dt="2024-05-24T05:55:42.457" v="1380" actId="21"/>
          <ac:spMkLst>
            <pc:docMk/>
            <pc:sldMk cId="4282457053" sldId="2147468665"/>
            <ac:spMk id="90" creationId="{96A76CB9-18BC-0400-1666-5C6A9AC02300}"/>
          </ac:spMkLst>
        </pc:spChg>
        <pc:spChg chg="del mod">
          <ac:chgData name="Takeuchi, Koichiro" userId="b3848a05-443b-4434-8fa5-7398ca0c03c9" providerId="ADAL" clId="{80B71E5D-E31E-4962-AC9B-BD35B338D1CC}" dt="2024-05-24T05:55:42.457" v="1380" actId="21"/>
          <ac:spMkLst>
            <pc:docMk/>
            <pc:sldMk cId="4282457053" sldId="2147468665"/>
            <ac:spMk id="91" creationId="{885D1170-7172-75F9-07FA-49F5D7F68A1A}"/>
          </ac:spMkLst>
        </pc:spChg>
        <pc:spChg chg="del mod">
          <ac:chgData name="Takeuchi, Koichiro" userId="b3848a05-443b-4434-8fa5-7398ca0c03c9" providerId="ADAL" clId="{80B71E5D-E31E-4962-AC9B-BD35B338D1CC}" dt="2024-05-24T05:55:42.457" v="1380" actId="21"/>
          <ac:spMkLst>
            <pc:docMk/>
            <pc:sldMk cId="4282457053" sldId="2147468665"/>
            <ac:spMk id="92" creationId="{B56EC55B-08F8-E9DA-E59E-9DBBDD1B93D4}"/>
          </ac:spMkLst>
        </pc:spChg>
        <pc:spChg chg="del mod">
          <ac:chgData name="Takeuchi, Koichiro" userId="b3848a05-443b-4434-8fa5-7398ca0c03c9" providerId="ADAL" clId="{80B71E5D-E31E-4962-AC9B-BD35B338D1CC}" dt="2024-05-24T05:55:42.457" v="1380" actId="21"/>
          <ac:spMkLst>
            <pc:docMk/>
            <pc:sldMk cId="4282457053" sldId="2147468665"/>
            <ac:spMk id="93" creationId="{4A72B090-5766-AC6D-924B-5C91AD0C716E}"/>
          </ac:spMkLst>
        </pc:spChg>
        <pc:spChg chg="add mod">
          <ac:chgData name="Takeuchi, Koichiro" userId="b3848a05-443b-4434-8fa5-7398ca0c03c9" providerId="ADAL" clId="{80B71E5D-E31E-4962-AC9B-BD35B338D1CC}" dt="2024-05-24T08:07:09.154" v="6476" actId="14100"/>
          <ac:spMkLst>
            <pc:docMk/>
            <pc:sldMk cId="4282457053" sldId="2147468665"/>
            <ac:spMk id="97" creationId="{40848837-0E64-8A7B-05BA-F3ACE1641505}"/>
          </ac:spMkLst>
        </pc:spChg>
        <pc:grpChg chg="add mod">
          <ac:chgData name="Takeuchi, Koichiro" userId="b3848a05-443b-4434-8fa5-7398ca0c03c9" providerId="ADAL" clId="{80B71E5D-E31E-4962-AC9B-BD35B338D1CC}" dt="2024-05-24T05:55:36.358" v="1376" actId="164"/>
          <ac:grpSpMkLst>
            <pc:docMk/>
            <pc:sldMk cId="4282457053" sldId="2147468665"/>
            <ac:grpSpMk id="69" creationId="{A41B403B-975E-D208-0296-E9DDA643D588}"/>
          </ac:grpSpMkLst>
        </pc:grpChg>
        <pc:picChg chg="add mod">
          <ac:chgData name="Takeuchi, Koichiro" userId="b3848a05-443b-4434-8fa5-7398ca0c03c9" providerId="ADAL" clId="{80B71E5D-E31E-4962-AC9B-BD35B338D1CC}" dt="2024-05-24T05:56:01.479" v="1402" actId="1035"/>
          <ac:picMkLst>
            <pc:docMk/>
            <pc:sldMk cId="4282457053" sldId="2147468665"/>
            <ac:picMk id="72" creationId="{59F3A9F4-CC9A-0D1D-89F0-76EABBEF1C2C}"/>
          </ac:picMkLst>
        </pc:picChg>
        <pc:cxnChg chg="del mod">
          <ac:chgData name="Takeuchi, Koichiro" userId="b3848a05-443b-4434-8fa5-7398ca0c03c9" providerId="ADAL" clId="{80B71E5D-E31E-4962-AC9B-BD35B338D1CC}" dt="2024-05-24T05:55:42.457" v="1380" actId="21"/>
          <ac:cxnSpMkLst>
            <pc:docMk/>
            <pc:sldMk cId="4282457053" sldId="2147468665"/>
            <ac:cxnSpMk id="31" creationId="{257655EE-B43A-1D61-9594-DE0A37B91B6E}"/>
          </ac:cxnSpMkLst>
        </pc:cxnChg>
        <pc:cxnChg chg="del mod">
          <ac:chgData name="Takeuchi, Koichiro" userId="b3848a05-443b-4434-8fa5-7398ca0c03c9" providerId="ADAL" clId="{80B71E5D-E31E-4962-AC9B-BD35B338D1CC}" dt="2024-05-24T05:55:42.457" v="1380" actId="21"/>
          <ac:cxnSpMkLst>
            <pc:docMk/>
            <pc:sldMk cId="4282457053" sldId="2147468665"/>
            <ac:cxnSpMk id="32" creationId="{06F8881A-86BE-6EC1-3D2F-C4A4FB5304F8}"/>
          </ac:cxnSpMkLst>
        </pc:cxnChg>
        <pc:cxnChg chg="del mod">
          <ac:chgData name="Takeuchi, Koichiro" userId="b3848a05-443b-4434-8fa5-7398ca0c03c9" providerId="ADAL" clId="{80B71E5D-E31E-4962-AC9B-BD35B338D1CC}" dt="2024-05-24T05:55:42.457" v="1380" actId="21"/>
          <ac:cxnSpMkLst>
            <pc:docMk/>
            <pc:sldMk cId="4282457053" sldId="2147468665"/>
            <ac:cxnSpMk id="33" creationId="{4402E585-9667-EF7E-3D7C-BAE7CA79C8A8}"/>
          </ac:cxnSpMkLst>
        </pc:cxnChg>
        <pc:cxnChg chg="del mod">
          <ac:chgData name="Takeuchi, Koichiro" userId="b3848a05-443b-4434-8fa5-7398ca0c03c9" providerId="ADAL" clId="{80B71E5D-E31E-4962-AC9B-BD35B338D1CC}" dt="2024-05-24T05:55:42.457" v="1380" actId="21"/>
          <ac:cxnSpMkLst>
            <pc:docMk/>
            <pc:sldMk cId="4282457053" sldId="2147468665"/>
            <ac:cxnSpMk id="34" creationId="{1FCD563D-9ACB-9723-75B6-F95BE9D9B904}"/>
          </ac:cxnSpMkLst>
        </pc:cxnChg>
        <pc:cxnChg chg="del mod">
          <ac:chgData name="Takeuchi, Koichiro" userId="b3848a05-443b-4434-8fa5-7398ca0c03c9" providerId="ADAL" clId="{80B71E5D-E31E-4962-AC9B-BD35B338D1CC}" dt="2024-05-24T05:55:42.457" v="1380" actId="21"/>
          <ac:cxnSpMkLst>
            <pc:docMk/>
            <pc:sldMk cId="4282457053" sldId="2147468665"/>
            <ac:cxnSpMk id="35" creationId="{64587EC1-7EF6-EA4B-7D70-496CBE19F8DC}"/>
          </ac:cxnSpMkLst>
        </pc:cxnChg>
        <pc:cxnChg chg="del mod">
          <ac:chgData name="Takeuchi, Koichiro" userId="b3848a05-443b-4434-8fa5-7398ca0c03c9" providerId="ADAL" clId="{80B71E5D-E31E-4962-AC9B-BD35B338D1CC}" dt="2024-05-24T05:55:42.457" v="1380" actId="21"/>
          <ac:cxnSpMkLst>
            <pc:docMk/>
            <pc:sldMk cId="4282457053" sldId="2147468665"/>
            <ac:cxnSpMk id="36" creationId="{8E65CF46-DF54-4385-015E-F3DDC3642FAC}"/>
          </ac:cxnSpMkLst>
        </pc:cxnChg>
        <pc:cxnChg chg="del mod">
          <ac:chgData name="Takeuchi, Koichiro" userId="b3848a05-443b-4434-8fa5-7398ca0c03c9" providerId="ADAL" clId="{80B71E5D-E31E-4962-AC9B-BD35B338D1CC}" dt="2024-05-24T05:55:42.457" v="1380" actId="21"/>
          <ac:cxnSpMkLst>
            <pc:docMk/>
            <pc:sldMk cId="4282457053" sldId="2147468665"/>
            <ac:cxnSpMk id="37" creationId="{53E89C7B-81B9-C41B-C586-0C50BF66F5B2}"/>
          </ac:cxnSpMkLst>
        </pc:cxnChg>
        <pc:cxnChg chg="del mod">
          <ac:chgData name="Takeuchi, Koichiro" userId="b3848a05-443b-4434-8fa5-7398ca0c03c9" providerId="ADAL" clId="{80B71E5D-E31E-4962-AC9B-BD35B338D1CC}" dt="2024-05-24T05:55:42.457" v="1380" actId="21"/>
          <ac:cxnSpMkLst>
            <pc:docMk/>
            <pc:sldMk cId="4282457053" sldId="2147468665"/>
            <ac:cxnSpMk id="38" creationId="{21A6ED2C-0DFF-909E-611A-E7CF9E4B0057}"/>
          </ac:cxnSpMkLst>
        </pc:cxnChg>
        <pc:cxnChg chg="del mod">
          <ac:chgData name="Takeuchi, Koichiro" userId="b3848a05-443b-4434-8fa5-7398ca0c03c9" providerId="ADAL" clId="{80B71E5D-E31E-4962-AC9B-BD35B338D1CC}" dt="2024-05-24T05:55:42.457" v="1380" actId="21"/>
          <ac:cxnSpMkLst>
            <pc:docMk/>
            <pc:sldMk cId="4282457053" sldId="2147468665"/>
            <ac:cxnSpMk id="39" creationId="{87162EF3-4D03-7E75-1A5F-B2A2C91AE990}"/>
          </ac:cxnSpMkLst>
        </pc:cxnChg>
        <pc:cxnChg chg="del mod">
          <ac:chgData name="Takeuchi, Koichiro" userId="b3848a05-443b-4434-8fa5-7398ca0c03c9" providerId="ADAL" clId="{80B71E5D-E31E-4962-AC9B-BD35B338D1CC}" dt="2024-05-24T05:55:42.457" v="1380" actId="21"/>
          <ac:cxnSpMkLst>
            <pc:docMk/>
            <pc:sldMk cId="4282457053" sldId="2147468665"/>
            <ac:cxnSpMk id="40" creationId="{D66741A2-26C7-E64B-96AD-8515870E1E3B}"/>
          </ac:cxnSpMkLst>
        </pc:cxnChg>
        <pc:cxnChg chg="del mod">
          <ac:chgData name="Takeuchi, Koichiro" userId="b3848a05-443b-4434-8fa5-7398ca0c03c9" providerId="ADAL" clId="{80B71E5D-E31E-4962-AC9B-BD35B338D1CC}" dt="2024-05-24T05:55:42.457" v="1380" actId="21"/>
          <ac:cxnSpMkLst>
            <pc:docMk/>
            <pc:sldMk cId="4282457053" sldId="2147468665"/>
            <ac:cxnSpMk id="41" creationId="{12847905-704D-D17C-71CC-AFCDBD8865B2}"/>
          </ac:cxnSpMkLst>
        </pc:cxnChg>
        <pc:cxnChg chg="del mod">
          <ac:chgData name="Takeuchi, Koichiro" userId="b3848a05-443b-4434-8fa5-7398ca0c03c9" providerId="ADAL" clId="{80B71E5D-E31E-4962-AC9B-BD35B338D1CC}" dt="2024-05-24T05:55:42.457" v="1380" actId="21"/>
          <ac:cxnSpMkLst>
            <pc:docMk/>
            <pc:sldMk cId="4282457053" sldId="2147468665"/>
            <ac:cxnSpMk id="70" creationId="{3E290D9A-B2B9-5954-2730-0A01374259B1}"/>
          </ac:cxnSpMkLst>
        </pc:cxnChg>
        <pc:cxnChg chg="del mod">
          <ac:chgData name="Takeuchi, Koichiro" userId="b3848a05-443b-4434-8fa5-7398ca0c03c9" providerId="ADAL" clId="{80B71E5D-E31E-4962-AC9B-BD35B338D1CC}" dt="2024-05-24T05:55:42.457" v="1380" actId="21"/>
          <ac:cxnSpMkLst>
            <pc:docMk/>
            <pc:sldMk cId="4282457053" sldId="2147468665"/>
            <ac:cxnSpMk id="71" creationId="{1C3E4E0D-425E-A3FB-ED9C-107C95B51B7F}"/>
          </ac:cxnSpMkLst>
        </pc:cxnChg>
        <pc:cxnChg chg="del mod">
          <ac:chgData name="Takeuchi, Koichiro" userId="b3848a05-443b-4434-8fa5-7398ca0c03c9" providerId="ADAL" clId="{80B71E5D-E31E-4962-AC9B-BD35B338D1CC}" dt="2024-05-24T05:55:42.457" v="1380" actId="21"/>
          <ac:cxnSpMkLst>
            <pc:docMk/>
            <pc:sldMk cId="4282457053" sldId="2147468665"/>
            <ac:cxnSpMk id="73" creationId="{F05809C1-038C-6B21-CD2F-92015CD66C45}"/>
          </ac:cxnSpMkLst>
        </pc:cxnChg>
        <pc:cxnChg chg="del mod">
          <ac:chgData name="Takeuchi, Koichiro" userId="b3848a05-443b-4434-8fa5-7398ca0c03c9" providerId="ADAL" clId="{80B71E5D-E31E-4962-AC9B-BD35B338D1CC}" dt="2024-05-24T05:55:42.457" v="1380" actId="21"/>
          <ac:cxnSpMkLst>
            <pc:docMk/>
            <pc:sldMk cId="4282457053" sldId="2147468665"/>
            <ac:cxnSpMk id="74" creationId="{90D82DB4-82E8-CCA4-3BD3-382461A234E0}"/>
          </ac:cxnSpMkLst>
        </pc:cxnChg>
        <pc:cxnChg chg="del mod">
          <ac:chgData name="Takeuchi, Koichiro" userId="b3848a05-443b-4434-8fa5-7398ca0c03c9" providerId="ADAL" clId="{80B71E5D-E31E-4962-AC9B-BD35B338D1CC}" dt="2024-05-24T05:55:42.457" v="1380" actId="21"/>
          <ac:cxnSpMkLst>
            <pc:docMk/>
            <pc:sldMk cId="4282457053" sldId="2147468665"/>
            <ac:cxnSpMk id="75" creationId="{D9499B1A-C77B-B3AF-66CA-FB2C2813C1EB}"/>
          </ac:cxnSpMkLst>
        </pc:cxnChg>
        <pc:cxnChg chg="del mod">
          <ac:chgData name="Takeuchi, Koichiro" userId="b3848a05-443b-4434-8fa5-7398ca0c03c9" providerId="ADAL" clId="{80B71E5D-E31E-4962-AC9B-BD35B338D1CC}" dt="2024-05-24T05:55:42.457" v="1380" actId="21"/>
          <ac:cxnSpMkLst>
            <pc:docMk/>
            <pc:sldMk cId="4282457053" sldId="2147468665"/>
            <ac:cxnSpMk id="94" creationId="{0392AF57-C7D3-6745-D946-226EB3945D6F}"/>
          </ac:cxnSpMkLst>
        </pc:cxnChg>
        <pc:cxnChg chg="del mod">
          <ac:chgData name="Takeuchi, Koichiro" userId="b3848a05-443b-4434-8fa5-7398ca0c03c9" providerId="ADAL" clId="{80B71E5D-E31E-4962-AC9B-BD35B338D1CC}" dt="2024-05-24T05:55:42.457" v="1380" actId="21"/>
          <ac:cxnSpMkLst>
            <pc:docMk/>
            <pc:sldMk cId="4282457053" sldId="2147468665"/>
            <ac:cxnSpMk id="95" creationId="{098648F9-672E-CAA3-7C4F-E8F87E263EDA}"/>
          </ac:cxnSpMkLst>
        </pc:cxnChg>
        <pc:cxnChg chg="del mod">
          <ac:chgData name="Takeuchi, Koichiro" userId="b3848a05-443b-4434-8fa5-7398ca0c03c9" providerId="ADAL" clId="{80B71E5D-E31E-4962-AC9B-BD35B338D1CC}" dt="2024-05-24T05:55:42.457" v="1380" actId="21"/>
          <ac:cxnSpMkLst>
            <pc:docMk/>
            <pc:sldMk cId="4282457053" sldId="2147468665"/>
            <ac:cxnSpMk id="96" creationId="{04E15C7F-B7A7-2FCA-0198-ABA7EBC644EF}"/>
          </ac:cxnSpMkLst>
        </pc:cxnChg>
      </pc:sldChg>
      <pc:sldChg chg="addSp delSp modSp add mod">
        <pc:chgData name="Takeuchi, Koichiro" userId="b3848a05-443b-4434-8fa5-7398ca0c03c9" providerId="ADAL" clId="{80B71E5D-E31E-4962-AC9B-BD35B338D1CC}" dt="2024-05-24T08:09:50.812" v="6689" actId="20577"/>
        <pc:sldMkLst>
          <pc:docMk/>
          <pc:sldMk cId="2527263272" sldId="2147468666"/>
        </pc:sldMkLst>
        <pc:spChg chg="mod">
          <ac:chgData name="Takeuchi, Koichiro" userId="b3848a05-443b-4434-8fa5-7398ca0c03c9" providerId="ADAL" clId="{80B71E5D-E31E-4962-AC9B-BD35B338D1CC}" dt="2024-05-24T06:02:17.871" v="1875" actId="20577"/>
          <ac:spMkLst>
            <pc:docMk/>
            <pc:sldMk cId="2527263272" sldId="2147468666"/>
            <ac:spMk id="2" creationId="{236E8044-5707-32C9-BB39-B5830ACA9388}"/>
          </ac:spMkLst>
        </pc:spChg>
        <pc:spChg chg="del mod">
          <ac:chgData name="Takeuchi, Koichiro" userId="b3848a05-443b-4434-8fa5-7398ca0c03c9" providerId="ADAL" clId="{80B71E5D-E31E-4962-AC9B-BD35B338D1CC}" dt="2024-05-24T06:01:52.439" v="1831" actId="478"/>
          <ac:spMkLst>
            <pc:docMk/>
            <pc:sldMk cId="2527263272" sldId="2147468666"/>
            <ac:spMk id="3" creationId="{6F87811F-22A0-40CB-5137-F9234735B4E4}"/>
          </ac:spMkLst>
        </pc:spChg>
        <pc:spChg chg="mod">
          <ac:chgData name="Takeuchi, Koichiro" userId="b3848a05-443b-4434-8fa5-7398ca0c03c9" providerId="ADAL" clId="{80B71E5D-E31E-4962-AC9B-BD35B338D1CC}" dt="2024-05-24T06:01:57.680" v="1833" actId="20577"/>
          <ac:spMkLst>
            <pc:docMk/>
            <pc:sldMk cId="2527263272" sldId="2147468666"/>
            <ac:spMk id="4" creationId="{4E91C10C-2DEB-B4D7-60F2-3238F2D38E1C}"/>
          </ac:spMkLst>
        </pc:spChg>
        <pc:spChg chg="add del mod">
          <ac:chgData name="Takeuchi, Koichiro" userId="b3848a05-443b-4434-8fa5-7398ca0c03c9" providerId="ADAL" clId="{80B71E5D-E31E-4962-AC9B-BD35B338D1CC}" dt="2024-05-24T06:01:53.866" v="1832" actId="478"/>
          <ac:spMkLst>
            <pc:docMk/>
            <pc:sldMk cId="2527263272" sldId="2147468666"/>
            <ac:spMk id="8" creationId="{50DA2CB8-1010-6AC4-0ABC-9D30F0E68F66}"/>
          </ac:spMkLst>
        </pc:spChg>
        <pc:spChg chg="mod topLvl">
          <ac:chgData name="Takeuchi, Koichiro" userId="b3848a05-443b-4434-8fa5-7398ca0c03c9" providerId="ADAL" clId="{80B71E5D-E31E-4962-AC9B-BD35B338D1CC}" dt="2024-05-24T06:17:29.852" v="2200" actId="165"/>
          <ac:spMkLst>
            <pc:docMk/>
            <pc:sldMk cId="2527263272" sldId="2147468666"/>
            <ac:spMk id="10" creationId="{323D3BDA-BF28-901F-742C-FBF549B8704E}"/>
          </ac:spMkLst>
        </pc:spChg>
        <pc:spChg chg="mod topLvl">
          <ac:chgData name="Takeuchi, Koichiro" userId="b3848a05-443b-4434-8fa5-7398ca0c03c9" providerId="ADAL" clId="{80B71E5D-E31E-4962-AC9B-BD35B338D1CC}" dt="2024-05-24T06:17:29.852" v="2200" actId="165"/>
          <ac:spMkLst>
            <pc:docMk/>
            <pc:sldMk cId="2527263272" sldId="2147468666"/>
            <ac:spMk id="13" creationId="{910ED96D-178E-A34E-6B60-9E38CC426EB7}"/>
          </ac:spMkLst>
        </pc:spChg>
        <pc:spChg chg="mod topLvl">
          <ac:chgData name="Takeuchi, Koichiro" userId="b3848a05-443b-4434-8fa5-7398ca0c03c9" providerId="ADAL" clId="{80B71E5D-E31E-4962-AC9B-BD35B338D1CC}" dt="2024-05-24T06:17:29.852" v="2200" actId="165"/>
          <ac:spMkLst>
            <pc:docMk/>
            <pc:sldMk cId="2527263272" sldId="2147468666"/>
            <ac:spMk id="14" creationId="{E8CD5F10-53A7-7761-AF31-804F3479D52F}"/>
          </ac:spMkLst>
        </pc:spChg>
        <pc:spChg chg="mod topLvl">
          <ac:chgData name="Takeuchi, Koichiro" userId="b3848a05-443b-4434-8fa5-7398ca0c03c9" providerId="ADAL" clId="{80B71E5D-E31E-4962-AC9B-BD35B338D1CC}" dt="2024-05-24T06:17:29.852" v="2200" actId="165"/>
          <ac:spMkLst>
            <pc:docMk/>
            <pc:sldMk cId="2527263272" sldId="2147468666"/>
            <ac:spMk id="16" creationId="{0502AA91-953F-C140-F6D0-6BB99F16DD0E}"/>
          </ac:spMkLst>
        </pc:spChg>
        <pc:spChg chg="mod topLvl">
          <ac:chgData name="Takeuchi, Koichiro" userId="b3848a05-443b-4434-8fa5-7398ca0c03c9" providerId="ADAL" clId="{80B71E5D-E31E-4962-AC9B-BD35B338D1CC}" dt="2024-05-24T06:17:44.652" v="2202" actId="14100"/>
          <ac:spMkLst>
            <pc:docMk/>
            <pc:sldMk cId="2527263272" sldId="2147468666"/>
            <ac:spMk id="17" creationId="{8EF0D11B-0890-9058-62CE-A8812F454538}"/>
          </ac:spMkLst>
        </pc:spChg>
        <pc:spChg chg="mod topLvl">
          <ac:chgData name="Takeuchi, Koichiro" userId="b3848a05-443b-4434-8fa5-7398ca0c03c9" providerId="ADAL" clId="{80B71E5D-E31E-4962-AC9B-BD35B338D1CC}" dt="2024-05-24T06:17:29.852" v="2200" actId="165"/>
          <ac:spMkLst>
            <pc:docMk/>
            <pc:sldMk cId="2527263272" sldId="2147468666"/>
            <ac:spMk id="18" creationId="{363249E5-2C78-6531-DAD6-1A03C32B859A}"/>
          </ac:spMkLst>
        </pc:spChg>
        <pc:spChg chg="mod topLvl">
          <ac:chgData name="Takeuchi, Koichiro" userId="b3848a05-443b-4434-8fa5-7398ca0c03c9" providerId="ADAL" clId="{80B71E5D-E31E-4962-AC9B-BD35B338D1CC}" dt="2024-05-24T06:17:29.852" v="2200" actId="165"/>
          <ac:spMkLst>
            <pc:docMk/>
            <pc:sldMk cId="2527263272" sldId="2147468666"/>
            <ac:spMk id="19" creationId="{FA71985F-EB5B-D99E-382F-2EB06D0EAB65}"/>
          </ac:spMkLst>
        </pc:spChg>
        <pc:spChg chg="mod topLvl">
          <ac:chgData name="Takeuchi, Koichiro" userId="b3848a05-443b-4434-8fa5-7398ca0c03c9" providerId="ADAL" clId="{80B71E5D-E31E-4962-AC9B-BD35B338D1CC}" dt="2024-05-24T06:17:44.652" v="2202" actId="14100"/>
          <ac:spMkLst>
            <pc:docMk/>
            <pc:sldMk cId="2527263272" sldId="2147468666"/>
            <ac:spMk id="20" creationId="{380603E1-61E7-EF41-AF1E-4DD835F53129}"/>
          </ac:spMkLst>
        </pc:spChg>
        <pc:spChg chg="mod topLvl">
          <ac:chgData name="Takeuchi, Koichiro" userId="b3848a05-443b-4434-8fa5-7398ca0c03c9" providerId="ADAL" clId="{80B71E5D-E31E-4962-AC9B-BD35B338D1CC}" dt="2024-05-24T06:17:29.852" v="2200" actId="165"/>
          <ac:spMkLst>
            <pc:docMk/>
            <pc:sldMk cId="2527263272" sldId="2147468666"/>
            <ac:spMk id="21" creationId="{139C03A6-1061-F6C0-B147-60842D2F8867}"/>
          </ac:spMkLst>
        </pc:spChg>
        <pc:spChg chg="mod topLvl">
          <ac:chgData name="Takeuchi, Koichiro" userId="b3848a05-443b-4434-8fa5-7398ca0c03c9" providerId="ADAL" clId="{80B71E5D-E31E-4962-AC9B-BD35B338D1CC}" dt="2024-05-24T06:17:29.852" v="2200" actId="165"/>
          <ac:spMkLst>
            <pc:docMk/>
            <pc:sldMk cId="2527263272" sldId="2147468666"/>
            <ac:spMk id="22" creationId="{48A2CADB-6BBF-0385-A4A1-BF9ECECC2C18}"/>
          </ac:spMkLst>
        </pc:spChg>
        <pc:spChg chg="mod topLvl">
          <ac:chgData name="Takeuchi, Koichiro" userId="b3848a05-443b-4434-8fa5-7398ca0c03c9" providerId="ADAL" clId="{80B71E5D-E31E-4962-AC9B-BD35B338D1CC}" dt="2024-05-24T06:17:44.652" v="2202" actId="14100"/>
          <ac:spMkLst>
            <pc:docMk/>
            <pc:sldMk cId="2527263272" sldId="2147468666"/>
            <ac:spMk id="23" creationId="{3C1ACD38-BE81-7D01-E630-7A3B3147D7EE}"/>
          </ac:spMkLst>
        </pc:spChg>
        <pc:spChg chg="mod topLvl">
          <ac:chgData name="Takeuchi, Koichiro" userId="b3848a05-443b-4434-8fa5-7398ca0c03c9" providerId="ADAL" clId="{80B71E5D-E31E-4962-AC9B-BD35B338D1CC}" dt="2024-05-24T06:17:29.852" v="2200" actId="165"/>
          <ac:spMkLst>
            <pc:docMk/>
            <pc:sldMk cId="2527263272" sldId="2147468666"/>
            <ac:spMk id="25" creationId="{38B897C0-285E-30F4-D00F-E23BF496C239}"/>
          </ac:spMkLst>
        </pc:spChg>
        <pc:spChg chg="mod topLvl">
          <ac:chgData name="Takeuchi, Koichiro" userId="b3848a05-443b-4434-8fa5-7398ca0c03c9" providerId="ADAL" clId="{80B71E5D-E31E-4962-AC9B-BD35B338D1CC}" dt="2024-05-24T06:17:29.852" v="2200" actId="165"/>
          <ac:spMkLst>
            <pc:docMk/>
            <pc:sldMk cId="2527263272" sldId="2147468666"/>
            <ac:spMk id="26" creationId="{16F44BC7-EC18-C359-F1A2-39EC883BEF5F}"/>
          </ac:spMkLst>
        </pc:spChg>
        <pc:spChg chg="mod topLvl">
          <ac:chgData name="Takeuchi, Koichiro" userId="b3848a05-443b-4434-8fa5-7398ca0c03c9" providerId="ADAL" clId="{80B71E5D-E31E-4962-AC9B-BD35B338D1CC}" dt="2024-05-24T06:17:44.652" v="2202" actId="14100"/>
          <ac:spMkLst>
            <pc:docMk/>
            <pc:sldMk cId="2527263272" sldId="2147468666"/>
            <ac:spMk id="27" creationId="{B2210B99-C7BE-F9E8-100B-E11B7F137C4A}"/>
          </ac:spMkLst>
        </pc:spChg>
        <pc:spChg chg="mod topLvl">
          <ac:chgData name="Takeuchi, Koichiro" userId="b3848a05-443b-4434-8fa5-7398ca0c03c9" providerId="ADAL" clId="{80B71E5D-E31E-4962-AC9B-BD35B338D1CC}" dt="2024-05-24T06:17:29.852" v="2200" actId="165"/>
          <ac:spMkLst>
            <pc:docMk/>
            <pc:sldMk cId="2527263272" sldId="2147468666"/>
            <ac:spMk id="28" creationId="{EC614AC3-DC47-054C-460B-621BC6EAAA36}"/>
          </ac:spMkLst>
        </pc:spChg>
        <pc:spChg chg="mod topLvl">
          <ac:chgData name="Takeuchi, Koichiro" userId="b3848a05-443b-4434-8fa5-7398ca0c03c9" providerId="ADAL" clId="{80B71E5D-E31E-4962-AC9B-BD35B338D1CC}" dt="2024-05-24T06:17:29.852" v="2200" actId="165"/>
          <ac:spMkLst>
            <pc:docMk/>
            <pc:sldMk cId="2527263272" sldId="2147468666"/>
            <ac:spMk id="30" creationId="{F09AFCB1-EC62-7B16-1F49-CEB9F00D2B01}"/>
          </ac:spMkLst>
        </pc:spChg>
        <pc:spChg chg="mod topLvl">
          <ac:chgData name="Takeuchi, Koichiro" userId="b3848a05-443b-4434-8fa5-7398ca0c03c9" providerId="ADAL" clId="{80B71E5D-E31E-4962-AC9B-BD35B338D1CC}" dt="2024-05-24T06:17:29.852" v="2200" actId="165"/>
          <ac:spMkLst>
            <pc:docMk/>
            <pc:sldMk cId="2527263272" sldId="2147468666"/>
            <ac:spMk id="31" creationId="{028C2C5D-1165-DCF4-6517-E116DD503DF0}"/>
          </ac:spMkLst>
        </pc:spChg>
        <pc:spChg chg="mod topLvl">
          <ac:chgData name="Takeuchi, Koichiro" userId="b3848a05-443b-4434-8fa5-7398ca0c03c9" providerId="ADAL" clId="{80B71E5D-E31E-4962-AC9B-BD35B338D1CC}" dt="2024-05-24T06:17:44.652" v="2202" actId="14100"/>
          <ac:spMkLst>
            <pc:docMk/>
            <pc:sldMk cId="2527263272" sldId="2147468666"/>
            <ac:spMk id="32" creationId="{254EDC6B-DCFB-5BEF-0F23-EB5C5993E33C}"/>
          </ac:spMkLst>
        </pc:spChg>
        <pc:spChg chg="mod topLvl">
          <ac:chgData name="Takeuchi, Koichiro" userId="b3848a05-443b-4434-8fa5-7398ca0c03c9" providerId="ADAL" clId="{80B71E5D-E31E-4962-AC9B-BD35B338D1CC}" dt="2024-05-24T06:17:29.852" v="2200" actId="165"/>
          <ac:spMkLst>
            <pc:docMk/>
            <pc:sldMk cId="2527263272" sldId="2147468666"/>
            <ac:spMk id="33" creationId="{C66FA1CB-27BD-2CF7-5FF3-51E5FCE9D52C}"/>
          </ac:spMkLst>
        </pc:spChg>
        <pc:spChg chg="mod topLvl">
          <ac:chgData name="Takeuchi, Koichiro" userId="b3848a05-443b-4434-8fa5-7398ca0c03c9" providerId="ADAL" clId="{80B71E5D-E31E-4962-AC9B-BD35B338D1CC}" dt="2024-05-24T06:17:29.852" v="2200" actId="165"/>
          <ac:spMkLst>
            <pc:docMk/>
            <pc:sldMk cId="2527263272" sldId="2147468666"/>
            <ac:spMk id="34" creationId="{1B050EFD-01B6-28DF-4409-5BEAB05C95DE}"/>
          </ac:spMkLst>
        </pc:spChg>
        <pc:spChg chg="mod topLvl">
          <ac:chgData name="Takeuchi, Koichiro" userId="b3848a05-443b-4434-8fa5-7398ca0c03c9" providerId="ADAL" clId="{80B71E5D-E31E-4962-AC9B-BD35B338D1CC}" dt="2024-05-24T06:17:44.652" v="2202" actId="14100"/>
          <ac:spMkLst>
            <pc:docMk/>
            <pc:sldMk cId="2527263272" sldId="2147468666"/>
            <ac:spMk id="35" creationId="{0F7DBB46-EA9C-B08A-F026-25EA62D1B77F}"/>
          </ac:spMkLst>
        </pc:spChg>
        <pc:spChg chg="mod topLvl">
          <ac:chgData name="Takeuchi, Koichiro" userId="b3848a05-443b-4434-8fa5-7398ca0c03c9" providerId="ADAL" clId="{80B71E5D-E31E-4962-AC9B-BD35B338D1CC}" dt="2024-05-24T06:17:29.852" v="2200" actId="165"/>
          <ac:spMkLst>
            <pc:docMk/>
            <pc:sldMk cId="2527263272" sldId="2147468666"/>
            <ac:spMk id="37" creationId="{2586F8B0-204E-EC53-F8DA-1F984BABB5EB}"/>
          </ac:spMkLst>
        </pc:spChg>
        <pc:spChg chg="mod topLvl">
          <ac:chgData name="Takeuchi, Koichiro" userId="b3848a05-443b-4434-8fa5-7398ca0c03c9" providerId="ADAL" clId="{80B71E5D-E31E-4962-AC9B-BD35B338D1CC}" dt="2024-05-24T06:17:29.852" v="2200" actId="165"/>
          <ac:spMkLst>
            <pc:docMk/>
            <pc:sldMk cId="2527263272" sldId="2147468666"/>
            <ac:spMk id="38" creationId="{3AA96BFD-2B01-B293-9E61-7BE96BA899E9}"/>
          </ac:spMkLst>
        </pc:spChg>
        <pc:spChg chg="mod topLvl">
          <ac:chgData name="Takeuchi, Koichiro" userId="b3848a05-443b-4434-8fa5-7398ca0c03c9" providerId="ADAL" clId="{80B71E5D-E31E-4962-AC9B-BD35B338D1CC}" dt="2024-05-24T06:17:44.652" v="2202" actId="14100"/>
          <ac:spMkLst>
            <pc:docMk/>
            <pc:sldMk cId="2527263272" sldId="2147468666"/>
            <ac:spMk id="39" creationId="{E9C70FC2-5122-E780-5CAC-8798F704128C}"/>
          </ac:spMkLst>
        </pc:spChg>
        <pc:spChg chg="mod topLvl">
          <ac:chgData name="Takeuchi, Koichiro" userId="b3848a05-443b-4434-8fa5-7398ca0c03c9" providerId="ADAL" clId="{80B71E5D-E31E-4962-AC9B-BD35B338D1CC}" dt="2024-05-24T06:17:29.852" v="2200" actId="165"/>
          <ac:spMkLst>
            <pc:docMk/>
            <pc:sldMk cId="2527263272" sldId="2147468666"/>
            <ac:spMk id="40" creationId="{FDC0D1B2-1D9F-0649-61FF-CC5B8F7BFBD8}"/>
          </ac:spMkLst>
        </pc:spChg>
        <pc:spChg chg="mod topLvl">
          <ac:chgData name="Takeuchi, Koichiro" userId="b3848a05-443b-4434-8fa5-7398ca0c03c9" providerId="ADAL" clId="{80B71E5D-E31E-4962-AC9B-BD35B338D1CC}" dt="2024-05-24T06:17:29.852" v="2200" actId="165"/>
          <ac:spMkLst>
            <pc:docMk/>
            <pc:sldMk cId="2527263272" sldId="2147468666"/>
            <ac:spMk id="41" creationId="{5BA47FC5-B071-389B-A376-57FEC6238053}"/>
          </ac:spMkLst>
        </pc:spChg>
        <pc:spChg chg="mod topLvl">
          <ac:chgData name="Takeuchi, Koichiro" userId="b3848a05-443b-4434-8fa5-7398ca0c03c9" providerId="ADAL" clId="{80B71E5D-E31E-4962-AC9B-BD35B338D1CC}" dt="2024-05-24T06:17:44.652" v="2202" actId="14100"/>
          <ac:spMkLst>
            <pc:docMk/>
            <pc:sldMk cId="2527263272" sldId="2147468666"/>
            <ac:spMk id="42" creationId="{48C0BF13-F577-26BC-6C71-85BA57170571}"/>
          </ac:spMkLst>
        </pc:spChg>
        <pc:spChg chg="mod topLvl">
          <ac:chgData name="Takeuchi, Koichiro" userId="b3848a05-443b-4434-8fa5-7398ca0c03c9" providerId="ADAL" clId="{80B71E5D-E31E-4962-AC9B-BD35B338D1CC}" dt="2024-05-24T06:17:29.852" v="2200" actId="165"/>
          <ac:spMkLst>
            <pc:docMk/>
            <pc:sldMk cId="2527263272" sldId="2147468666"/>
            <ac:spMk id="44" creationId="{CBB9DC7A-0F54-2579-6D0C-D2BB0C83F7E0}"/>
          </ac:spMkLst>
        </pc:spChg>
        <pc:spChg chg="add mod">
          <ac:chgData name="Takeuchi, Koichiro" userId="b3848a05-443b-4434-8fa5-7398ca0c03c9" providerId="ADAL" clId="{80B71E5D-E31E-4962-AC9B-BD35B338D1CC}" dt="2024-05-24T06:17:55.936" v="2207" actId="14100"/>
          <ac:spMkLst>
            <pc:docMk/>
            <pc:sldMk cId="2527263272" sldId="2147468666"/>
            <ac:spMk id="46" creationId="{D3103A18-206A-4289-84A8-13CDEF6C4FE7}"/>
          </ac:spMkLst>
        </pc:spChg>
        <pc:spChg chg="add mod">
          <ac:chgData name="Takeuchi, Koichiro" userId="b3848a05-443b-4434-8fa5-7398ca0c03c9" providerId="ADAL" clId="{80B71E5D-E31E-4962-AC9B-BD35B338D1CC}" dt="2024-05-24T08:09:50.812" v="6689" actId="20577"/>
          <ac:spMkLst>
            <pc:docMk/>
            <pc:sldMk cId="2527263272" sldId="2147468666"/>
            <ac:spMk id="52" creationId="{8F380167-8699-09CD-1238-FA1D13B1CDF1}"/>
          </ac:spMkLst>
        </pc:spChg>
        <pc:spChg chg="del">
          <ac:chgData name="Takeuchi, Koichiro" userId="b3848a05-443b-4434-8fa5-7398ca0c03c9" providerId="ADAL" clId="{80B71E5D-E31E-4962-AC9B-BD35B338D1CC}" dt="2024-05-24T06:04:37.621" v="1920" actId="478"/>
          <ac:spMkLst>
            <pc:docMk/>
            <pc:sldMk cId="2527263272" sldId="2147468666"/>
            <ac:spMk id="97" creationId="{40848837-0E64-8A7B-05BA-F3ACE1641505}"/>
          </ac:spMkLst>
        </pc:spChg>
        <pc:grpChg chg="add del mod">
          <ac:chgData name="Takeuchi, Koichiro" userId="b3848a05-443b-4434-8fa5-7398ca0c03c9" providerId="ADAL" clId="{80B71E5D-E31E-4962-AC9B-BD35B338D1CC}" dt="2024-05-24T06:02:59.115" v="1880" actId="165"/>
          <ac:grpSpMkLst>
            <pc:docMk/>
            <pc:sldMk cId="2527263272" sldId="2147468666"/>
            <ac:grpSpMk id="9" creationId="{F47C0EE4-1E64-2930-1C59-FD99D1DCCBE6}"/>
          </ac:grpSpMkLst>
        </pc:grpChg>
        <pc:grpChg chg="add del mod">
          <ac:chgData name="Takeuchi, Koichiro" userId="b3848a05-443b-4434-8fa5-7398ca0c03c9" providerId="ADAL" clId="{80B71E5D-E31E-4962-AC9B-BD35B338D1CC}" dt="2024-05-24T06:17:29.852" v="2200" actId="165"/>
          <ac:grpSpMkLst>
            <pc:docMk/>
            <pc:sldMk cId="2527263272" sldId="2147468666"/>
            <ac:grpSpMk id="45" creationId="{123FD2B4-5E5F-1091-F770-2F36DD33986C}"/>
          </ac:grpSpMkLst>
        </pc:grpChg>
        <pc:picChg chg="del">
          <ac:chgData name="Takeuchi, Koichiro" userId="b3848a05-443b-4434-8fa5-7398ca0c03c9" providerId="ADAL" clId="{80B71E5D-E31E-4962-AC9B-BD35B338D1CC}" dt="2024-05-24T06:02:36.429" v="1876" actId="478"/>
          <ac:picMkLst>
            <pc:docMk/>
            <pc:sldMk cId="2527263272" sldId="2147468666"/>
            <ac:picMk id="72" creationId="{59F3A9F4-CC9A-0D1D-89F0-76EABBEF1C2C}"/>
          </ac:picMkLst>
        </pc:picChg>
        <pc:cxnChg chg="mod topLvl">
          <ac:chgData name="Takeuchi, Koichiro" userId="b3848a05-443b-4434-8fa5-7398ca0c03c9" providerId="ADAL" clId="{80B71E5D-E31E-4962-AC9B-BD35B338D1CC}" dt="2024-05-24T06:17:29.852" v="2200" actId="165"/>
          <ac:cxnSpMkLst>
            <pc:docMk/>
            <pc:sldMk cId="2527263272" sldId="2147468666"/>
            <ac:cxnSpMk id="11" creationId="{4F4BB0BF-72E3-45F7-E6E6-783B962AEEFF}"/>
          </ac:cxnSpMkLst>
        </pc:cxnChg>
        <pc:cxnChg chg="mod topLvl">
          <ac:chgData name="Takeuchi, Koichiro" userId="b3848a05-443b-4434-8fa5-7398ca0c03c9" providerId="ADAL" clId="{80B71E5D-E31E-4962-AC9B-BD35B338D1CC}" dt="2024-05-24T06:17:29.852" v="2200" actId="165"/>
          <ac:cxnSpMkLst>
            <pc:docMk/>
            <pc:sldMk cId="2527263272" sldId="2147468666"/>
            <ac:cxnSpMk id="12" creationId="{C07D9A7F-23E5-1DA7-122D-19FD35E4B030}"/>
          </ac:cxnSpMkLst>
        </pc:cxnChg>
        <pc:cxnChg chg="mod topLvl">
          <ac:chgData name="Takeuchi, Koichiro" userId="b3848a05-443b-4434-8fa5-7398ca0c03c9" providerId="ADAL" clId="{80B71E5D-E31E-4962-AC9B-BD35B338D1CC}" dt="2024-05-24T06:17:29.852" v="2200" actId="165"/>
          <ac:cxnSpMkLst>
            <pc:docMk/>
            <pc:sldMk cId="2527263272" sldId="2147468666"/>
            <ac:cxnSpMk id="15" creationId="{872163CA-D49B-FD15-BA8A-238923FE09C3}"/>
          </ac:cxnSpMkLst>
        </pc:cxnChg>
        <pc:cxnChg chg="mod topLvl">
          <ac:chgData name="Takeuchi, Koichiro" userId="b3848a05-443b-4434-8fa5-7398ca0c03c9" providerId="ADAL" clId="{80B71E5D-E31E-4962-AC9B-BD35B338D1CC}" dt="2024-05-24T06:17:29.852" v="2200" actId="165"/>
          <ac:cxnSpMkLst>
            <pc:docMk/>
            <pc:sldMk cId="2527263272" sldId="2147468666"/>
            <ac:cxnSpMk id="24" creationId="{87A58494-82EF-A619-2BFB-1CE9F315302B}"/>
          </ac:cxnSpMkLst>
        </pc:cxnChg>
        <pc:cxnChg chg="mod topLvl">
          <ac:chgData name="Takeuchi, Koichiro" userId="b3848a05-443b-4434-8fa5-7398ca0c03c9" providerId="ADAL" clId="{80B71E5D-E31E-4962-AC9B-BD35B338D1CC}" dt="2024-05-24T06:17:29.852" v="2200" actId="165"/>
          <ac:cxnSpMkLst>
            <pc:docMk/>
            <pc:sldMk cId="2527263272" sldId="2147468666"/>
            <ac:cxnSpMk id="29" creationId="{F3CEE4BF-EE4D-21FF-CC46-5978847A355D}"/>
          </ac:cxnSpMkLst>
        </pc:cxnChg>
        <pc:cxnChg chg="mod topLvl">
          <ac:chgData name="Takeuchi, Koichiro" userId="b3848a05-443b-4434-8fa5-7398ca0c03c9" providerId="ADAL" clId="{80B71E5D-E31E-4962-AC9B-BD35B338D1CC}" dt="2024-05-24T06:17:29.852" v="2200" actId="165"/>
          <ac:cxnSpMkLst>
            <pc:docMk/>
            <pc:sldMk cId="2527263272" sldId="2147468666"/>
            <ac:cxnSpMk id="36" creationId="{4F0D06E7-015F-ED49-3DE0-BDAAC700187E}"/>
          </ac:cxnSpMkLst>
        </pc:cxnChg>
        <pc:cxnChg chg="mod topLvl">
          <ac:chgData name="Takeuchi, Koichiro" userId="b3848a05-443b-4434-8fa5-7398ca0c03c9" providerId="ADAL" clId="{80B71E5D-E31E-4962-AC9B-BD35B338D1CC}" dt="2024-05-24T06:17:29.852" v="2200" actId="165"/>
          <ac:cxnSpMkLst>
            <pc:docMk/>
            <pc:sldMk cId="2527263272" sldId="2147468666"/>
            <ac:cxnSpMk id="43" creationId="{8EC83E14-3DF9-798B-6EED-FA4C182D474E}"/>
          </ac:cxnSpMkLst>
        </pc:cxnChg>
        <pc:cxnChg chg="add mod">
          <ac:chgData name="Takeuchi, Koichiro" userId="b3848a05-443b-4434-8fa5-7398ca0c03c9" providerId="ADAL" clId="{80B71E5D-E31E-4962-AC9B-BD35B338D1CC}" dt="2024-05-24T06:17:55.936" v="2207" actId="14100"/>
          <ac:cxnSpMkLst>
            <pc:docMk/>
            <pc:sldMk cId="2527263272" sldId="2147468666"/>
            <ac:cxnSpMk id="48" creationId="{BBD3DAB4-EA8A-FD82-1F0D-BCC69E09B198}"/>
          </ac:cxnSpMkLst>
        </pc:cxnChg>
      </pc:sldChg>
      <pc:sldChg chg="addSp delSp modSp add mod">
        <pc:chgData name="Takeuchi, Koichiro" userId="b3848a05-443b-4434-8fa5-7398ca0c03c9" providerId="ADAL" clId="{80B71E5D-E31E-4962-AC9B-BD35B338D1CC}" dt="2024-05-24T07:27:04.936" v="5517" actId="20577"/>
        <pc:sldMkLst>
          <pc:docMk/>
          <pc:sldMk cId="30035279" sldId="2147468667"/>
        </pc:sldMkLst>
        <pc:spChg chg="mod">
          <ac:chgData name="Takeuchi, Koichiro" userId="b3848a05-443b-4434-8fa5-7398ca0c03c9" providerId="ADAL" clId="{80B71E5D-E31E-4962-AC9B-BD35B338D1CC}" dt="2024-05-24T07:27:04.936" v="5517" actId="20577"/>
          <ac:spMkLst>
            <pc:docMk/>
            <pc:sldMk cId="30035279" sldId="2147468667"/>
            <ac:spMk id="2" creationId="{236E8044-5707-32C9-BB39-B5830ACA9388}"/>
          </ac:spMkLst>
        </pc:spChg>
        <pc:spChg chg="mod">
          <ac:chgData name="Takeuchi, Koichiro" userId="b3848a05-443b-4434-8fa5-7398ca0c03c9" providerId="ADAL" clId="{80B71E5D-E31E-4962-AC9B-BD35B338D1CC}" dt="2024-05-24T06:23:32.557" v="2297"/>
          <ac:spMkLst>
            <pc:docMk/>
            <pc:sldMk cId="30035279" sldId="2147468667"/>
            <ac:spMk id="3" creationId="{6F87811F-22A0-40CB-5137-F9234735B4E4}"/>
          </ac:spMkLst>
        </pc:spChg>
        <pc:spChg chg="mod">
          <ac:chgData name="Takeuchi, Koichiro" userId="b3848a05-443b-4434-8fa5-7398ca0c03c9" providerId="ADAL" clId="{80B71E5D-E31E-4962-AC9B-BD35B338D1CC}" dt="2024-05-24T06:59:14.823" v="4043" actId="20577"/>
          <ac:spMkLst>
            <pc:docMk/>
            <pc:sldMk cId="30035279" sldId="2147468667"/>
            <ac:spMk id="4" creationId="{4E91C10C-2DEB-B4D7-60F2-3238F2D38E1C}"/>
          </ac:spMkLst>
        </pc:spChg>
        <pc:spChg chg="add mod">
          <ac:chgData name="Takeuchi, Koichiro" userId="b3848a05-443b-4434-8fa5-7398ca0c03c9" providerId="ADAL" clId="{80B71E5D-E31E-4962-AC9B-BD35B338D1CC}" dt="2024-05-24T06:24:49.449" v="2384" actId="164"/>
          <ac:spMkLst>
            <pc:docMk/>
            <pc:sldMk cId="30035279" sldId="2147468667"/>
            <ac:spMk id="7" creationId="{978499D9-C845-BB3C-646D-ACF2CAF4F5AD}"/>
          </ac:spMkLst>
        </pc:spChg>
        <pc:spChg chg="add mod">
          <ac:chgData name="Takeuchi, Koichiro" userId="b3848a05-443b-4434-8fa5-7398ca0c03c9" providerId="ADAL" clId="{80B71E5D-E31E-4962-AC9B-BD35B338D1CC}" dt="2024-05-24T06:24:49.449" v="2384" actId="164"/>
          <ac:spMkLst>
            <pc:docMk/>
            <pc:sldMk cId="30035279" sldId="2147468667"/>
            <ac:spMk id="8" creationId="{A3BFD6A9-989D-C327-C932-9AA661B50359}"/>
          </ac:spMkLst>
        </pc:spChg>
        <pc:spChg chg="add mod">
          <ac:chgData name="Takeuchi, Koichiro" userId="b3848a05-443b-4434-8fa5-7398ca0c03c9" providerId="ADAL" clId="{80B71E5D-E31E-4962-AC9B-BD35B338D1CC}" dt="2024-05-24T06:24:49.449" v="2384" actId="164"/>
          <ac:spMkLst>
            <pc:docMk/>
            <pc:sldMk cId="30035279" sldId="2147468667"/>
            <ac:spMk id="10" creationId="{2CF66588-3E05-F333-1ACA-B78A186B30B4}"/>
          </ac:spMkLst>
        </pc:spChg>
        <pc:spChg chg="add mod">
          <ac:chgData name="Takeuchi, Koichiro" userId="b3848a05-443b-4434-8fa5-7398ca0c03c9" providerId="ADAL" clId="{80B71E5D-E31E-4962-AC9B-BD35B338D1CC}" dt="2024-05-24T06:24:32.261" v="2374" actId="164"/>
          <ac:spMkLst>
            <pc:docMk/>
            <pc:sldMk cId="30035279" sldId="2147468667"/>
            <ac:spMk id="12" creationId="{81F93C0E-D62C-5129-A711-3C8963622FCB}"/>
          </ac:spMkLst>
        </pc:spChg>
        <pc:spChg chg="add mod">
          <ac:chgData name="Takeuchi, Koichiro" userId="b3848a05-443b-4434-8fa5-7398ca0c03c9" providerId="ADAL" clId="{80B71E5D-E31E-4962-AC9B-BD35B338D1CC}" dt="2024-05-24T06:24:32.261" v="2374" actId="164"/>
          <ac:spMkLst>
            <pc:docMk/>
            <pc:sldMk cId="30035279" sldId="2147468667"/>
            <ac:spMk id="15" creationId="{D55CAEE0-39DB-1C20-0420-2913491C3126}"/>
          </ac:spMkLst>
        </pc:spChg>
        <pc:spChg chg="add mod">
          <ac:chgData name="Takeuchi, Koichiro" userId="b3848a05-443b-4434-8fa5-7398ca0c03c9" providerId="ADAL" clId="{80B71E5D-E31E-4962-AC9B-BD35B338D1CC}" dt="2024-05-24T06:24:32.261" v="2374" actId="164"/>
          <ac:spMkLst>
            <pc:docMk/>
            <pc:sldMk cId="30035279" sldId="2147468667"/>
            <ac:spMk id="16" creationId="{DDFC9C01-234B-7200-D15E-47EE4A232F14}"/>
          </ac:spMkLst>
        </pc:spChg>
        <pc:spChg chg="add mod">
          <ac:chgData name="Takeuchi, Koichiro" userId="b3848a05-443b-4434-8fa5-7398ca0c03c9" providerId="ADAL" clId="{80B71E5D-E31E-4962-AC9B-BD35B338D1CC}" dt="2024-05-24T06:24:32.261" v="2374" actId="164"/>
          <ac:spMkLst>
            <pc:docMk/>
            <pc:sldMk cId="30035279" sldId="2147468667"/>
            <ac:spMk id="17" creationId="{1A7CCCDC-66C8-6FB2-1861-791640E34D9B}"/>
          </ac:spMkLst>
        </pc:spChg>
        <pc:spChg chg="add mod">
          <ac:chgData name="Takeuchi, Koichiro" userId="b3848a05-443b-4434-8fa5-7398ca0c03c9" providerId="ADAL" clId="{80B71E5D-E31E-4962-AC9B-BD35B338D1CC}" dt="2024-05-24T06:24:32.261" v="2374" actId="164"/>
          <ac:spMkLst>
            <pc:docMk/>
            <pc:sldMk cId="30035279" sldId="2147468667"/>
            <ac:spMk id="18" creationId="{E7425F0C-C855-BDFB-5A9F-B86DD118AEF5}"/>
          </ac:spMkLst>
        </pc:spChg>
        <pc:spChg chg="add mod">
          <ac:chgData name="Takeuchi, Koichiro" userId="b3848a05-443b-4434-8fa5-7398ca0c03c9" providerId="ADAL" clId="{80B71E5D-E31E-4962-AC9B-BD35B338D1CC}" dt="2024-05-24T06:24:49.449" v="2384" actId="164"/>
          <ac:spMkLst>
            <pc:docMk/>
            <pc:sldMk cId="30035279" sldId="2147468667"/>
            <ac:spMk id="19" creationId="{F46968F3-99C8-7A14-C2E4-AA89C68AF712}"/>
          </ac:spMkLst>
        </pc:spChg>
        <pc:spChg chg="add mod">
          <ac:chgData name="Takeuchi, Koichiro" userId="b3848a05-443b-4434-8fa5-7398ca0c03c9" providerId="ADAL" clId="{80B71E5D-E31E-4962-AC9B-BD35B338D1CC}" dt="2024-05-24T06:24:49.449" v="2384" actId="164"/>
          <ac:spMkLst>
            <pc:docMk/>
            <pc:sldMk cId="30035279" sldId="2147468667"/>
            <ac:spMk id="20" creationId="{2A70CAFE-FD41-4D33-19C8-403ECF382C25}"/>
          </ac:spMkLst>
        </pc:spChg>
        <pc:spChg chg="add mod">
          <ac:chgData name="Takeuchi, Koichiro" userId="b3848a05-443b-4434-8fa5-7398ca0c03c9" providerId="ADAL" clId="{80B71E5D-E31E-4962-AC9B-BD35B338D1CC}" dt="2024-05-24T06:24:49.449" v="2384" actId="164"/>
          <ac:spMkLst>
            <pc:docMk/>
            <pc:sldMk cId="30035279" sldId="2147468667"/>
            <ac:spMk id="21" creationId="{D2DEBF85-C48D-CC74-1585-DBEFD7C4A1CF}"/>
          </ac:spMkLst>
        </pc:spChg>
        <pc:spChg chg="add mod">
          <ac:chgData name="Takeuchi, Koichiro" userId="b3848a05-443b-4434-8fa5-7398ca0c03c9" providerId="ADAL" clId="{80B71E5D-E31E-4962-AC9B-BD35B338D1CC}" dt="2024-05-24T06:24:49.449" v="2384" actId="164"/>
          <ac:spMkLst>
            <pc:docMk/>
            <pc:sldMk cId="30035279" sldId="2147468667"/>
            <ac:spMk id="22" creationId="{058CD87C-6B51-C87B-0A84-1660D2A49298}"/>
          </ac:spMkLst>
        </pc:spChg>
        <pc:spChg chg="add mod">
          <ac:chgData name="Takeuchi, Koichiro" userId="b3848a05-443b-4434-8fa5-7398ca0c03c9" providerId="ADAL" clId="{80B71E5D-E31E-4962-AC9B-BD35B338D1CC}" dt="2024-05-24T06:24:49.449" v="2384" actId="164"/>
          <ac:spMkLst>
            <pc:docMk/>
            <pc:sldMk cId="30035279" sldId="2147468667"/>
            <ac:spMk id="23" creationId="{A82512CF-3927-2F9D-D22B-73204D196BFF}"/>
          </ac:spMkLst>
        </pc:spChg>
        <pc:spChg chg="add mod">
          <ac:chgData name="Takeuchi, Koichiro" userId="b3848a05-443b-4434-8fa5-7398ca0c03c9" providerId="ADAL" clId="{80B71E5D-E31E-4962-AC9B-BD35B338D1CC}" dt="2024-05-24T06:24:49.449" v="2384" actId="164"/>
          <ac:spMkLst>
            <pc:docMk/>
            <pc:sldMk cId="30035279" sldId="2147468667"/>
            <ac:spMk id="24" creationId="{F7B80B84-AB69-597E-7F8D-C13D20BF8259}"/>
          </ac:spMkLst>
        </pc:spChg>
        <pc:spChg chg="add mod">
          <ac:chgData name="Takeuchi, Koichiro" userId="b3848a05-443b-4434-8fa5-7398ca0c03c9" providerId="ADAL" clId="{80B71E5D-E31E-4962-AC9B-BD35B338D1CC}" dt="2024-05-24T06:24:49.449" v="2384" actId="164"/>
          <ac:spMkLst>
            <pc:docMk/>
            <pc:sldMk cId="30035279" sldId="2147468667"/>
            <ac:spMk id="25" creationId="{D7913A49-8A43-B496-DD47-4237B4ADB678}"/>
          </ac:spMkLst>
        </pc:spChg>
        <pc:spChg chg="add mod">
          <ac:chgData name="Takeuchi, Koichiro" userId="b3848a05-443b-4434-8fa5-7398ca0c03c9" providerId="ADAL" clId="{80B71E5D-E31E-4962-AC9B-BD35B338D1CC}" dt="2024-05-24T06:24:49.449" v="2384" actId="164"/>
          <ac:spMkLst>
            <pc:docMk/>
            <pc:sldMk cId="30035279" sldId="2147468667"/>
            <ac:spMk id="26" creationId="{B29611B3-8D86-4BB4-B16F-DB2BBA07E853}"/>
          </ac:spMkLst>
        </pc:spChg>
        <pc:spChg chg="add mod">
          <ac:chgData name="Takeuchi, Koichiro" userId="b3848a05-443b-4434-8fa5-7398ca0c03c9" providerId="ADAL" clId="{80B71E5D-E31E-4962-AC9B-BD35B338D1CC}" dt="2024-05-24T06:24:49.449" v="2384" actId="164"/>
          <ac:spMkLst>
            <pc:docMk/>
            <pc:sldMk cId="30035279" sldId="2147468667"/>
            <ac:spMk id="27" creationId="{110A62F1-A794-DE20-B13B-1E87CFBFF314}"/>
          </ac:spMkLst>
        </pc:spChg>
        <pc:spChg chg="add mod">
          <ac:chgData name="Takeuchi, Koichiro" userId="b3848a05-443b-4434-8fa5-7398ca0c03c9" providerId="ADAL" clId="{80B71E5D-E31E-4962-AC9B-BD35B338D1CC}" dt="2024-05-24T06:24:59.469" v="2386"/>
          <ac:spMkLst>
            <pc:docMk/>
            <pc:sldMk cId="30035279" sldId="2147468667"/>
            <ac:spMk id="31" creationId="{4C415D9E-B145-37C4-C81D-5504FBFDEB13}"/>
          </ac:spMkLst>
        </pc:spChg>
        <pc:spChg chg="add mod">
          <ac:chgData name="Takeuchi, Koichiro" userId="b3848a05-443b-4434-8fa5-7398ca0c03c9" providerId="ADAL" clId="{80B71E5D-E31E-4962-AC9B-BD35B338D1CC}" dt="2024-05-24T06:24:59.469" v="2386"/>
          <ac:spMkLst>
            <pc:docMk/>
            <pc:sldMk cId="30035279" sldId="2147468667"/>
            <ac:spMk id="32" creationId="{A744BB6E-37D2-6980-4B76-D4BF308A3EF1}"/>
          </ac:spMkLst>
        </pc:spChg>
        <pc:spChg chg="add mod">
          <ac:chgData name="Takeuchi, Koichiro" userId="b3848a05-443b-4434-8fa5-7398ca0c03c9" providerId="ADAL" clId="{80B71E5D-E31E-4962-AC9B-BD35B338D1CC}" dt="2024-05-24T06:24:59.469" v="2386"/>
          <ac:spMkLst>
            <pc:docMk/>
            <pc:sldMk cId="30035279" sldId="2147468667"/>
            <ac:spMk id="34" creationId="{5FBB7218-87D3-0FEE-A093-DC1B600703A4}"/>
          </ac:spMkLst>
        </pc:spChg>
        <pc:spChg chg="add mod">
          <ac:chgData name="Takeuchi, Koichiro" userId="b3848a05-443b-4434-8fa5-7398ca0c03c9" providerId="ADAL" clId="{80B71E5D-E31E-4962-AC9B-BD35B338D1CC}" dt="2024-05-24T06:24:59.469" v="2386"/>
          <ac:spMkLst>
            <pc:docMk/>
            <pc:sldMk cId="30035279" sldId="2147468667"/>
            <ac:spMk id="36" creationId="{7B9AEF7A-D974-4736-90D4-D47BA07E00BA}"/>
          </ac:spMkLst>
        </pc:spChg>
        <pc:spChg chg="add mod">
          <ac:chgData name="Takeuchi, Koichiro" userId="b3848a05-443b-4434-8fa5-7398ca0c03c9" providerId="ADAL" clId="{80B71E5D-E31E-4962-AC9B-BD35B338D1CC}" dt="2024-05-24T06:24:59.469" v="2386"/>
          <ac:spMkLst>
            <pc:docMk/>
            <pc:sldMk cId="30035279" sldId="2147468667"/>
            <ac:spMk id="39" creationId="{FDBF2039-0498-B261-EC7C-E09086D56EA5}"/>
          </ac:spMkLst>
        </pc:spChg>
        <pc:spChg chg="add mod">
          <ac:chgData name="Takeuchi, Koichiro" userId="b3848a05-443b-4434-8fa5-7398ca0c03c9" providerId="ADAL" clId="{80B71E5D-E31E-4962-AC9B-BD35B338D1CC}" dt="2024-05-24T06:24:59.469" v="2386"/>
          <ac:spMkLst>
            <pc:docMk/>
            <pc:sldMk cId="30035279" sldId="2147468667"/>
            <ac:spMk id="40" creationId="{108EE8CC-5CB1-19B2-4F10-33CE576AED40}"/>
          </ac:spMkLst>
        </pc:spChg>
        <pc:spChg chg="add mod">
          <ac:chgData name="Takeuchi, Koichiro" userId="b3848a05-443b-4434-8fa5-7398ca0c03c9" providerId="ADAL" clId="{80B71E5D-E31E-4962-AC9B-BD35B338D1CC}" dt="2024-05-24T06:24:59.469" v="2386"/>
          <ac:spMkLst>
            <pc:docMk/>
            <pc:sldMk cId="30035279" sldId="2147468667"/>
            <ac:spMk id="41" creationId="{15218D8B-63DB-313A-8485-752F7EA65181}"/>
          </ac:spMkLst>
        </pc:spChg>
        <pc:spChg chg="add mod">
          <ac:chgData name="Takeuchi, Koichiro" userId="b3848a05-443b-4434-8fa5-7398ca0c03c9" providerId="ADAL" clId="{80B71E5D-E31E-4962-AC9B-BD35B338D1CC}" dt="2024-05-24T06:24:59.469" v="2386"/>
          <ac:spMkLst>
            <pc:docMk/>
            <pc:sldMk cId="30035279" sldId="2147468667"/>
            <ac:spMk id="42" creationId="{EB71ED3D-5321-01FD-8F69-6090D8285F74}"/>
          </ac:spMkLst>
        </pc:spChg>
        <pc:spChg chg="add mod">
          <ac:chgData name="Takeuchi, Koichiro" userId="b3848a05-443b-4434-8fa5-7398ca0c03c9" providerId="ADAL" clId="{80B71E5D-E31E-4962-AC9B-BD35B338D1CC}" dt="2024-05-24T06:24:59.469" v="2386"/>
          <ac:spMkLst>
            <pc:docMk/>
            <pc:sldMk cId="30035279" sldId="2147468667"/>
            <ac:spMk id="43" creationId="{BC897C70-4915-5990-F297-96D79C3696DC}"/>
          </ac:spMkLst>
        </pc:spChg>
        <pc:spChg chg="add mod">
          <ac:chgData name="Takeuchi, Koichiro" userId="b3848a05-443b-4434-8fa5-7398ca0c03c9" providerId="ADAL" clId="{80B71E5D-E31E-4962-AC9B-BD35B338D1CC}" dt="2024-05-24T06:24:59.469" v="2386"/>
          <ac:spMkLst>
            <pc:docMk/>
            <pc:sldMk cId="30035279" sldId="2147468667"/>
            <ac:spMk id="44" creationId="{6C687996-08BE-7FEB-2FB1-3B70EBD077DB}"/>
          </ac:spMkLst>
        </pc:spChg>
        <pc:spChg chg="add mod">
          <ac:chgData name="Takeuchi, Koichiro" userId="b3848a05-443b-4434-8fa5-7398ca0c03c9" providerId="ADAL" clId="{80B71E5D-E31E-4962-AC9B-BD35B338D1CC}" dt="2024-05-24T06:24:59.469" v="2386"/>
          <ac:spMkLst>
            <pc:docMk/>
            <pc:sldMk cId="30035279" sldId="2147468667"/>
            <ac:spMk id="45" creationId="{BCE9B8A0-AB8B-D5D3-E3AD-57870BE5A064}"/>
          </ac:spMkLst>
        </pc:spChg>
        <pc:spChg chg="add mod">
          <ac:chgData name="Takeuchi, Koichiro" userId="b3848a05-443b-4434-8fa5-7398ca0c03c9" providerId="ADAL" clId="{80B71E5D-E31E-4962-AC9B-BD35B338D1CC}" dt="2024-05-24T06:24:59.469" v="2386"/>
          <ac:spMkLst>
            <pc:docMk/>
            <pc:sldMk cId="30035279" sldId="2147468667"/>
            <ac:spMk id="46" creationId="{089FAB18-6F52-1A95-4BC7-0791E0407A25}"/>
          </ac:spMkLst>
        </pc:spChg>
        <pc:spChg chg="add mod">
          <ac:chgData name="Takeuchi, Koichiro" userId="b3848a05-443b-4434-8fa5-7398ca0c03c9" providerId="ADAL" clId="{80B71E5D-E31E-4962-AC9B-BD35B338D1CC}" dt="2024-05-24T06:24:59.469" v="2386"/>
          <ac:spMkLst>
            <pc:docMk/>
            <pc:sldMk cId="30035279" sldId="2147468667"/>
            <ac:spMk id="47" creationId="{A90B7C21-D96C-2513-F0D3-A7ECA12A5F3E}"/>
          </ac:spMkLst>
        </pc:spChg>
        <pc:spChg chg="add mod">
          <ac:chgData name="Takeuchi, Koichiro" userId="b3848a05-443b-4434-8fa5-7398ca0c03c9" providerId="ADAL" clId="{80B71E5D-E31E-4962-AC9B-BD35B338D1CC}" dt="2024-05-24T06:24:59.469" v="2386"/>
          <ac:spMkLst>
            <pc:docMk/>
            <pc:sldMk cId="30035279" sldId="2147468667"/>
            <ac:spMk id="48" creationId="{68E81EAD-31F4-AA55-2205-8494E682FD57}"/>
          </ac:spMkLst>
        </pc:spChg>
        <pc:spChg chg="add mod">
          <ac:chgData name="Takeuchi, Koichiro" userId="b3848a05-443b-4434-8fa5-7398ca0c03c9" providerId="ADAL" clId="{80B71E5D-E31E-4962-AC9B-BD35B338D1CC}" dt="2024-05-24T06:24:59.469" v="2386"/>
          <ac:spMkLst>
            <pc:docMk/>
            <pc:sldMk cId="30035279" sldId="2147468667"/>
            <ac:spMk id="49" creationId="{A63C7010-4199-CCAB-CFF4-1FDE13C6E12B}"/>
          </ac:spMkLst>
        </pc:spChg>
        <pc:spChg chg="add mod">
          <ac:chgData name="Takeuchi, Koichiro" userId="b3848a05-443b-4434-8fa5-7398ca0c03c9" providerId="ADAL" clId="{80B71E5D-E31E-4962-AC9B-BD35B338D1CC}" dt="2024-05-24T06:24:59.469" v="2386"/>
          <ac:spMkLst>
            <pc:docMk/>
            <pc:sldMk cId="30035279" sldId="2147468667"/>
            <ac:spMk id="50" creationId="{6FC4A5F9-29C0-55BA-742F-05D3DE405FD8}"/>
          </ac:spMkLst>
        </pc:spChg>
        <pc:spChg chg="add mod">
          <ac:chgData name="Takeuchi, Koichiro" userId="b3848a05-443b-4434-8fa5-7398ca0c03c9" providerId="ADAL" clId="{80B71E5D-E31E-4962-AC9B-BD35B338D1CC}" dt="2024-05-24T06:24:59.469" v="2386"/>
          <ac:spMkLst>
            <pc:docMk/>
            <pc:sldMk cId="30035279" sldId="2147468667"/>
            <ac:spMk id="51" creationId="{75CB5082-107B-E316-8CFD-9D10847D1133}"/>
          </ac:spMkLst>
        </pc:spChg>
        <pc:spChg chg="del">
          <ac:chgData name="Takeuchi, Koichiro" userId="b3848a05-443b-4434-8fa5-7398ca0c03c9" providerId="ADAL" clId="{80B71E5D-E31E-4962-AC9B-BD35B338D1CC}" dt="2024-05-24T06:23:49.895" v="2299" actId="478"/>
          <ac:spMkLst>
            <pc:docMk/>
            <pc:sldMk cId="30035279" sldId="2147468667"/>
            <ac:spMk id="97" creationId="{40848837-0E64-8A7B-05BA-F3ACE1641505}"/>
          </ac:spMkLst>
        </pc:spChg>
        <pc:grpChg chg="add mod">
          <ac:chgData name="Takeuchi, Koichiro" userId="b3848a05-443b-4434-8fa5-7398ca0c03c9" providerId="ADAL" clId="{80B71E5D-E31E-4962-AC9B-BD35B338D1CC}" dt="2024-05-24T06:24:00.585" v="2302" actId="164"/>
          <ac:grpSpMkLst>
            <pc:docMk/>
            <pc:sldMk cId="30035279" sldId="2147468667"/>
            <ac:grpSpMk id="28" creationId="{6FF6DE98-3356-9F43-01AE-16FE7D3F168D}"/>
          </ac:grpSpMkLst>
        </pc:grpChg>
        <pc:grpChg chg="add mod">
          <ac:chgData name="Takeuchi, Koichiro" userId="b3848a05-443b-4434-8fa5-7398ca0c03c9" providerId="ADAL" clId="{80B71E5D-E31E-4962-AC9B-BD35B338D1CC}" dt="2024-05-24T06:24:49.449" v="2384" actId="164"/>
          <ac:grpSpMkLst>
            <pc:docMk/>
            <pc:sldMk cId="30035279" sldId="2147468667"/>
            <ac:grpSpMk id="29" creationId="{6E819BA0-66B8-DA8F-D8B9-106021C777FD}"/>
          </ac:grpSpMkLst>
        </pc:grpChg>
        <pc:grpChg chg="add mod">
          <ac:chgData name="Takeuchi, Koichiro" userId="b3848a05-443b-4434-8fa5-7398ca0c03c9" providerId="ADAL" clId="{80B71E5D-E31E-4962-AC9B-BD35B338D1CC}" dt="2024-05-24T06:24:52.219" v="2385" actId="12788"/>
          <ac:grpSpMkLst>
            <pc:docMk/>
            <pc:sldMk cId="30035279" sldId="2147468667"/>
            <ac:grpSpMk id="30" creationId="{8683AA43-760C-E77F-E4C8-95A19BD17331}"/>
          </ac:grpSpMkLst>
        </pc:grpChg>
        <pc:picChg chg="add mod">
          <ac:chgData name="Takeuchi, Koichiro" userId="b3848a05-443b-4434-8fa5-7398ca0c03c9" providerId="ADAL" clId="{80B71E5D-E31E-4962-AC9B-BD35B338D1CC}" dt="2024-05-24T06:24:32.261" v="2374" actId="164"/>
          <ac:picMkLst>
            <pc:docMk/>
            <pc:sldMk cId="30035279" sldId="2147468667"/>
            <ac:picMk id="11" creationId="{4B5408DF-CFF9-D189-9759-6397948A5978}"/>
          </ac:picMkLst>
        </pc:picChg>
        <pc:picChg chg="add mod">
          <ac:chgData name="Takeuchi, Koichiro" userId="b3848a05-443b-4434-8fa5-7398ca0c03c9" providerId="ADAL" clId="{80B71E5D-E31E-4962-AC9B-BD35B338D1CC}" dt="2024-05-24T06:24:32.261" v="2374" actId="164"/>
          <ac:picMkLst>
            <pc:docMk/>
            <pc:sldMk cId="30035279" sldId="2147468667"/>
            <ac:picMk id="13" creationId="{997283E5-B28E-A508-D5BC-75CFEDBD58E6}"/>
          </ac:picMkLst>
        </pc:picChg>
        <pc:picChg chg="add mod">
          <ac:chgData name="Takeuchi, Koichiro" userId="b3848a05-443b-4434-8fa5-7398ca0c03c9" providerId="ADAL" clId="{80B71E5D-E31E-4962-AC9B-BD35B338D1CC}" dt="2024-05-24T06:24:32.261" v="2374" actId="164"/>
          <ac:picMkLst>
            <pc:docMk/>
            <pc:sldMk cId="30035279" sldId="2147468667"/>
            <ac:picMk id="14" creationId="{8A2F9BE3-DD02-9D27-CCE1-F5CA30EA9DD2}"/>
          </ac:picMkLst>
        </pc:picChg>
        <pc:picChg chg="add mod">
          <ac:chgData name="Takeuchi, Koichiro" userId="b3848a05-443b-4434-8fa5-7398ca0c03c9" providerId="ADAL" clId="{80B71E5D-E31E-4962-AC9B-BD35B338D1CC}" dt="2024-05-24T06:24:59.469" v="2386"/>
          <ac:picMkLst>
            <pc:docMk/>
            <pc:sldMk cId="30035279" sldId="2147468667"/>
            <ac:picMk id="35" creationId="{14BE3DEA-72A6-042C-3578-8967FA6A57D5}"/>
          </ac:picMkLst>
        </pc:picChg>
        <pc:picChg chg="add mod">
          <ac:chgData name="Takeuchi, Koichiro" userId="b3848a05-443b-4434-8fa5-7398ca0c03c9" providerId="ADAL" clId="{80B71E5D-E31E-4962-AC9B-BD35B338D1CC}" dt="2024-05-24T06:24:59.469" v="2386"/>
          <ac:picMkLst>
            <pc:docMk/>
            <pc:sldMk cId="30035279" sldId="2147468667"/>
            <ac:picMk id="37" creationId="{3B58224D-C994-85CD-E3B0-3DC1CFF35964}"/>
          </ac:picMkLst>
        </pc:picChg>
        <pc:picChg chg="add mod">
          <ac:chgData name="Takeuchi, Koichiro" userId="b3848a05-443b-4434-8fa5-7398ca0c03c9" providerId="ADAL" clId="{80B71E5D-E31E-4962-AC9B-BD35B338D1CC}" dt="2024-05-24T06:24:59.469" v="2386"/>
          <ac:picMkLst>
            <pc:docMk/>
            <pc:sldMk cId="30035279" sldId="2147468667"/>
            <ac:picMk id="38" creationId="{9F12648C-9D09-6A1D-16F6-636AAC32B3E0}"/>
          </ac:picMkLst>
        </pc:picChg>
        <pc:picChg chg="del">
          <ac:chgData name="Takeuchi, Koichiro" userId="b3848a05-443b-4434-8fa5-7398ca0c03c9" providerId="ADAL" clId="{80B71E5D-E31E-4962-AC9B-BD35B338D1CC}" dt="2024-05-24T06:23:24.403" v="2296" actId="478"/>
          <ac:picMkLst>
            <pc:docMk/>
            <pc:sldMk cId="30035279" sldId="2147468667"/>
            <ac:picMk id="72" creationId="{59F3A9F4-CC9A-0D1D-89F0-76EABBEF1C2C}"/>
          </ac:picMkLst>
        </pc:picChg>
        <pc:cxnChg chg="add mod">
          <ac:chgData name="Takeuchi, Koichiro" userId="b3848a05-443b-4434-8fa5-7398ca0c03c9" providerId="ADAL" clId="{80B71E5D-E31E-4962-AC9B-BD35B338D1CC}" dt="2024-05-24T06:24:49.449" v="2384" actId="164"/>
          <ac:cxnSpMkLst>
            <pc:docMk/>
            <pc:sldMk cId="30035279" sldId="2147468667"/>
            <ac:cxnSpMk id="9" creationId="{20B87B6D-05D5-C55F-7C8A-473D29BA3281}"/>
          </ac:cxnSpMkLst>
        </pc:cxnChg>
        <pc:cxnChg chg="add mod">
          <ac:chgData name="Takeuchi, Koichiro" userId="b3848a05-443b-4434-8fa5-7398ca0c03c9" providerId="ADAL" clId="{80B71E5D-E31E-4962-AC9B-BD35B338D1CC}" dt="2024-05-24T06:24:59.469" v="2386"/>
          <ac:cxnSpMkLst>
            <pc:docMk/>
            <pc:sldMk cId="30035279" sldId="2147468667"/>
            <ac:cxnSpMk id="33" creationId="{2C166EF7-3DAA-D2E3-C36B-51FC40591F5A}"/>
          </ac:cxnSpMkLst>
        </pc:cxnChg>
      </pc:sldChg>
      <pc:sldChg chg="addSp delSp modSp add mod">
        <pc:chgData name="Takeuchi, Koichiro" userId="b3848a05-443b-4434-8fa5-7398ca0c03c9" providerId="ADAL" clId="{80B71E5D-E31E-4962-AC9B-BD35B338D1CC}" dt="2024-05-24T06:59:18.624" v="4045" actId="20577"/>
        <pc:sldMkLst>
          <pc:docMk/>
          <pc:sldMk cId="908662233" sldId="2147468668"/>
        </pc:sldMkLst>
        <pc:spChg chg="mod">
          <ac:chgData name="Takeuchi, Koichiro" userId="b3848a05-443b-4434-8fa5-7398ca0c03c9" providerId="ADAL" clId="{80B71E5D-E31E-4962-AC9B-BD35B338D1CC}" dt="2024-05-24T06:25:29.891" v="2427" actId="20577"/>
          <ac:spMkLst>
            <pc:docMk/>
            <pc:sldMk cId="908662233" sldId="2147468668"/>
            <ac:spMk id="2" creationId="{236E8044-5707-32C9-BB39-B5830ACA9388}"/>
          </ac:spMkLst>
        </pc:spChg>
        <pc:spChg chg="mod">
          <ac:chgData name="Takeuchi, Koichiro" userId="b3848a05-443b-4434-8fa5-7398ca0c03c9" providerId="ADAL" clId="{80B71E5D-E31E-4962-AC9B-BD35B338D1CC}" dt="2024-05-24T06:27:00.214" v="2639" actId="20577"/>
          <ac:spMkLst>
            <pc:docMk/>
            <pc:sldMk cId="908662233" sldId="2147468668"/>
            <ac:spMk id="3" creationId="{6F87811F-22A0-40CB-5137-F9234735B4E4}"/>
          </ac:spMkLst>
        </pc:spChg>
        <pc:spChg chg="mod">
          <ac:chgData name="Takeuchi, Koichiro" userId="b3848a05-443b-4434-8fa5-7398ca0c03c9" providerId="ADAL" clId="{80B71E5D-E31E-4962-AC9B-BD35B338D1CC}" dt="2024-05-24T06:59:18.624" v="4045" actId="20577"/>
          <ac:spMkLst>
            <pc:docMk/>
            <pc:sldMk cId="908662233" sldId="2147468668"/>
            <ac:spMk id="4" creationId="{4E91C10C-2DEB-B4D7-60F2-3238F2D38E1C}"/>
          </ac:spMkLst>
        </pc:spChg>
        <pc:grpChg chg="del">
          <ac:chgData name="Takeuchi, Koichiro" userId="b3848a05-443b-4434-8fa5-7398ca0c03c9" providerId="ADAL" clId="{80B71E5D-E31E-4962-AC9B-BD35B338D1CC}" dt="2024-05-24T06:25:48.645" v="2429" actId="478"/>
          <ac:grpSpMkLst>
            <pc:docMk/>
            <pc:sldMk cId="908662233" sldId="2147468668"/>
            <ac:grpSpMk id="30" creationId="{8683AA43-760C-E77F-E4C8-95A19BD17331}"/>
          </ac:grpSpMkLst>
        </pc:grpChg>
        <pc:picChg chg="add mod">
          <ac:chgData name="Takeuchi, Koichiro" userId="b3848a05-443b-4434-8fa5-7398ca0c03c9" providerId="ADAL" clId="{80B71E5D-E31E-4962-AC9B-BD35B338D1CC}" dt="2024-05-24T06:27:17.710" v="2664" actId="12788"/>
          <ac:picMkLst>
            <pc:docMk/>
            <pc:sldMk cId="908662233" sldId="2147468668"/>
            <ac:picMk id="28" creationId="{51FCC3F8-6BA6-5684-4EFD-6719E5763146}"/>
          </ac:picMkLst>
        </pc:picChg>
      </pc:sldChg>
      <pc:sldChg chg="addSp delSp modSp add mod">
        <pc:chgData name="Takeuchi, Koichiro" userId="b3848a05-443b-4434-8fa5-7398ca0c03c9" providerId="ADAL" clId="{80B71E5D-E31E-4962-AC9B-BD35B338D1CC}" dt="2024-05-24T06:59:21.440" v="4047" actId="20577"/>
        <pc:sldMkLst>
          <pc:docMk/>
          <pc:sldMk cId="391420764" sldId="2147468669"/>
        </pc:sldMkLst>
        <pc:spChg chg="mod">
          <ac:chgData name="Takeuchi, Koichiro" userId="b3848a05-443b-4434-8fa5-7398ca0c03c9" providerId="ADAL" clId="{80B71E5D-E31E-4962-AC9B-BD35B338D1CC}" dt="2024-05-24T06:53:18.992" v="3407" actId="20577"/>
          <ac:spMkLst>
            <pc:docMk/>
            <pc:sldMk cId="391420764" sldId="2147468669"/>
            <ac:spMk id="2" creationId="{236E8044-5707-32C9-BB39-B5830ACA9388}"/>
          </ac:spMkLst>
        </pc:spChg>
        <pc:spChg chg="mod">
          <ac:chgData name="Takeuchi, Koichiro" userId="b3848a05-443b-4434-8fa5-7398ca0c03c9" providerId="ADAL" clId="{80B71E5D-E31E-4962-AC9B-BD35B338D1CC}" dt="2024-05-24T06:48:31.287" v="3382" actId="20577"/>
          <ac:spMkLst>
            <pc:docMk/>
            <pc:sldMk cId="391420764" sldId="2147468669"/>
            <ac:spMk id="3" creationId="{6F87811F-22A0-40CB-5137-F9234735B4E4}"/>
          </ac:spMkLst>
        </pc:spChg>
        <pc:spChg chg="mod">
          <ac:chgData name="Takeuchi, Koichiro" userId="b3848a05-443b-4434-8fa5-7398ca0c03c9" providerId="ADAL" clId="{80B71E5D-E31E-4962-AC9B-BD35B338D1CC}" dt="2024-05-24T06:59:21.440" v="4047" actId="20577"/>
          <ac:spMkLst>
            <pc:docMk/>
            <pc:sldMk cId="391420764" sldId="2147468669"/>
            <ac:spMk id="4" creationId="{4E91C10C-2DEB-B4D7-60F2-3238F2D38E1C}"/>
          </ac:spMkLst>
        </pc:spChg>
        <pc:spChg chg="mod">
          <ac:chgData name="Takeuchi, Koichiro" userId="b3848a05-443b-4434-8fa5-7398ca0c03c9" providerId="ADAL" clId="{80B71E5D-E31E-4962-AC9B-BD35B338D1CC}" dt="2024-05-24T06:41:43.420" v="3026"/>
          <ac:spMkLst>
            <pc:docMk/>
            <pc:sldMk cId="391420764" sldId="2147468669"/>
            <ac:spMk id="8" creationId="{AD2DE0E5-AC07-DA19-DFF1-4680F060617B}"/>
          </ac:spMkLst>
        </pc:spChg>
        <pc:spChg chg="mod">
          <ac:chgData name="Takeuchi, Koichiro" userId="b3848a05-443b-4434-8fa5-7398ca0c03c9" providerId="ADAL" clId="{80B71E5D-E31E-4962-AC9B-BD35B338D1CC}" dt="2024-05-24T06:41:43.420" v="3026"/>
          <ac:spMkLst>
            <pc:docMk/>
            <pc:sldMk cId="391420764" sldId="2147468669"/>
            <ac:spMk id="9" creationId="{40025A5E-869A-B52C-B995-CF0FC1831451}"/>
          </ac:spMkLst>
        </pc:spChg>
        <pc:spChg chg="mod">
          <ac:chgData name="Takeuchi, Koichiro" userId="b3848a05-443b-4434-8fa5-7398ca0c03c9" providerId="ADAL" clId="{80B71E5D-E31E-4962-AC9B-BD35B338D1CC}" dt="2024-05-24T06:41:43.420" v="3026"/>
          <ac:spMkLst>
            <pc:docMk/>
            <pc:sldMk cId="391420764" sldId="2147468669"/>
            <ac:spMk id="10" creationId="{61439789-0374-2D7C-D95C-E051A9FB7995}"/>
          </ac:spMkLst>
        </pc:spChg>
        <pc:spChg chg="mod">
          <ac:chgData name="Takeuchi, Koichiro" userId="b3848a05-443b-4434-8fa5-7398ca0c03c9" providerId="ADAL" clId="{80B71E5D-E31E-4962-AC9B-BD35B338D1CC}" dt="2024-05-24T06:41:43.420" v="3026"/>
          <ac:spMkLst>
            <pc:docMk/>
            <pc:sldMk cId="391420764" sldId="2147468669"/>
            <ac:spMk id="11" creationId="{EB55C415-DE44-EB35-7728-6FA50F56C09E}"/>
          </ac:spMkLst>
        </pc:spChg>
        <pc:spChg chg="add mod">
          <ac:chgData name="Takeuchi, Koichiro" userId="b3848a05-443b-4434-8fa5-7398ca0c03c9" providerId="ADAL" clId="{80B71E5D-E31E-4962-AC9B-BD35B338D1CC}" dt="2024-05-24T06:41:43.420" v="3026"/>
          <ac:spMkLst>
            <pc:docMk/>
            <pc:sldMk cId="391420764" sldId="2147468669"/>
            <ac:spMk id="12" creationId="{60653C18-FDCC-717B-F0AB-F501C321CA19}"/>
          </ac:spMkLst>
        </pc:spChg>
        <pc:spChg chg="add mod">
          <ac:chgData name="Takeuchi, Koichiro" userId="b3848a05-443b-4434-8fa5-7398ca0c03c9" providerId="ADAL" clId="{80B71E5D-E31E-4962-AC9B-BD35B338D1CC}" dt="2024-05-24T06:41:43.420" v="3026"/>
          <ac:spMkLst>
            <pc:docMk/>
            <pc:sldMk cId="391420764" sldId="2147468669"/>
            <ac:spMk id="13" creationId="{FBD29E20-EA1F-7C40-E072-57230B8F21E2}"/>
          </ac:spMkLst>
        </pc:spChg>
        <pc:spChg chg="add mod">
          <ac:chgData name="Takeuchi, Koichiro" userId="b3848a05-443b-4434-8fa5-7398ca0c03c9" providerId="ADAL" clId="{80B71E5D-E31E-4962-AC9B-BD35B338D1CC}" dt="2024-05-24T06:41:43.420" v="3026"/>
          <ac:spMkLst>
            <pc:docMk/>
            <pc:sldMk cId="391420764" sldId="2147468669"/>
            <ac:spMk id="14" creationId="{51E39A35-D63E-94F4-6A93-E1CC0B78995B}"/>
          </ac:spMkLst>
        </pc:spChg>
        <pc:spChg chg="add mod">
          <ac:chgData name="Takeuchi, Koichiro" userId="b3848a05-443b-4434-8fa5-7398ca0c03c9" providerId="ADAL" clId="{80B71E5D-E31E-4962-AC9B-BD35B338D1CC}" dt="2024-05-24T06:41:43.420" v="3026"/>
          <ac:spMkLst>
            <pc:docMk/>
            <pc:sldMk cId="391420764" sldId="2147468669"/>
            <ac:spMk id="15" creationId="{3FEE5204-28EE-8B5C-67BC-45F2ED735CB7}"/>
          </ac:spMkLst>
        </pc:spChg>
        <pc:spChg chg="add mod">
          <ac:chgData name="Takeuchi, Koichiro" userId="b3848a05-443b-4434-8fa5-7398ca0c03c9" providerId="ADAL" clId="{80B71E5D-E31E-4962-AC9B-BD35B338D1CC}" dt="2024-05-24T06:41:43.420" v="3026"/>
          <ac:spMkLst>
            <pc:docMk/>
            <pc:sldMk cId="391420764" sldId="2147468669"/>
            <ac:spMk id="16" creationId="{323CD0DF-B142-C261-DAB8-318CF003D7B3}"/>
          </ac:spMkLst>
        </pc:spChg>
        <pc:spChg chg="add mod">
          <ac:chgData name="Takeuchi, Koichiro" userId="b3848a05-443b-4434-8fa5-7398ca0c03c9" providerId="ADAL" clId="{80B71E5D-E31E-4962-AC9B-BD35B338D1CC}" dt="2024-05-24T06:41:43.420" v="3026"/>
          <ac:spMkLst>
            <pc:docMk/>
            <pc:sldMk cId="391420764" sldId="2147468669"/>
            <ac:spMk id="18" creationId="{6F359C56-E9BE-47F8-A428-93996B03EF2A}"/>
          </ac:spMkLst>
        </pc:spChg>
        <pc:spChg chg="add mod">
          <ac:chgData name="Takeuchi, Koichiro" userId="b3848a05-443b-4434-8fa5-7398ca0c03c9" providerId="ADAL" clId="{80B71E5D-E31E-4962-AC9B-BD35B338D1CC}" dt="2024-05-24T06:41:43.420" v="3026"/>
          <ac:spMkLst>
            <pc:docMk/>
            <pc:sldMk cId="391420764" sldId="2147468669"/>
            <ac:spMk id="19" creationId="{CDE96353-74C6-BBF2-5F9F-5849DFFC7EC1}"/>
          </ac:spMkLst>
        </pc:spChg>
        <pc:spChg chg="add mod">
          <ac:chgData name="Takeuchi, Koichiro" userId="b3848a05-443b-4434-8fa5-7398ca0c03c9" providerId="ADAL" clId="{80B71E5D-E31E-4962-AC9B-BD35B338D1CC}" dt="2024-05-24T06:41:43.420" v="3026"/>
          <ac:spMkLst>
            <pc:docMk/>
            <pc:sldMk cId="391420764" sldId="2147468669"/>
            <ac:spMk id="25" creationId="{5850E7A2-21A1-CEB2-B53A-A11D73280F6A}"/>
          </ac:spMkLst>
        </pc:spChg>
        <pc:spChg chg="add mod">
          <ac:chgData name="Takeuchi, Koichiro" userId="b3848a05-443b-4434-8fa5-7398ca0c03c9" providerId="ADAL" clId="{80B71E5D-E31E-4962-AC9B-BD35B338D1CC}" dt="2024-05-24T06:41:43.420" v="3026"/>
          <ac:spMkLst>
            <pc:docMk/>
            <pc:sldMk cId="391420764" sldId="2147468669"/>
            <ac:spMk id="27" creationId="{9A8E60DF-60FB-5F3C-58FA-46373A668C6F}"/>
          </ac:spMkLst>
        </pc:spChg>
        <pc:spChg chg="add mod">
          <ac:chgData name="Takeuchi, Koichiro" userId="b3848a05-443b-4434-8fa5-7398ca0c03c9" providerId="ADAL" clId="{80B71E5D-E31E-4962-AC9B-BD35B338D1CC}" dt="2024-05-24T06:41:43.420" v="3026"/>
          <ac:spMkLst>
            <pc:docMk/>
            <pc:sldMk cId="391420764" sldId="2147468669"/>
            <ac:spMk id="29" creationId="{C76BD1CE-52FF-4889-27B8-839865E6E7AB}"/>
          </ac:spMkLst>
        </pc:spChg>
        <pc:spChg chg="add mod">
          <ac:chgData name="Takeuchi, Koichiro" userId="b3848a05-443b-4434-8fa5-7398ca0c03c9" providerId="ADAL" clId="{80B71E5D-E31E-4962-AC9B-BD35B338D1CC}" dt="2024-05-24T06:41:43.420" v="3026"/>
          <ac:spMkLst>
            <pc:docMk/>
            <pc:sldMk cId="391420764" sldId="2147468669"/>
            <ac:spMk id="30" creationId="{82FA715B-6247-BDE1-733F-45AD46C517F0}"/>
          </ac:spMkLst>
        </pc:spChg>
        <pc:spChg chg="mod">
          <ac:chgData name="Takeuchi, Koichiro" userId="b3848a05-443b-4434-8fa5-7398ca0c03c9" providerId="ADAL" clId="{80B71E5D-E31E-4962-AC9B-BD35B338D1CC}" dt="2024-05-24T06:41:48.307" v="3027"/>
          <ac:spMkLst>
            <pc:docMk/>
            <pc:sldMk cId="391420764" sldId="2147468669"/>
            <ac:spMk id="32" creationId="{38B37ED8-E867-7D4E-41D6-E107A4E3EFD6}"/>
          </ac:spMkLst>
        </pc:spChg>
        <pc:spChg chg="mod">
          <ac:chgData name="Takeuchi, Koichiro" userId="b3848a05-443b-4434-8fa5-7398ca0c03c9" providerId="ADAL" clId="{80B71E5D-E31E-4962-AC9B-BD35B338D1CC}" dt="2024-05-24T06:41:48.307" v="3027"/>
          <ac:spMkLst>
            <pc:docMk/>
            <pc:sldMk cId="391420764" sldId="2147468669"/>
            <ac:spMk id="33" creationId="{379C6A06-F79B-1B06-DD05-248E125DE486}"/>
          </ac:spMkLst>
        </pc:spChg>
        <pc:spChg chg="mod">
          <ac:chgData name="Takeuchi, Koichiro" userId="b3848a05-443b-4434-8fa5-7398ca0c03c9" providerId="ADAL" clId="{80B71E5D-E31E-4962-AC9B-BD35B338D1CC}" dt="2024-05-24T06:41:48.307" v="3027"/>
          <ac:spMkLst>
            <pc:docMk/>
            <pc:sldMk cId="391420764" sldId="2147468669"/>
            <ac:spMk id="34" creationId="{1BBD1EF4-CE86-D042-C8DC-7DDE0801C893}"/>
          </ac:spMkLst>
        </pc:spChg>
        <pc:spChg chg="mod">
          <ac:chgData name="Takeuchi, Koichiro" userId="b3848a05-443b-4434-8fa5-7398ca0c03c9" providerId="ADAL" clId="{80B71E5D-E31E-4962-AC9B-BD35B338D1CC}" dt="2024-05-24T06:41:48.307" v="3027"/>
          <ac:spMkLst>
            <pc:docMk/>
            <pc:sldMk cId="391420764" sldId="2147468669"/>
            <ac:spMk id="35" creationId="{820F2AF4-23A4-CC1D-D082-511F7997AC36}"/>
          </ac:spMkLst>
        </pc:spChg>
        <pc:spChg chg="add mod">
          <ac:chgData name="Takeuchi, Koichiro" userId="b3848a05-443b-4434-8fa5-7398ca0c03c9" providerId="ADAL" clId="{80B71E5D-E31E-4962-AC9B-BD35B338D1CC}" dt="2024-05-24T06:41:50.709" v="3029" actId="1076"/>
          <ac:spMkLst>
            <pc:docMk/>
            <pc:sldMk cId="391420764" sldId="2147468669"/>
            <ac:spMk id="36" creationId="{6F3D19E3-F9D5-8416-2D08-B49BF1134F6D}"/>
          </ac:spMkLst>
        </pc:spChg>
        <pc:spChg chg="add mod">
          <ac:chgData name="Takeuchi, Koichiro" userId="b3848a05-443b-4434-8fa5-7398ca0c03c9" providerId="ADAL" clId="{80B71E5D-E31E-4962-AC9B-BD35B338D1CC}" dt="2024-05-24T06:41:50.709" v="3029" actId="1076"/>
          <ac:spMkLst>
            <pc:docMk/>
            <pc:sldMk cId="391420764" sldId="2147468669"/>
            <ac:spMk id="37" creationId="{B2C3685E-42F5-9863-7892-28C6B6B66CA5}"/>
          </ac:spMkLst>
        </pc:spChg>
        <pc:spChg chg="add mod">
          <ac:chgData name="Takeuchi, Koichiro" userId="b3848a05-443b-4434-8fa5-7398ca0c03c9" providerId="ADAL" clId="{80B71E5D-E31E-4962-AC9B-BD35B338D1CC}" dt="2024-05-24T06:41:50.709" v="3029" actId="1076"/>
          <ac:spMkLst>
            <pc:docMk/>
            <pc:sldMk cId="391420764" sldId="2147468669"/>
            <ac:spMk id="38" creationId="{D5727DD3-A392-F89C-65EC-4203FC83DE69}"/>
          </ac:spMkLst>
        </pc:spChg>
        <pc:spChg chg="add mod">
          <ac:chgData name="Takeuchi, Koichiro" userId="b3848a05-443b-4434-8fa5-7398ca0c03c9" providerId="ADAL" clId="{80B71E5D-E31E-4962-AC9B-BD35B338D1CC}" dt="2024-05-24T06:41:50.709" v="3029" actId="1076"/>
          <ac:spMkLst>
            <pc:docMk/>
            <pc:sldMk cId="391420764" sldId="2147468669"/>
            <ac:spMk id="39" creationId="{111BD438-38C4-7C27-69C4-400C33BD36E9}"/>
          </ac:spMkLst>
        </pc:spChg>
        <pc:spChg chg="add mod">
          <ac:chgData name="Takeuchi, Koichiro" userId="b3848a05-443b-4434-8fa5-7398ca0c03c9" providerId="ADAL" clId="{80B71E5D-E31E-4962-AC9B-BD35B338D1CC}" dt="2024-05-24T06:41:50.709" v="3029" actId="1076"/>
          <ac:spMkLst>
            <pc:docMk/>
            <pc:sldMk cId="391420764" sldId="2147468669"/>
            <ac:spMk id="40" creationId="{FA74DFEB-F491-6A15-56DC-513EAE903A12}"/>
          </ac:spMkLst>
        </pc:spChg>
        <pc:spChg chg="add mod">
          <ac:chgData name="Takeuchi, Koichiro" userId="b3848a05-443b-4434-8fa5-7398ca0c03c9" providerId="ADAL" clId="{80B71E5D-E31E-4962-AC9B-BD35B338D1CC}" dt="2024-05-24T06:41:50.709" v="3029" actId="1076"/>
          <ac:spMkLst>
            <pc:docMk/>
            <pc:sldMk cId="391420764" sldId="2147468669"/>
            <ac:spMk id="42" creationId="{17707FDE-5A56-6D29-52A2-1B320C677191}"/>
          </ac:spMkLst>
        </pc:spChg>
        <pc:spChg chg="add mod">
          <ac:chgData name="Takeuchi, Koichiro" userId="b3848a05-443b-4434-8fa5-7398ca0c03c9" providerId="ADAL" clId="{80B71E5D-E31E-4962-AC9B-BD35B338D1CC}" dt="2024-05-24T06:41:50.709" v="3029" actId="1076"/>
          <ac:spMkLst>
            <pc:docMk/>
            <pc:sldMk cId="391420764" sldId="2147468669"/>
            <ac:spMk id="43" creationId="{284C59E7-C208-2E95-48EE-B9FF0F28F231}"/>
          </ac:spMkLst>
        </pc:spChg>
        <pc:spChg chg="add mod">
          <ac:chgData name="Takeuchi, Koichiro" userId="b3848a05-443b-4434-8fa5-7398ca0c03c9" providerId="ADAL" clId="{80B71E5D-E31E-4962-AC9B-BD35B338D1CC}" dt="2024-05-24T06:41:50.709" v="3029" actId="1076"/>
          <ac:spMkLst>
            <pc:docMk/>
            <pc:sldMk cId="391420764" sldId="2147468669"/>
            <ac:spMk id="49" creationId="{A62A6B6A-1C37-68A1-97E0-4D9276DA9AA1}"/>
          </ac:spMkLst>
        </pc:spChg>
        <pc:spChg chg="add mod">
          <ac:chgData name="Takeuchi, Koichiro" userId="b3848a05-443b-4434-8fa5-7398ca0c03c9" providerId="ADAL" clId="{80B71E5D-E31E-4962-AC9B-BD35B338D1CC}" dt="2024-05-24T06:41:50.709" v="3029" actId="1076"/>
          <ac:spMkLst>
            <pc:docMk/>
            <pc:sldMk cId="391420764" sldId="2147468669"/>
            <ac:spMk id="51" creationId="{B84B6E50-AD9F-C848-A80B-18FA5007C5E6}"/>
          </ac:spMkLst>
        </pc:spChg>
        <pc:spChg chg="add mod">
          <ac:chgData name="Takeuchi, Koichiro" userId="b3848a05-443b-4434-8fa5-7398ca0c03c9" providerId="ADAL" clId="{80B71E5D-E31E-4962-AC9B-BD35B338D1CC}" dt="2024-05-24T06:41:50.709" v="3029" actId="1076"/>
          <ac:spMkLst>
            <pc:docMk/>
            <pc:sldMk cId="391420764" sldId="2147468669"/>
            <ac:spMk id="52" creationId="{5B1FCE1A-ED3F-A709-291F-C5828AD2C367}"/>
          </ac:spMkLst>
        </pc:spChg>
        <pc:spChg chg="add mod">
          <ac:chgData name="Takeuchi, Koichiro" userId="b3848a05-443b-4434-8fa5-7398ca0c03c9" providerId="ADAL" clId="{80B71E5D-E31E-4962-AC9B-BD35B338D1CC}" dt="2024-05-24T06:41:50.709" v="3029" actId="1076"/>
          <ac:spMkLst>
            <pc:docMk/>
            <pc:sldMk cId="391420764" sldId="2147468669"/>
            <ac:spMk id="53" creationId="{81B099AA-09CD-0212-B667-E456E804BC4B}"/>
          </ac:spMkLst>
        </pc:spChg>
        <pc:spChg chg="add mod">
          <ac:chgData name="Takeuchi, Koichiro" userId="b3848a05-443b-4434-8fa5-7398ca0c03c9" providerId="ADAL" clId="{80B71E5D-E31E-4962-AC9B-BD35B338D1CC}" dt="2024-05-24T06:41:50.709" v="3029" actId="1076"/>
          <ac:spMkLst>
            <pc:docMk/>
            <pc:sldMk cId="391420764" sldId="2147468669"/>
            <ac:spMk id="54" creationId="{7EED05C8-6D73-6D80-9CAD-2EBA50B12B9C}"/>
          </ac:spMkLst>
        </pc:spChg>
        <pc:spChg chg="mod">
          <ac:chgData name="Takeuchi, Koichiro" userId="b3848a05-443b-4434-8fa5-7398ca0c03c9" providerId="ADAL" clId="{80B71E5D-E31E-4962-AC9B-BD35B338D1CC}" dt="2024-05-24T06:41:53.769" v="3030"/>
          <ac:spMkLst>
            <pc:docMk/>
            <pc:sldMk cId="391420764" sldId="2147468669"/>
            <ac:spMk id="56" creationId="{E2244702-D973-B417-7DEB-451E20184FFC}"/>
          </ac:spMkLst>
        </pc:spChg>
        <pc:spChg chg="mod">
          <ac:chgData name="Takeuchi, Koichiro" userId="b3848a05-443b-4434-8fa5-7398ca0c03c9" providerId="ADAL" clId="{80B71E5D-E31E-4962-AC9B-BD35B338D1CC}" dt="2024-05-24T06:41:53.769" v="3030"/>
          <ac:spMkLst>
            <pc:docMk/>
            <pc:sldMk cId="391420764" sldId="2147468669"/>
            <ac:spMk id="57" creationId="{4B1C30F4-1647-9476-8B5F-25906AFD09F0}"/>
          </ac:spMkLst>
        </pc:spChg>
        <pc:spChg chg="mod">
          <ac:chgData name="Takeuchi, Koichiro" userId="b3848a05-443b-4434-8fa5-7398ca0c03c9" providerId="ADAL" clId="{80B71E5D-E31E-4962-AC9B-BD35B338D1CC}" dt="2024-05-24T06:41:53.769" v="3030"/>
          <ac:spMkLst>
            <pc:docMk/>
            <pc:sldMk cId="391420764" sldId="2147468669"/>
            <ac:spMk id="58" creationId="{D673E2EC-810A-4A16-35CE-AA1282E349A7}"/>
          </ac:spMkLst>
        </pc:spChg>
        <pc:spChg chg="mod">
          <ac:chgData name="Takeuchi, Koichiro" userId="b3848a05-443b-4434-8fa5-7398ca0c03c9" providerId="ADAL" clId="{80B71E5D-E31E-4962-AC9B-BD35B338D1CC}" dt="2024-05-24T06:41:53.769" v="3030"/>
          <ac:spMkLst>
            <pc:docMk/>
            <pc:sldMk cId="391420764" sldId="2147468669"/>
            <ac:spMk id="59" creationId="{DA344159-C201-797F-3E91-7522AF46BF7C}"/>
          </ac:spMkLst>
        </pc:spChg>
        <pc:spChg chg="add mod">
          <ac:chgData name="Takeuchi, Koichiro" userId="b3848a05-443b-4434-8fa5-7398ca0c03c9" providerId="ADAL" clId="{80B71E5D-E31E-4962-AC9B-BD35B338D1CC}" dt="2024-05-24T06:42:05.789" v="3032" actId="1076"/>
          <ac:spMkLst>
            <pc:docMk/>
            <pc:sldMk cId="391420764" sldId="2147468669"/>
            <ac:spMk id="60" creationId="{BFF1EAD2-C2A4-7ADC-843D-D96E510F045C}"/>
          </ac:spMkLst>
        </pc:spChg>
        <pc:spChg chg="add mod">
          <ac:chgData name="Takeuchi, Koichiro" userId="b3848a05-443b-4434-8fa5-7398ca0c03c9" providerId="ADAL" clId="{80B71E5D-E31E-4962-AC9B-BD35B338D1CC}" dt="2024-05-24T06:42:05.789" v="3032" actId="1076"/>
          <ac:spMkLst>
            <pc:docMk/>
            <pc:sldMk cId="391420764" sldId="2147468669"/>
            <ac:spMk id="61" creationId="{F39583B6-644F-862C-5E13-EED2501F8C8E}"/>
          </ac:spMkLst>
        </pc:spChg>
        <pc:spChg chg="add mod">
          <ac:chgData name="Takeuchi, Koichiro" userId="b3848a05-443b-4434-8fa5-7398ca0c03c9" providerId="ADAL" clId="{80B71E5D-E31E-4962-AC9B-BD35B338D1CC}" dt="2024-05-24T06:42:05.789" v="3032" actId="1076"/>
          <ac:spMkLst>
            <pc:docMk/>
            <pc:sldMk cId="391420764" sldId="2147468669"/>
            <ac:spMk id="62" creationId="{B237F5EF-FDF6-342A-5AE4-17F87E61C45D}"/>
          </ac:spMkLst>
        </pc:spChg>
        <pc:spChg chg="add mod">
          <ac:chgData name="Takeuchi, Koichiro" userId="b3848a05-443b-4434-8fa5-7398ca0c03c9" providerId="ADAL" clId="{80B71E5D-E31E-4962-AC9B-BD35B338D1CC}" dt="2024-05-24T06:42:05.789" v="3032" actId="1076"/>
          <ac:spMkLst>
            <pc:docMk/>
            <pc:sldMk cId="391420764" sldId="2147468669"/>
            <ac:spMk id="63" creationId="{ACBD1972-1A9F-0AF5-FA67-7B525EC8D8B5}"/>
          </ac:spMkLst>
        </pc:spChg>
        <pc:spChg chg="add mod">
          <ac:chgData name="Takeuchi, Koichiro" userId="b3848a05-443b-4434-8fa5-7398ca0c03c9" providerId="ADAL" clId="{80B71E5D-E31E-4962-AC9B-BD35B338D1CC}" dt="2024-05-24T06:42:05.789" v="3032" actId="1076"/>
          <ac:spMkLst>
            <pc:docMk/>
            <pc:sldMk cId="391420764" sldId="2147468669"/>
            <ac:spMk id="64" creationId="{B94541A3-280A-2E9A-FDA1-3E0FF8FF2ED0}"/>
          </ac:spMkLst>
        </pc:spChg>
        <pc:spChg chg="add mod">
          <ac:chgData name="Takeuchi, Koichiro" userId="b3848a05-443b-4434-8fa5-7398ca0c03c9" providerId="ADAL" clId="{80B71E5D-E31E-4962-AC9B-BD35B338D1CC}" dt="2024-05-24T06:42:05.789" v="3032" actId="1076"/>
          <ac:spMkLst>
            <pc:docMk/>
            <pc:sldMk cId="391420764" sldId="2147468669"/>
            <ac:spMk id="66" creationId="{B3CF6BFA-A8BC-2803-FF34-8BDA1AF5FD89}"/>
          </ac:spMkLst>
        </pc:spChg>
        <pc:spChg chg="add mod">
          <ac:chgData name="Takeuchi, Koichiro" userId="b3848a05-443b-4434-8fa5-7398ca0c03c9" providerId="ADAL" clId="{80B71E5D-E31E-4962-AC9B-BD35B338D1CC}" dt="2024-05-24T06:42:05.789" v="3032" actId="1076"/>
          <ac:spMkLst>
            <pc:docMk/>
            <pc:sldMk cId="391420764" sldId="2147468669"/>
            <ac:spMk id="67" creationId="{9712C8CF-14BB-97D3-00BA-EE24D02B0CB4}"/>
          </ac:spMkLst>
        </pc:spChg>
        <pc:spChg chg="add mod">
          <ac:chgData name="Takeuchi, Koichiro" userId="b3848a05-443b-4434-8fa5-7398ca0c03c9" providerId="ADAL" clId="{80B71E5D-E31E-4962-AC9B-BD35B338D1CC}" dt="2024-05-24T06:42:05.789" v="3032" actId="1076"/>
          <ac:spMkLst>
            <pc:docMk/>
            <pc:sldMk cId="391420764" sldId="2147468669"/>
            <ac:spMk id="73" creationId="{24993347-8BC9-8D00-B70A-5F2D59388EC4}"/>
          </ac:spMkLst>
        </pc:spChg>
        <pc:spChg chg="add mod">
          <ac:chgData name="Takeuchi, Koichiro" userId="b3848a05-443b-4434-8fa5-7398ca0c03c9" providerId="ADAL" clId="{80B71E5D-E31E-4962-AC9B-BD35B338D1CC}" dt="2024-05-24T06:42:05.789" v="3032" actId="1076"/>
          <ac:spMkLst>
            <pc:docMk/>
            <pc:sldMk cId="391420764" sldId="2147468669"/>
            <ac:spMk id="75" creationId="{58D78B6B-6FE2-D14D-5BF3-08C944AD5CDC}"/>
          </ac:spMkLst>
        </pc:spChg>
        <pc:spChg chg="add mod">
          <ac:chgData name="Takeuchi, Koichiro" userId="b3848a05-443b-4434-8fa5-7398ca0c03c9" providerId="ADAL" clId="{80B71E5D-E31E-4962-AC9B-BD35B338D1CC}" dt="2024-05-24T06:42:05.789" v="3032" actId="1076"/>
          <ac:spMkLst>
            <pc:docMk/>
            <pc:sldMk cId="391420764" sldId="2147468669"/>
            <ac:spMk id="76" creationId="{2ABCA5EF-6106-C167-4AB1-A1C4CFE33041}"/>
          </ac:spMkLst>
        </pc:spChg>
        <pc:spChg chg="add mod">
          <ac:chgData name="Takeuchi, Koichiro" userId="b3848a05-443b-4434-8fa5-7398ca0c03c9" providerId="ADAL" clId="{80B71E5D-E31E-4962-AC9B-BD35B338D1CC}" dt="2024-05-24T06:42:05.789" v="3032" actId="1076"/>
          <ac:spMkLst>
            <pc:docMk/>
            <pc:sldMk cId="391420764" sldId="2147468669"/>
            <ac:spMk id="77" creationId="{C7931002-8929-6F49-AC1B-0508EB101368}"/>
          </ac:spMkLst>
        </pc:spChg>
        <pc:spChg chg="add mod">
          <ac:chgData name="Takeuchi, Koichiro" userId="b3848a05-443b-4434-8fa5-7398ca0c03c9" providerId="ADAL" clId="{80B71E5D-E31E-4962-AC9B-BD35B338D1CC}" dt="2024-05-24T06:42:05.789" v="3032" actId="1076"/>
          <ac:spMkLst>
            <pc:docMk/>
            <pc:sldMk cId="391420764" sldId="2147468669"/>
            <ac:spMk id="78" creationId="{1A1E1CC9-CBE3-65FC-9A63-14E685FA25C4}"/>
          </ac:spMkLst>
        </pc:spChg>
        <pc:grpChg chg="add mod">
          <ac:chgData name="Takeuchi, Koichiro" userId="b3848a05-443b-4434-8fa5-7398ca0c03c9" providerId="ADAL" clId="{80B71E5D-E31E-4962-AC9B-BD35B338D1CC}" dt="2024-05-24T06:41:43.420" v="3026"/>
          <ac:grpSpMkLst>
            <pc:docMk/>
            <pc:sldMk cId="391420764" sldId="2147468669"/>
            <ac:grpSpMk id="7" creationId="{D4212EC4-946F-E421-5890-227E9FAD9F99}"/>
          </ac:grpSpMkLst>
        </pc:grpChg>
        <pc:grpChg chg="add mod">
          <ac:chgData name="Takeuchi, Koichiro" userId="b3848a05-443b-4434-8fa5-7398ca0c03c9" providerId="ADAL" clId="{80B71E5D-E31E-4962-AC9B-BD35B338D1CC}" dt="2024-05-24T06:41:50.709" v="3029" actId="1076"/>
          <ac:grpSpMkLst>
            <pc:docMk/>
            <pc:sldMk cId="391420764" sldId="2147468669"/>
            <ac:grpSpMk id="31" creationId="{10F33DF7-C254-4C1E-01D7-B705A41B082E}"/>
          </ac:grpSpMkLst>
        </pc:grpChg>
        <pc:grpChg chg="add mod">
          <ac:chgData name="Takeuchi, Koichiro" userId="b3848a05-443b-4434-8fa5-7398ca0c03c9" providerId="ADAL" clId="{80B71E5D-E31E-4962-AC9B-BD35B338D1CC}" dt="2024-05-24T06:42:05.789" v="3032" actId="1076"/>
          <ac:grpSpMkLst>
            <pc:docMk/>
            <pc:sldMk cId="391420764" sldId="2147468669"/>
            <ac:grpSpMk id="55" creationId="{7F2FD1FF-EA48-0CD9-C272-424F492285FF}"/>
          </ac:grpSpMkLst>
        </pc:grpChg>
        <pc:picChg chg="add mod">
          <ac:chgData name="Takeuchi, Koichiro" userId="b3848a05-443b-4434-8fa5-7398ca0c03c9" providerId="ADAL" clId="{80B71E5D-E31E-4962-AC9B-BD35B338D1CC}" dt="2024-05-24T06:41:43.420" v="3026"/>
          <ac:picMkLst>
            <pc:docMk/>
            <pc:sldMk cId="391420764" sldId="2147468669"/>
            <ac:picMk id="22" creationId="{FFED5019-7AD3-254A-1BDA-4ED37A226492}"/>
          </ac:picMkLst>
        </pc:picChg>
        <pc:picChg chg="add mod">
          <ac:chgData name="Takeuchi, Koichiro" userId="b3848a05-443b-4434-8fa5-7398ca0c03c9" providerId="ADAL" clId="{80B71E5D-E31E-4962-AC9B-BD35B338D1CC}" dt="2024-05-24T06:41:43.420" v="3026"/>
          <ac:picMkLst>
            <pc:docMk/>
            <pc:sldMk cId="391420764" sldId="2147468669"/>
            <ac:picMk id="23" creationId="{C7A02E01-61D0-4C56-2205-82BC1E0A164D}"/>
          </ac:picMkLst>
        </pc:picChg>
        <pc:picChg chg="add mod">
          <ac:chgData name="Takeuchi, Koichiro" userId="b3848a05-443b-4434-8fa5-7398ca0c03c9" providerId="ADAL" clId="{80B71E5D-E31E-4962-AC9B-BD35B338D1CC}" dt="2024-05-24T06:41:43.420" v="3026"/>
          <ac:picMkLst>
            <pc:docMk/>
            <pc:sldMk cId="391420764" sldId="2147468669"/>
            <ac:picMk id="24" creationId="{6A6E67C1-FF59-72E9-C143-00E9225611A5}"/>
          </ac:picMkLst>
        </pc:picChg>
        <pc:picChg chg="del">
          <ac:chgData name="Takeuchi, Koichiro" userId="b3848a05-443b-4434-8fa5-7398ca0c03c9" providerId="ADAL" clId="{80B71E5D-E31E-4962-AC9B-BD35B338D1CC}" dt="2024-05-24T06:41:21.706" v="3025" actId="478"/>
          <ac:picMkLst>
            <pc:docMk/>
            <pc:sldMk cId="391420764" sldId="2147468669"/>
            <ac:picMk id="28" creationId="{51FCC3F8-6BA6-5684-4EFD-6719E5763146}"/>
          </ac:picMkLst>
        </pc:picChg>
        <pc:picChg chg="add mod">
          <ac:chgData name="Takeuchi, Koichiro" userId="b3848a05-443b-4434-8fa5-7398ca0c03c9" providerId="ADAL" clId="{80B71E5D-E31E-4962-AC9B-BD35B338D1CC}" dt="2024-05-24T06:41:50.709" v="3029" actId="1076"/>
          <ac:picMkLst>
            <pc:docMk/>
            <pc:sldMk cId="391420764" sldId="2147468669"/>
            <ac:picMk id="46" creationId="{28A5E302-0542-A1B6-10B2-A3A3FD4F7A1C}"/>
          </ac:picMkLst>
        </pc:picChg>
        <pc:picChg chg="add mod">
          <ac:chgData name="Takeuchi, Koichiro" userId="b3848a05-443b-4434-8fa5-7398ca0c03c9" providerId="ADAL" clId="{80B71E5D-E31E-4962-AC9B-BD35B338D1CC}" dt="2024-05-24T06:41:50.709" v="3029" actId="1076"/>
          <ac:picMkLst>
            <pc:docMk/>
            <pc:sldMk cId="391420764" sldId="2147468669"/>
            <ac:picMk id="47" creationId="{41BD317E-E2AA-D1F8-CF9B-1FF01F06E33A}"/>
          </ac:picMkLst>
        </pc:picChg>
        <pc:picChg chg="add mod">
          <ac:chgData name="Takeuchi, Koichiro" userId="b3848a05-443b-4434-8fa5-7398ca0c03c9" providerId="ADAL" clId="{80B71E5D-E31E-4962-AC9B-BD35B338D1CC}" dt="2024-05-24T06:41:50.709" v="3029" actId="1076"/>
          <ac:picMkLst>
            <pc:docMk/>
            <pc:sldMk cId="391420764" sldId="2147468669"/>
            <ac:picMk id="48" creationId="{CEB96B0A-D2D2-B9E4-B25F-3CA55E5EE7F3}"/>
          </ac:picMkLst>
        </pc:picChg>
        <pc:picChg chg="add mod">
          <ac:chgData name="Takeuchi, Koichiro" userId="b3848a05-443b-4434-8fa5-7398ca0c03c9" providerId="ADAL" clId="{80B71E5D-E31E-4962-AC9B-BD35B338D1CC}" dt="2024-05-24T06:42:05.789" v="3032" actId="1076"/>
          <ac:picMkLst>
            <pc:docMk/>
            <pc:sldMk cId="391420764" sldId="2147468669"/>
            <ac:picMk id="70" creationId="{58ACF9F0-8A89-305F-318C-32C131258398}"/>
          </ac:picMkLst>
        </pc:picChg>
        <pc:picChg chg="add mod">
          <ac:chgData name="Takeuchi, Koichiro" userId="b3848a05-443b-4434-8fa5-7398ca0c03c9" providerId="ADAL" clId="{80B71E5D-E31E-4962-AC9B-BD35B338D1CC}" dt="2024-05-24T06:42:05.789" v="3032" actId="1076"/>
          <ac:picMkLst>
            <pc:docMk/>
            <pc:sldMk cId="391420764" sldId="2147468669"/>
            <ac:picMk id="71" creationId="{681D0C75-CCAC-6B55-5404-06EE2192791D}"/>
          </ac:picMkLst>
        </pc:picChg>
        <pc:picChg chg="add mod">
          <ac:chgData name="Takeuchi, Koichiro" userId="b3848a05-443b-4434-8fa5-7398ca0c03c9" providerId="ADAL" clId="{80B71E5D-E31E-4962-AC9B-BD35B338D1CC}" dt="2024-05-24T06:42:05.789" v="3032" actId="1076"/>
          <ac:picMkLst>
            <pc:docMk/>
            <pc:sldMk cId="391420764" sldId="2147468669"/>
            <ac:picMk id="72" creationId="{072A8AFC-A72B-8BA0-D5D9-E7CDDF05AD2F}"/>
          </ac:picMkLst>
        </pc:picChg>
        <pc:picChg chg="add">
          <ac:chgData name="Takeuchi, Koichiro" userId="b3848a05-443b-4434-8fa5-7398ca0c03c9" providerId="ADAL" clId="{80B71E5D-E31E-4962-AC9B-BD35B338D1CC}" dt="2024-05-24T06:42:11.577" v="3033"/>
          <ac:picMkLst>
            <pc:docMk/>
            <pc:sldMk cId="391420764" sldId="2147468669"/>
            <ac:picMk id="79" creationId="{A7A2788F-B0DF-C88D-BB4A-DC3B83FEF214}"/>
          </ac:picMkLst>
        </pc:picChg>
        <pc:picChg chg="add mod">
          <ac:chgData name="Takeuchi, Koichiro" userId="b3848a05-443b-4434-8fa5-7398ca0c03c9" providerId="ADAL" clId="{80B71E5D-E31E-4962-AC9B-BD35B338D1CC}" dt="2024-05-24T06:42:23.018" v="3040" actId="14100"/>
          <ac:picMkLst>
            <pc:docMk/>
            <pc:sldMk cId="391420764" sldId="2147468669"/>
            <ac:picMk id="80" creationId="{C2F194D1-B250-2A7F-9053-02A32239093A}"/>
          </ac:picMkLst>
        </pc:picChg>
        <pc:picChg chg="add">
          <ac:chgData name="Takeuchi, Koichiro" userId="b3848a05-443b-4434-8fa5-7398ca0c03c9" providerId="ADAL" clId="{80B71E5D-E31E-4962-AC9B-BD35B338D1CC}" dt="2024-05-24T06:43:10.096" v="3043"/>
          <ac:picMkLst>
            <pc:docMk/>
            <pc:sldMk cId="391420764" sldId="2147468669"/>
            <ac:picMk id="81" creationId="{1D3E4B69-C716-2243-6FFC-30B7AA8880B5}"/>
          </ac:picMkLst>
        </pc:picChg>
        <pc:picChg chg="add del mod">
          <ac:chgData name="Takeuchi, Koichiro" userId="b3848a05-443b-4434-8fa5-7398ca0c03c9" providerId="ADAL" clId="{80B71E5D-E31E-4962-AC9B-BD35B338D1CC}" dt="2024-05-24T06:44:05.652" v="3134" actId="478"/>
          <ac:picMkLst>
            <pc:docMk/>
            <pc:sldMk cId="391420764" sldId="2147468669"/>
            <ac:picMk id="82" creationId="{27654A23-5E5E-677C-8A35-9815E3519705}"/>
          </ac:picMkLst>
        </pc:picChg>
        <pc:picChg chg="add del mod">
          <ac:chgData name="Takeuchi, Koichiro" userId="b3848a05-443b-4434-8fa5-7398ca0c03c9" providerId="ADAL" clId="{80B71E5D-E31E-4962-AC9B-BD35B338D1CC}" dt="2024-05-24T06:44:05.652" v="3134" actId="478"/>
          <ac:picMkLst>
            <pc:docMk/>
            <pc:sldMk cId="391420764" sldId="2147468669"/>
            <ac:picMk id="83" creationId="{0D9DEBFE-3FA9-9FB0-DF45-42CFDADDFD5E}"/>
          </ac:picMkLst>
        </pc:picChg>
        <pc:picChg chg="add mod">
          <ac:chgData name="Takeuchi, Koichiro" userId="b3848a05-443b-4434-8fa5-7398ca0c03c9" providerId="ADAL" clId="{80B71E5D-E31E-4962-AC9B-BD35B338D1CC}" dt="2024-05-24T06:46:07.589" v="3163" actId="14100"/>
          <ac:picMkLst>
            <pc:docMk/>
            <pc:sldMk cId="391420764" sldId="2147468669"/>
            <ac:picMk id="84" creationId="{5686DDBB-695A-8F80-7CA1-57CC61E7D172}"/>
          </ac:picMkLst>
        </pc:picChg>
        <pc:picChg chg="add mod">
          <ac:chgData name="Takeuchi, Koichiro" userId="b3848a05-443b-4434-8fa5-7398ca0c03c9" providerId="ADAL" clId="{80B71E5D-E31E-4962-AC9B-BD35B338D1CC}" dt="2024-05-24T06:48:34.307" v="3386" actId="1036"/>
          <ac:picMkLst>
            <pc:docMk/>
            <pc:sldMk cId="391420764" sldId="2147468669"/>
            <ac:picMk id="85" creationId="{EF63B083-6B97-50B2-A727-5D9939E0FB23}"/>
          </ac:picMkLst>
        </pc:picChg>
        <pc:cxnChg chg="add mod">
          <ac:chgData name="Takeuchi, Koichiro" userId="b3848a05-443b-4434-8fa5-7398ca0c03c9" providerId="ADAL" clId="{80B71E5D-E31E-4962-AC9B-BD35B338D1CC}" dt="2024-05-24T06:41:43.420" v="3026"/>
          <ac:cxnSpMkLst>
            <pc:docMk/>
            <pc:sldMk cId="391420764" sldId="2147468669"/>
            <ac:cxnSpMk id="17" creationId="{A8D4705D-16A6-239D-6BC6-44B5577D7919}"/>
          </ac:cxnSpMkLst>
        </pc:cxnChg>
        <pc:cxnChg chg="add mod">
          <ac:chgData name="Takeuchi, Koichiro" userId="b3848a05-443b-4434-8fa5-7398ca0c03c9" providerId="ADAL" clId="{80B71E5D-E31E-4962-AC9B-BD35B338D1CC}" dt="2024-05-24T06:41:43.420" v="3026"/>
          <ac:cxnSpMkLst>
            <pc:docMk/>
            <pc:sldMk cId="391420764" sldId="2147468669"/>
            <ac:cxnSpMk id="20" creationId="{B5680393-E581-BD56-ABDF-9D78F0CB1306}"/>
          </ac:cxnSpMkLst>
        </pc:cxnChg>
        <pc:cxnChg chg="add mod">
          <ac:chgData name="Takeuchi, Koichiro" userId="b3848a05-443b-4434-8fa5-7398ca0c03c9" providerId="ADAL" clId="{80B71E5D-E31E-4962-AC9B-BD35B338D1CC}" dt="2024-05-24T06:41:43.420" v="3026"/>
          <ac:cxnSpMkLst>
            <pc:docMk/>
            <pc:sldMk cId="391420764" sldId="2147468669"/>
            <ac:cxnSpMk id="21" creationId="{CE4EFC4C-1F15-3862-A4F9-90EF1CFB134D}"/>
          </ac:cxnSpMkLst>
        </pc:cxnChg>
        <pc:cxnChg chg="add mod">
          <ac:chgData name="Takeuchi, Koichiro" userId="b3848a05-443b-4434-8fa5-7398ca0c03c9" providerId="ADAL" clId="{80B71E5D-E31E-4962-AC9B-BD35B338D1CC}" dt="2024-05-24T06:41:43.420" v="3026"/>
          <ac:cxnSpMkLst>
            <pc:docMk/>
            <pc:sldMk cId="391420764" sldId="2147468669"/>
            <ac:cxnSpMk id="26" creationId="{440344F5-0DB1-5E9F-C00C-CBA13D3618A0}"/>
          </ac:cxnSpMkLst>
        </pc:cxnChg>
        <pc:cxnChg chg="add mod">
          <ac:chgData name="Takeuchi, Koichiro" userId="b3848a05-443b-4434-8fa5-7398ca0c03c9" providerId="ADAL" clId="{80B71E5D-E31E-4962-AC9B-BD35B338D1CC}" dt="2024-05-24T06:41:50.709" v="3029" actId="1076"/>
          <ac:cxnSpMkLst>
            <pc:docMk/>
            <pc:sldMk cId="391420764" sldId="2147468669"/>
            <ac:cxnSpMk id="41" creationId="{AABA8651-903A-A364-8189-AD1C57EA7486}"/>
          </ac:cxnSpMkLst>
        </pc:cxnChg>
        <pc:cxnChg chg="add mod">
          <ac:chgData name="Takeuchi, Koichiro" userId="b3848a05-443b-4434-8fa5-7398ca0c03c9" providerId="ADAL" clId="{80B71E5D-E31E-4962-AC9B-BD35B338D1CC}" dt="2024-05-24T06:41:50.709" v="3029" actId="1076"/>
          <ac:cxnSpMkLst>
            <pc:docMk/>
            <pc:sldMk cId="391420764" sldId="2147468669"/>
            <ac:cxnSpMk id="44" creationId="{1A4411EA-1609-1203-F54B-60C7DFAB7550}"/>
          </ac:cxnSpMkLst>
        </pc:cxnChg>
        <pc:cxnChg chg="add mod">
          <ac:chgData name="Takeuchi, Koichiro" userId="b3848a05-443b-4434-8fa5-7398ca0c03c9" providerId="ADAL" clId="{80B71E5D-E31E-4962-AC9B-BD35B338D1CC}" dt="2024-05-24T06:41:50.709" v="3029" actId="1076"/>
          <ac:cxnSpMkLst>
            <pc:docMk/>
            <pc:sldMk cId="391420764" sldId="2147468669"/>
            <ac:cxnSpMk id="45" creationId="{92C9D5EF-C695-5941-0DC2-7CD41833B4D8}"/>
          </ac:cxnSpMkLst>
        </pc:cxnChg>
        <pc:cxnChg chg="add mod">
          <ac:chgData name="Takeuchi, Koichiro" userId="b3848a05-443b-4434-8fa5-7398ca0c03c9" providerId="ADAL" clId="{80B71E5D-E31E-4962-AC9B-BD35B338D1CC}" dt="2024-05-24T06:41:50.709" v="3029" actId="1076"/>
          <ac:cxnSpMkLst>
            <pc:docMk/>
            <pc:sldMk cId="391420764" sldId="2147468669"/>
            <ac:cxnSpMk id="50" creationId="{490D6F0D-C44A-F2B0-B39C-68F55E1C1872}"/>
          </ac:cxnSpMkLst>
        </pc:cxnChg>
        <pc:cxnChg chg="add mod">
          <ac:chgData name="Takeuchi, Koichiro" userId="b3848a05-443b-4434-8fa5-7398ca0c03c9" providerId="ADAL" clId="{80B71E5D-E31E-4962-AC9B-BD35B338D1CC}" dt="2024-05-24T06:42:05.789" v="3032" actId="1076"/>
          <ac:cxnSpMkLst>
            <pc:docMk/>
            <pc:sldMk cId="391420764" sldId="2147468669"/>
            <ac:cxnSpMk id="65" creationId="{783DBC63-D971-CB43-8E0F-FD9E311FA859}"/>
          </ac:cxnSpMkLst>
        </pc:cxnChg>
        <pc:cxnChg chg="add mod">
          <ac:chgData name="Takeuchi, Koichiro" userId="b3848a05-443b-4434-8fa5-7398ca0c03c9" providerId="ADAL" clId="{80B71E5D-E31E-4962-AC9B-BD35B338D1CC}" dt="2024-05-24T06:42:05.789" v="3032" actId="1076"/>
          <ac:cxnSpMkLst>
            <pc:docMk/>
            <pc:sldMk cId="391420764" sldId="2147468669"/>
            <ac:cxnSpMk id="68" creationId="{E6291E8F-EEA3-F2DB-E3BE-D971AF463337}"/>
          </ac:cxnSpMkLst>
        </pc:cxnChg>
        <pc:cxnChg chg="add mod">
          <ac:chgData name="Takeuchi, Koichiro" userId="b3848a05-443b-4434-8fa5-7398ca0c03c9" providerId="ADAL" clId="{80B71E5D-E31E-4962-AC9B-BD35B338D1CC}" dt="2024-05-24T06:42:05.789" v="3032" actId="1076"/>
          <ac:cxnSpMkLst>
            <pc:docMk/>
            <pc:sldMk cId="391420764" sldId="2147468669"/>
            <ac:cxnSpMk id="69" creationId="{0A10F5DB-5BDC-0019-F53D-E4C7A9221881}"/>
          </ac:cxnSpMkLst>
        </pc:cxnChg>
        <pc:cxnChg chg="add mod">
          <ac:chgData name="Takeuchi, Koichiro" userId="b3848a05-443b-4434-8fa5-7398ca0c03c9" providerId="ADAL" clId="{80B71E5D-E31E-4962-AC9B-BD35B338D1CC}" dt="2024-05-24T06:42:05.789" v="3032" actId="1076"/>
          <ac:cxnSpMkLst>
            <pc:docMk/>
            <pc:sldMk cId="391420764" sldId="2147468669"/>
            <ac:cxnSpMk id="74" creationId="{B29633F2-FBA5-B80C-2ADC-2B8CF2B844F6}"/>
          </ac:cxnSpMkLst>
        </pc:cxnChg>
      </pc:sldChg>
      <pc:sldChg chg="addSp delSp modSp add mod">
        <pc:chgData name="Takeuchi, Koichiro" userId="b3848a05-443b-4434-8fa5-7398ca0c03c9" providerId="ADAL" clId="{80B71E5D-E31E-4962-AC9B-BD35B338D1CC}" dt="2024-05-24T07:00:48.307" v="4103" actId="20577"/>
        <pc:sldMkLst>
          <pc:docMk/>
          <pc:sldMk cId="3260510982" sldId="2147468670"/>
        </pc:sldMkLst>
        <pc:spChg chg="mod">
          <ac:chgData name="Takeuchi, Koichiro" userId="b3848a05-443b-4434-8fa5-7398ca0c03c9" providerId="ADAL" clId="{80B71E5D-E31E-4962-AC9B-BD35B338D1CC}" dt="2024-05-24T07:00:48.307" v="4103" actId="20577"/>
          <ac:spMkLst>
            <pc:docMk/>
            <pc:sldMk cId="3260510982" sldId="2147468670"/>
            <ac:spMk id="2" creationId="{236E8044-5707-32C9-BB39-B5830ACA9388}"/>
          </ac:spMkLst>
        </pc:spChg>
        <pc:spChg chg="mod">
          <ac:chgData name="Takeuchi, Koichiro" userId="b3848a05-443b-4434-8fa5-7398ca0c03c9" providerId="ADAL" clId="{80B71E5D-E31E-4962-AC9B-BD35B338D1CC}" dt="2024-05-24T06:58:13.909" v="4039" actId="20577"/>
          <ac:spMkLst>
            <pc:docMk/>
            <pc:sldMk cId="3260510982" sldId="2147468670"/>
            <ac:spMk id="3" creationId="{6F87811F-22A0-40CB-5137-F9234735B4E4}"/>
          </ac:spMkLst>
        </pc:spChg>
        <pc:spChg chg="mod">
          <ac:chgData name="Takeuchi, Koichiro" userId="b3848a05-443b-4434-8fa5-7398ca0c03c9" providerId="ADAL" clId="{80B71E5D-E31E-4962-AC9B-BD35B338D1CC}" dt="2024-05-24T06:59:25.150" v="4049" actId="20577"/>
          <ac:spMkLst>
            <pc:docMk/>
            <pc:sldMk cId="3260510982" sldId="2147468670"/>
            <ac:spMk id="4" creationId="{4E91C10C-2DEB-B4D7-60F2-3238F2D38E1C}"/>
          </ac:spMkLst>
        </pc:spChg>
        <pc:spChg chg="add mod">
          <ac:chgData name="Takeuchi, Koichiro" userId="b3848a05-443b-4434-8fa5-7398ca0c03c9" providerId="ADAL" clId="{80B71E5D-E31E-4962-AC9B-BD35B338D1CC}" dt="2024-05-24T06:55:21.043" v="3657"/>
          <ac:spMkLst>
            <pc:docMk/>
            <pc:sldMk cId="3260510982" sldId="2147468670"/>
            <ac:spMk id="8" creationId="{CDDCE6F2-9288-BD29-7ABF-9B3CAEDCC58C}"/>
          </ac:spMkLst>
        </pc:spChg>
        <pc:spChg chg="add mod">
          <ac:chgData name="Takeuchi, Koichiro" userId="b3848a05-443b-4434-8fa5-7398ca0c03c9" providerId="ADAL" clId="{80B71E5D-E31E-4962-AC9B-BD35B338D1CC}" dt="2024-05-24T06:55:21.043" v="3657"/>
          <ac:spMkLst>
            <pc:docMk/>
            <pc:sldMk cId="3260510982" sldId="2147468670"/>
            <ac:spMk id="9" creationId="{4CCE95F2-FE35-CDDD-E343-07C0A4488FD1}"/>
          </ac:spMkLst>
        </pc:spChg>
        <pc:spChg chg="add mod">
          <ac:chgData name="Takeuchi, Koichiro" userId="b3848a05-443b-4434-8fa5-7398ca0c03c9" providerId="ADAL" clId="{80B71E5D-E31E-4962-AC9B-BD35B338D1CC}" dt="2024-05-24T06:55:21.043" v="3657"/>
          <ac:spMkLst>
            <pc:docMk/>
            <pc:sldMk cId="3260510982" sldId="2147468670"/>
            <ac:spMk id="10" creationId="{6ED2A0D5-B2BB-096E-1FBB-4FC96EF923F4}"/>
          </ac:spMkLst>
        </pc:spChg>
        <pc:spChg chg="add mod">
          <ac:chgData name="Takeuchi, Koichiro" userId="b3848a05-443b-4434-8fa5-7398ca0c03c9" providerId="ADAL" clId="{80B71E5D-E31E-4962-AC9B-BD35B338D1CC}" dt="2024-05-24T06:55:21.043" v="3657"/>
          <ac:spMkLst>
            <pc:docMk/>
            <pc:sldMk cId="3260510982" sldId="2147468670"/>
            <ac:spMk id="11" creationId="{129A466A-3372-7DF2-5712-C42462704E55}"/>
          </ac:spMkLst>
        </pc:spChg>
        <pc:spChg chg="add mod">
          <ac:chgData name="Takeuchi, Koichiro" userId="b3848a05-443b-4434-8fa5-7398ca0c03c9" providerId="ADAL" clId="{80B71E5D-E31E-4962-AC9B-BD35B338D1CC}" dt="2024-05-24T06:55:21.043" v="3657"/>
          <ac:spMkLst>
            <pc:docMk/>
            <pc:sldMk cId="3260510982" sldId="2147468670"/>
            <ac:spMk id="12" creationId="{38F9CD94-1979-80BA-2FEE-99E3705EFAA4}"/>
          </ac:spMkLst>
        </pc:spChg>
        <pc:spChg chg="add mod">
          <ac:chgData name="Takeuchi, Koichiro" userId="b3848a05-443b-4434-8fa5-7398ca0c03c9" providerId="ADAL" clId="{80B71E5D-E31E-4962-AC9B-BD35B338D1CC}" dt="2024-05-24T06:55:21.043" v="3657"/>
          <ac:spMkLst>
            <pc:docMk/>
            <pc:sldMk cId="3260510982" sldId="2147468670"/>
            <ac:spMk id="13" creationId="{814B6E50-7215-BD5F-A08A-76522DFDA07F}"/>
          </ac:spMkLst>
        </pc:spChg>
        <pc:spChg chg="add mod">
          <ac:chgData name="Takeuchi, Koichiro" userId="b3848a05-443b-4434-8fa5-7398ca0c03c9" providerId="ADAL" clId="{80B71E5D-E31E-4962-AC9B-BD35B338D1CC}" dt="2024-05-24T06:55:21.043" v="3657"/>
          <ac:spMkLst>
            <pc:docMk/>
            <pc:sldMk cId="3260510982" sldId="2147468670"/>
            <ac:spMk id="14" creationId="{291EAAF0-F479-A66D-B5C1-F4928F3E7318}"/>
          </ac:spMkLst>
        </pc:spChg>
        <pc:spChg chg="add mod">
          <ac:chgData name="Takeuchi, Koichiro" userId="b3848a05-443b-4434-8fa5-7398ca0c03c9" providerId="ADAL" clId="{80B71E5D-E31E-4962-AC9B-BD35B338D1CC}" dt="2024-05-24T06:55:21.043" v="3657"/>
          <ac:spMkLst>
            <pc:docMk/>
            <pc:sldMk cId="3260510982" sldId="2147468670"/>
            <ac:spMk id="15" creationId="{60627E1A-3DAA-4889-D282-656B0BD0C8D5}"/>
          </ac:spMkLst>
        </pc:spChg>
        <pc:spChg chg="add mod">
          <ac:chgData name="Takeuchi, Koichiro" userId="b3848a05-443b-4434-8fa5-7398ca0c03c9" providerId="ADAL" clId="{80B71E5D-E31E-4962-AC9B-BD35B338D1CC}" dt="2024-05-24T06:55:21.043" v="3657"/>
          <ac:spMkLst>
            <pc:docMk/>
            <pc:sldMk cId="3260510982" sldId="2147468670"/>
            <ac:spMk id="16" creationId="{4DADC4A8-F48D-3591-A986-AAA5C5E36986}"/>
          </ac:spMkLst>
        </pc:spChg>
        <pc:spChg chg="add mod">
          <ac:chgData name="Takeuchi, Koichiro" userId="b3848a05-443b-4434-8fa5-7398ca0c03c9" providerId="ADAL" clId="{80B71E5D-E31E-4962-AC9B-BD35B338D1CC}" dt="2024-05-24T06:55:21.043" v="3657"/>
          <ac:spMkLst>
            <pc:docMk/>
            <pc:sldMk cId="3260510982" sldId="2147468670"/>
            <ac:spMk id="17" creationId="{11FC6970-3348-F473-8EB1-0F1DB9BD5695}"/>
          </ac:spMkLst>
        </pc:spChg>
        <pc:spChg chg="add mod">
          <ac:chgData name="Takeuchi, Koichiro" userId="b3848a05-443b-4434-8fa5-7398ca0c03c9" providerId="ADAL" clId="{80B71E5D-E31E-4962-AC9B-BD35B338D1CC}" dt="2024-05-24T06:55:21.043" v="3657"/>
          <ac:spMkLst>
            <pc:docMk/>
            <pc:sldMk cId="3260510982" sldId="2147468670"/>
            <ac:spMk id="18" creationId="{089EDE5E-EF4A-2C8A-9B4D-392AF33D1B50}"/>
          </ac:spMkLst>
        </pc:spChg>
        <pc:spChg chg="add mod">
          <ac:chgData name="Takeuchi, Koichiro" userId="b3848a05-443b-4434-8fa5-7398ca0c03c9" providerId="ADAL" clId="{80B71E5D-E31E-4962-AC9B-BD35B338D1CC}" dt="2024-05-24T06:55:21.043" v="3657"/>
          <ac:spMkLst>
            <pc:docMk/>
            <pc:sldMk cId="3260510982" sldId="2147468670"/>
            <ac:spMk id="25" creationId="{259B9135-916B-32DF-9482-8CCC1B41CB59}"/>
          </ac:spMkLst>
        </pc:spChg>
        <pc:spChg chg="add mod">
          <ac:chgData name="Takeuchi, Koichiro" userId="b3848a05-443b-4434-8fa5-7398ca0c03c9" providerId="ADAL" clId="{80B71E5D-E31E-4962-AC9B-BD35B338D1CC}" dt="2024-05-24T06:55:21.043" v="3657"/>
          <ac:spMkLst>
            <pc:docMk/>
            <pc:sldMk cId="3260510982" sldId="2147468670"/>
            <ac:spMk id="26" creationId="{5B8CBC7A-40A6-35A1-796D-24835B3DBF01}"/>
          </ac:spMkLst>
        </pc:spChg>
        <pc:spChg chg="add mod">
          <ac:chgData name="Takeuchi, Koichiro" userId="b3848a05-443b-4434-8fa5-7398ca0c03c9" providerId="ADAL" clId="{80B71E5D-E31E-4962-AC9B-BD35B338D1CC}" dt="2024-05-24T06:55:21.043" v="3657"/>
          <ac:spMkLst>
            <pc:docMk/>
            <pc:sldMk cId="3260510982" sldId="2147468670"/>
            <ac:spMk id="27" creationId="{BB81A55F-0168-4E2E-21FD-5C510A688DF5}"/>
          </ac:spMkLst>
        </pc:spChg>
        <pc:spChg chg="add mod">
          <ac:chgData name="Takeuchi, Koichiro" userId="b3848a05-443b-4434-8fa5-7398ca0c03c9" providerId="ADAL" clId="{80B71E5D-E31E-4962-AC9B-BD35B338D1CC}" dt="2024-05-24T06:55:21.043" v="3657"/>
          <ac:spMkLst>
            <pc:docMk/>
            <pc:sldMk cId="3260510982" sldId="2147468670"/>
            <ac:spMk id="28" creationId="{00E2A183-D5A7-F7CF-6EDD-3C1A0621EC87}"/>
          </ac:spMkLst>
        </pc:spChg>
        <pc:spChg chg="add mod">
          <ac:chgData name="Takeuchi, Koichiro" userId="b3848a05-443b-4434-8fa5-7398ca0c03c9" providerId="ADAL" clId="{80B71E5D-E31E-4962-AC9B-BD35B338D1CC}" dt="2024-05-24T06:55:21.043" v="3657"/>
          <ac:spMkLst>
            <pc:docMk/>
            <pc:sldMk cId="3260510982" sldId="2147468670"/>
            <ac:spMk id="29" creationId="{28B627AF-45F3-63AB-2DA7-C071DA0888B2}"/>
          </ac:spMkLst>
        </pc:spChg>
        <pc:spChg chg="add mod">
          <ac:chgData name="Takeuchi, Koichiro" userId="b3848a05-443b-4434-8fa5-7398ca0c03c9" providerId="ADAL" clId="{80B71E5D-E31E-4962-AC9B-BD35B338D1CC}" dt="2024-05-24T06:55:21.043" v="3657"/>
          <ac:spMkLst>
            <pc:docMk/>
            <pc:sldMk cId="3260510982" sldId="2147468670"/>
            <ac:spMk id="30" creationId="{06863CA3-914D-415D-6670-CA872FA537AF}"/>
          </ac:spMkLst>
        </pc:spChg>
        <pc:spChg chg="add mod">
          <ac:chgData name="Takeuchi, Koichiro" userId="b3848a05-443b-4434-8fa5-7398ca0c03c9" providerId="ADAL" clId="{80B71E5D-E31E-4962-AC9B-BD35B338D1CC}" dt="2024-05-24T06:55:21.043" v="3657"/>
          <ac:spMkLst>
            <pc:docMk/>
            <pc:sldMk cId="3260510982" sldId="2147468670"/>
            <ac:spMk id="31" creationId="{049DF2D7-951F-3B99-8C26-AF364679E837}"/>
          </ac:spMkLst>
        </pc:spChg>
        <pc:spChg chg="add mod">
          <ac:chgData name="Takeuchi, Koichiro" userId="b3848a05-443b-4434-8fa5-7398ca0c03c9" providerId="ADAL" clId="{80B71E5D-E31E-4962-AC9B-BD35B338D1CC}" dt="2024-05-24T06:55:21.043" v="3657"/>
          <ac:spMkLst>
            <pc:docMk/>
            <pc:sldMk cId="3260510982" sldId="2147468670"/>
            <ac:spMk id="36" creationId="{EDEEC6AF-FC42-4BE5-F582-2FE779F92B15}"/>
          </ac:spMkLst>
        </pc:spChg>
        <pc:spChg chg="add mod">
          <ac:chgData name="Takeuchi, Koichiro" userId="b3848a05-443b-4434-8fa5-7398ca0c03c9" providerId="ADAL" clId="{80B71E5D-E31E-4962-AC9B-BD35B338D1CC}" dt="2024-05-24T06:55:21.043" v="3657"/>
          <ac:spMkLst>
            <pc:docMk/>
            <pc:sldMk cId="3260510982" sldId="2147468670"/>
            <ac:spMk id="38" creationId="{46B94610-AF08-43BD-30E6-BC5244447AD0}"/>
          </ac:spMkLst>
        </pc:spChg>
        <pc:spChg chg="add mod">
          <ac:chgData name="Takeuchi, Koichiro" userId="b3848a05-443b-4434-8fa5-7398ca0c03c9" providerId="ADAL" clId="{80B71E5D-E31E-4962-AC9B-BD35B338D1CC}" dt="2024-05-24T06:55:21.043" v="3657"/>
          <ac:spMkLst>
            <pc:docMk/>
            <pc:sldMk cId="3260510982" sldId="2147468670"/>
            <ac:spMk id="39" creationId="{11351507-F53B-591C-A935-9E3A47FDD3D5}"/>
          </ac:spMkLst>
        </pc:spChg>
        <pc:spChg chg="add mod">
          <ac:chgData name="Takeuchi, Koichiro" userId="b3848a05-443b-4434-8fa5-7398ca0c03c9" providerId="ADAL" clId="{80B71E5D-E31E-4962-AC9B-BD35B338D1CC}" dt="2024-05-24T06:55:21.043" v="3657"/>
          <ac:spMkLst>
            <pc:docMk/>
            <pc:sldMk cId="3260510982" sldId="2147468670"/>
            <ac:spMk id="40" creationId="{E6D370B3-3156-39C8-99AE-D3BD028BD09C}"/>
          </ac:spMkLst>
        </pc:spChg>
        <pc:spChg chg="add mod">
          <ac:chgData name="Takeuchi, Koichiro" userId="b3848a05-443b-4434-8fa5-7398ca0c03c9" providerId="ADAL" clId="{80B71E5D-E31E-4962-AC9B-BD35B338D1CC}" dt="2024-05-24T06:55:21.043" v="3657"/>
          <ac:spMkLst>
            <pc:docMk/>
            <pc:sldMk cId="3260510982" sldId="2147468670"/>
            <ac:spMk id="42" creationId="{EB80D8F9-1358-6BF0-C1ED-412C24B46888}"/>
          </ac:spMkLst>
        </pc:spChg>
        <pc:spChg chg="add mod">
          <ac:chgData name="Takeuchi, Koichiro" userId="b3848a05-443b-4434-8fa5-7398ca0c03c9" providerId="ADAL" clId="{80B71E5D-E31E-4962-AC9B-BD35B338D1CC}" dt="2024-05-24T06:55:21.043" v="3657"/>
          <ac:spMkLst>
            <pc:docMk/>
            <pc:sldMk cId="3260510982" sldId="2147468670"/>
            <ac:spMk id="43" creationId="{F6767280-66D4-1630-02C0-E020240CD770}"/>
          </ac:spMkLst>
        </pc:spChg>
        <pc:spChg chg="add mod">
          <ac:chgData name="Takeuchi, Koichiro" userId="b3848a05-443b-4434-8fa5-7398ca0c03c9" providerId="ADAL" clId="{80B71E5D-E31E-4962-AC9B-BD35B338D1CC}" dt="2024-05-24T06:55:21.043" v="3657"/>
          <ac:spMkLst>
            <pc:docMk/>
            <pc:sldMk cId="3260510982" sldId="2147468670"/>
            <ac:spMk id="44" creationId="{F7268797-B446-4CB5-96CA-703CD68E0F94}"/>
          </ac:spMkLst>
        </pc:spChg>
        <pc:spChg chg="add mod">
          <ac:chgData name="Takeuchi, Koichiro" userId="b3848a05-443b-4434-8fa5-7398ca0c03c9" providerId="ADAL" clId="{80B71E5D-E31E-4962-AC9B-BD35B338D1CC}" dt="2024-05-24T06:55:21.043" v="3657"/>
          <ac:spMkLst>
            <pc:docMk/>
            <pc:sldMk cId="3260510982" sldId="2147468670"/>
            <ac:spMk id="45" creationId="{707B1220-E2D1-AF0B-F223-08FB252953C2}"/>
          </ac:spMkLst>
        </pc:spChg>
        <pc:spChg chg="add mod">
          <ac:chgData name="Takeuchi, Koichiro" userId="b3848a05-443b-4434-8fa5-7398ca0c03c9" providerId="ADAL" clId="{80B71E5D-E31E-4962-AC9B-BD35B338D1CC}" dt="2024-05-24T06:55:21.043" v="3657"/>
          <ac:spMkLst>
            <pc:docMk/>
            <pc:sldMk cId="3260510982" sldId="2147468670"/>
            <ac:spMk id="48" creationId="{6482A961-B2B7-7B50-A042-EF67D1A79FB5}"/>
          </ac:spMkLst>
        </pc:spChg>
        <pc:spChg chg="add mod">
          <ac:chgData name="Takeuchi, Koichiro" userId="b3848a05-443b-4434-8fa5-7398ca0c03c9" providerId="ADAL" clId="{80B71E5D-E31E-4962-AC9B-BD35B338D1CC}" dt="2024-05-24T06:55:21.043" v="3657"/>
          <ac:spMkLst>
            <pc:docMk/>
            <pc:sldMk cId="3260510982" sldId="2147468670"/>
            <ac:spMk id="49" creationId="{5E40CAAF-57B7-63CF-88CF-C1D36C5218B4}"/>
          </ac:spMkLst>
        </pc:spChg>
        <pc:spChg chg="add mod">
          <ac:chgData name="Takeuchi, Koichiro" userId="b3848a05-443b-4434-8fa5-7398ca0c03c9" providerId="ADAL" clId="{80B71E5D-E31E-4962-AC9B-BD35B338D1CC}" dt="2024-05-24T06:55:21.043" v="3657"/>
          <ac:spMkLst>
            <pc:docMk/>
            <pc:sldMk cId="3260510982" sldId="2147468670"/>
            <ac:spMk id="50" creationId="{A1DE78F9-28A1-6FB4-F7E2-97891A656023}"/>
          </ac:spMkLst>
        </pc:spChg>
        <pc:spChg chg="add mod">
          <ac:chgData name="Takeuchi, Koichiro" userId="b3848a05-443b-4434-8fa5-7398ca0c03c9" providerId="ADAL" clId="{80B71E5D-E31E-4962-AC9B-BD35B338D1CC}" dt="2024-05-24T06:55:21.043" v="3657"/>
          <ac:spMkLst>
            <pc:docMk/>
            <pc:sldMk cId="3260510982" sldId="2147468670"/>
            <ac:spMk id="51" creationId="{4D8AA017-D1AE-A89B-5596-1A7D2CCD1021}"/>
          </ac:spMkLst>
        </pc:spChg>
        <pc:spChg chg="add mod">
          <ac:chgData name="Takeuchi, Koichiro" userId="b3848a05-443b-4434-8fa5-7398ca0c03c9" providerId="ADAL" clId="{80B71E5D-E31E-4962-AC9B-BD35B338D1CC}" dt="2024-05-24T06:55:21.043" v="3657"/>
          <ac:spMkLst>
            <pc:docMk/>
            <pc:sldMk cId="3260510982" sldId="2147468670"/>
            <ac:spMk id="52" creationId="{45062D33-82A0-5387-A784-ECF050BBBA49}"/>
          </ac:spMkLst>
        </pc:spChg>
        <pc:spChg chg="add mod">
          <ac:chgData name="Takeuchi, Koichiro" userId="b3848a05-443b-4434-8fa5-7398ca0c03c9" providerId="ADAL" clId="{80B71E5D-E31E-4962-AC9B-BD35B338D1CC}" dt="2024-05-24T06:55:21.043" v="3657"/>
          <ac:spMkLst>
            <pc:docMk/>
            <pc:sldMk cId="3260510982" sldId="2147468670"/>
            <ac:spMk id="53" creationId="{5ED2AA93-A290-C3CC-B888-BBBDD227727C}"/>
          </ac:spMkLst>
        </pc:spChg>
        <pc:spChg chg="add mod">
          <ac:chgData name="Takeuchi, Koichiro" userId="b3848a05-443b-4434-8fa5-7398ca0c03c9" providerId="ADAL" clId="{80B71E5D-E31E-4962-AC9B-BD35B338D1CC}" dt="2024-05-24T06:55:21.043" v="3657"/>
          <ac:spMkLst>
            <pc:docMk/>
            <pc:sldMk cId="3260510982" sldId="2147468670"/>
            <ac:spMk id="54" creationId="{CB5ACA1E-236D-BE33-6F82-7A5CFD8EFEA9}"/>
          </ac:spMkLst>
        </pc:spChg>
        <pc:spChg chg="add mod">
          <ac:chgData name="Takeuchi, Koichiro" userId="b3848a05-443b-4434-8fa5-7398ca0c03c9" providerId="ADAL" clId="{80B71E5D-E31E-4962-AC9B-BD35B338D1CC}" dt="2024-05-24T06:55:21.043" v="3657"/>
          <ac:spMkLst>
            <pc:docMk/>
            <pc:sldMk cId="3260510982" sldId="2147468670"/>
            <ac:spMk id="61" creationId="{6979E1E9-41BB-F28E-97A6-D5AE2CBC3B7C}"/>
          </ac:spMkLst>
        </pc:spChg>
        <pc:spChg chg="add mod">
          <ac:chgData name="Takeuchi, Koichiro" userId="b3848a05-443b-4434-8fa5-7398ca0c03c9" providerId="ADAL" clId="{80B71E5D-E31E-4962-AC9B-BD35B338D1CC}" dt="2024-05-24T06:55:21.043" v="3657"/>
          <ac:spMkLst>
            <pc:docMk/>
            <pc:sldMk cId="3260510982" sldId="2147468670"/>
            <ac:spMk id="63" creationId="{1B27BC66-90C6-9F7B-A0E5-08F843293D6B}"/>
          </ac:spMkLst>
        </pc:spChg>
        <pc:spChg chg="add mod">
          <ac:chgData name="Takeuchi, Koichiro" userId="b3848a05-443b-4434-8fa5-7398ca0c03c9" providerId="ADAL" clId="{80B71E5D-E31E-4962-AC9B-BD35B338D1CC}" dt="2024-05-24T06:55:21.043" v="3657"/>
          <ac:spMkLst>
            <pc:docMk/>
            <pc:sldMk cId="3260510982" sldId="2147468670"/>
            <ac:spMk id="64" creationId="{000B6B14-37BB-B620-830C-DDB204566406}"/>
          </ac:spMkLst>
        </pc:spChg>
        <pc:picChg chg="add mod">
          <ac:chgData name="Takeuchi, Koichiro" userId="b3848a05-443b-4434-8fa5-7398ca0c03c9" providerId="ADAL" clId="{80B71E5D-E31E-4962-AC9B-BD35B338D1CC}" dt="2024-05-24T06:55:45.508" v="3710" actId="14100"/>
          <ac:picMkLst>
            <pc:docMk/>
            <pc:sldMk cId="3260510982" sldId="2147468670"/>
            <ac:picMk id="65" creationId="{A5192F88-1C92-5242-738A-84588A81245F}"/>
          </ac:picMkLst>
        </pc:picChg>
        <pc:picChg chg="add mod">
          <ac:chgData name="Takeuchi, Koichiro" userId="b3848a05-443b-4434-8fa5-7398ca0c03c9" providerId="ADAL" clId="{80B71E5D-E31E-4962-AC9B-BD35B338D1CC}" dt="2024-05-24T06:56:18.287" v="3789" actId="1036"/>
          <ac:picMkLst>
            <pc:docMk/>
            <pc:sldMk cId="3260510982" sldId="2147468670"/>
            <ac:picMk id="66" creationId="{8B71749B-76DB-0499-1235-D3448BBB44EF}"/>
          </ac:picMkLst>
        </pc:picChg>
        <pc:picChg chg="add del mod">
          <ac:chgData name="Takeuchi, Koichiro" userId="b3848a05-443b-4434-8fa5-7398ca0c03c9" providerId="ADAL" clId="{80B71E5D-E31E-4962-AC9B-BD35B338D1CC}" dt="2024-05-24T06:57:25.060" v="3904" actId="478"/>
          <ac:picMkLst>
            <pc:docMk/>
            <pc:sldMk cId="3260510982" sldId="2147468670"/>
            <ac:picMk id="67" creationId="{CCADF11F-4FD4-6A43-77B8-983947523169}"/>
          </ac:picMkLst>
        </pc:picChg>
        <pc:picChg chg="add mod">
          <ac:chgData name="Takeuchi, Koichiro" userId="b3848a05-443b-4434-8fa5-7398ca0c03c9" providerId="ADAL" clId="{80B71E5D-E31E-4962-AC9B-BD35B338D1CC}" dt="2024-05-24T06:57:47.496" v="3930" actId="12788"/>
          <ac:picMkLst>
            <pc:docMk/>
            <pc:sldMk cId="3260510982" sldId="2147468670"/>
            <ac:picMk id="68" creationId="{00F9C26D-8B78-CC87-EF4B-8DA7F79EE475}"/>
          </ac:picMkLst>
        </pc:picChg>
        <pc:picChg chg="del">
          <ac:chgData name="Takeuchi, Koichiro" userId="b3848a05-443b-4434-8fa5-7398ca0c03c9" providerId="ADAL" clId="{80B71E5D-E31E-4962-AC9B-BD35B338D1CC}" dt="2024-05-24T06:53:37.793" v="3456" actId="478"/>
          <ac:picMkLst>
            <pc:docMk/>
            <pc:sldMk cId="3260510982" sldId="2147468670"/>
            <ac:picMk id="85" creationId="{EF63B083-6B97-50B2-A727-5D9939E0FB23}"/>
          </ac:picMkLst>
        </pc:picChg>
        <pc:cxnChg chg="add mod">
          <ac:chgData name="Takeuchi, Koichiro" userId="b3848a05-443b-4434-8fa5-7398ca0c03c9" providerId="ADAL" clId="{80B71E5D-E31E-4962-AC9B-BD35B338D1CC}" dt="2024-05-24T06:55:21.043" v="3657"/>
          <ac:cxnSpMkLst>
            <pc:docMk/>
            <pc:sldMk cId="3260510982" sldId="2147468670"/>
            <ac:cxnSpMk id="7" creationId="{9BBDAD17-7177-231F-CCCE-888D2D3D0D61}"/>
          </ac:cxnSpMkLst>
        </pc:cxnChg>
        <pc:cxnChg chg="add mod">
          <ac:chgData name="Takeuchi, Koichiro" userId="b3848a05-443b-4434-8fa5-7398ca0c03c9" providerId="ADAL" clId="{80B71E5D-E31E-4962-AC9B-BD35B338D1CC}" dt="2024-05-24T06:55:21.043" v="3657"/>
          <ac:cxnSpMkLst>
            <pc:docMk/>
            <pc:sldMk cId="3260510982" sldId="2147468670"/>
            <ac:cxnSpMk id="19" creationId="{B3F32866-C4A3-9BE4-7ABE-31572DEA9107}"/>
          </ac:cxnSpMkLst>
        </pc:cxnChg>
        <pc:cxnChg chg="add mod">
          <ac:chgData name="Takeuchi, Koichiro" userId="b3848a05-443b-4434-8fa5-7398ca0c03c9" providerId="ADAL" clId="{80B71E5D-E31E-4962-AC9B-BD35B338D1CC}" dt="2024-05-24T06:55:21.043" v="3657"/>
          <ac:cxnSpMkLst>
            <pc:docMk/>
            <pc:sldMk cId="3260510982" sldId="2147468670"/>
            <ac:cxnSpMk id="20" creationId="{8D3FA54F-27BB-F1D7-76A2-B1CE4578231A}"/>
          </ac:cxnSpMkLst>
        </pc:cxnChg>
        <pc:cxnChg chg="add mod">
          <ac:chgData name="Takeuchi, Koichiro" userId="b3848a05-443b-4434-8fa5-7398ca0c03c9" providerId="ADAL" clId="{80B71E5D-E31E-4962-AC9B-BD35B338D1CC}" dt="2024-05-24T06:55:21.043" v="3657"/>
          <ac:cxnSpMkLst>
            <pc:docMk/>
            <pc:sldMk cId="3260510982" sldId="2147468670"/>
            <ac:cxnSpMk id="21" creationId="{81D90299-410C-442F-D758-E58D258F0BA3}"/>
          </ac:cxnSpMkLst>
        </pc:cxnChg>
        <pc:cxnChg chg="add mod">
          <ac:chgData name="Takeuchi, Koichiro" userId="b3848a05-443b-4434-8fa5-7398ca0c03c9" providerId="ADAL" clId="{80B71E5D-E31E-4962-AC9B-BD35B338D1CC}" dt="2024-05-24T06:55:21.043" v="3657"/>
          <ac:cxnSpMkLst>
            <pc:docMk/>
            <pc:sldMk cId="3260510982" sldId="2147468670"/>
            <ac:cxnSpMk id="22" creationId="{69036E25-F6B8-D589-E74C-1BFB932DDC2E}"/>
          </ac:cxnSpMkLst>
        </pc:cxnChg>
        <pc:cxnChg chg="add mod">
          <ac:chgData name="Takeuchi, Koichiro" userId="b3848a05-443b-4434-8fa5-7398ca0c03c9" providerId="ADAL" clId="{80B71E5D-E31E-4962-AC9B-BD35B338D1CC}" dt="2024-05-24T06:55:21.043" v="3657"/>
          <ac:cxnSpMkLst>
            <pc:docMk/>
            <pc:sldMk cId="3260510982" sldId="2147468670"/>
            <ac:cxnSpMk id="23" creationId="{4F6A15DF-E4BC-1891-BA33-A96A2F034894}"/>
          </ac:cxnSpMkLst>
        </pc:cxnChg>
        <pc:cxnChg chg="add mod">
          <ac:chgData name="Takeuchi, Koichiro" userId="b3848a05-443b-4434-8fa5-7398ca0c03c9" providerId="ADAL" clId="{80B71E5D-E31E-4962-AC9B-BD35B338D1CC}" dt="2024-05-24T06:55:21.043" v="3657"/>
          <ac:cxnSpMkLst>
            <pc:docMk/>
            <pc:sldMk cId="3260510982" sldId="2147468670"/>
            <ac:cxnSpMk id="24" creationId="{2A99E111-B4F3-4190-3047-9112FF52DDFC}"/>
          </ac:cxnSpMkLst>
        </pc:cxnChg>
        <pc:cxnChg chg="add mod">
          <ac:chgData name="Takeuchi, Koichiro" userId="b3848a05-443b-4434-8fa5-7398ca0c03c9" providerId="ADAL" clId="{80B71E5D-E31E-4962-AC9B-BD35B338D1CC}" dt="2024-05-24T06:55:21.043" v="3657"/>
          <ac:cxnSpMkLst>
            <pc:docMk/>
            <pc:sldMk cId="3260510982" sldId="2147468670"/>
            <ac:cxnSpMk id="32" creationId="{4645D056-8EEA-79DF-415A-1C5727F6BED0}"/>
          </ac:cxnSpMkLst>
        </pc:cxnChg>
        <pc:cxnChg chg="add mod">
          <ac:chgData name="Takeuchi, Koichiro" userId="b3848a05-443b-4434-8fa5-7398ca0c03c9" providerId="ADAL" clId="{80B71E5D-E31E-4962-AC9B-BD35B338D1CC}" dt="2024-05-24T06:55:21.043" v="3657"/>
          <ac:cxnSpMkLst>
            <pc:docMk/>
            <pc:sldMk cId="3260510982" sldId="2147468670"/>
            <ac:cxnSpMk id="33" creationId="{FCD01B14-6C1C-76E7-63DF-7D6DDC58F655}"/>
          </ac:cxnSpMkLst>
        </pc:cxnChg>
        <pc:cxnChg chg="add mod">
          <ac:chgData name="Takeuchi, Koichiro" userId="b3848a05-443b-4434-8fa5-7398ca0c03c9" providerId="ADAL" clId="{80B71E5D-E31E-4962-AC9B-BD35B338D1CC}" dt="2024-05-24T06:55:21.043" v="3657"/>
          <ac:cxnSpMkLst>
            <pc:docMk/>
            <pc:sldMk cId="3260510982" sldId="2147468670"/>
            <ac:cxnSpMk id="34" creationId="{E26BF96A-3EA0-AE7B-2C02-AC21309D4566}"/>
          </ac:cxnSpMkLst>
        </pc:cxnChg>
        <pc:cxnChg chg="add mod">
          <ac:chgData name="Takeuchi, Koichiro" userId="b3848a05-443b-4434-8fa5-7398ca0c03c9" providerId="ADAL" clId="{80B71E5D-E31E-4962-AC9B-BD35B338D1CC}" dt="2024-05-24T06:55:21.043" v="3657"/>
          <ac:cxnSpMkLst>
            <pc:docMk/>
            <pc:sldMk cId="3260510982" sldId="2147468670"/>
            <ac:cxnSpMk id="35" creationId="{B4B2DDD4-0B85-94CE-1B40-613F7F354305}"/>
          </ac:cxnSpMkLst>
        </pc:cxnChg>
        <pc:cxnChg chg="add mod">
          <ac:chgData name="Takeuchi, Koichiro" userId="b3848a05-443b-4434-8fa5-7398ca0c03c9" providerId="ADAL" clId="{80B71E5D-E31E-4962-AC9B-BD35B338D1CC}" dt="2024-05-24T06:55:21.043" v="3657"/>
          <ac:cxnSpMkLst>
            <pc:docMk/>
            <pc:sldMk cId="3260510982" sldId="2147468670"/>
            <ac:cxnSpMk id="37" creationId="{566EFF92-61A0-7634-671D-F500C329E21A}"/>
          </ac:cxnSpMkLst>
        </pc:cxnChg>
        <pc:cxnChg chg="add mod">
          <ac:chgData name="Takeuchi, Koichiro" userId="b3848a05-443b-4434-8fa5-7398ca0c03c9" providerId="ADAL" clId="{80B71E5D-E31E-4962-AC9B-BD35B338D1CC}" dt="2024-05-24T06:55:21.043" v="3657"/>
          <ac:cxnSpMkLst>
            <pc:docMk/>
            <pc:sldMk cId="3260510982" sldId="2147468670"/>
            <ac:cxnSpMk id="41" creationId="{66BCF45A-3BCE-1FEE-683A-FC6F6D450DAD}"/>
          </ac:cxnSpMkLst>
        </pc:cxnChg>
        <pc:cxnChg chg="add mod">
          <ac:chgData name="Takeuchi, Koichiro" userId="b3848a05-443b-4434-8fa5-7398ca0c03c9" providerId="ADAL" clId="{80B71E5D-E31E-4962-AC9B-BD35B338D1CC}" dt="2024-05-24T06:55:21.043" v="3657"/>
          <ac:cxnSpMkLst>
            <pc:docMk/>
            <pc:sldMk cId="3260510982" sldId="2147468670"/>
            <ac:cxnSpMk id="46" creationId="{3F63117F-6527-81D8-71D0-9DE2A3F1657B}"/>
          </ac:cxnSpMkLst>
        </pc:cxnChg>
        <pc:cxnChg chg="add mod">
          <ac:chgData name="Takeuchi, Koichiro" userId="b3848a05-443b-4434-8fa5-7398ca0c03c9" providerId="ADAL" clId="{80B71E5D-E31E-4962-AC9B-BD35B338D1CC}" dt="2024-05-24T06:55:21.043" v="3657"/>
          <ac:cxnSpMkLst>
            <pc:docMk/>
            <pc:sldMk cId="3260510982" sldId="2147468670"/>
            <ac:cxnSpMk id="47" creationId="{ADBCE229-E2A0-8963-F5DA-C45A556DC6AE}"/>
          </ac:cxnSpMkLst>
        </pc:cxnChg>
        <pc:cxnChg chg="add mod">
          <ac:chgData name="Takeuchi, Koichiro" userId="b3848a05-443b-4434-8fa5-7398ca0c03c9" providerId="ADAL" clId="{80B71E5D-E31E-4962-AC9B-BD35B338D1CC}" dt="2024-05-24T06:55:21.043" v="3657"/>
          <ac:cxnSpMkLst>
            <pc:docMk/>
            <pc:sldMk cId="3260510982" sldId="2147468670"/>
            <ac:cxnSpMk id="55" creationId="{122009BF-6213-6530-1E16-6F32B3481424}"/>
          </ac:cxnSpMkLst>
        </pc:cxnChg>
        <pc:cxnChg chg="add mod">
          <ac:chgData name="Takeuchi, Koichiro" userId="b3848a05-443b-4434-8fa5-7398ca0c03c9" providerId="ADAL" clId="{80B71E5D-E31E-4962-AC9B-BD35B338D1CC}" dt="2024-05-24T06:55:21.043" v="3657"/>
          <ac:cxnSpMkLst>
            <pc:docMk/>
            <pc:sldMk cId="3260510982" sldId="2147468670"/>
            <ac:cxnSpMk id="56" creationId="{416D5A7F-D0AA-FF47-B4C2-92B2FF432E31}"/>
          </ac:cxnSpMkLst>
        </pc:cxnChg>
        <pc:cxnChg chg="add mod">
          <ac:chgData name="Takeuchi, Koichiro" userId="b3848a05-443b-4434-8fa5-7398ca0c03c9" providerId="ADAL" clId="{80B71E5D-E31E-4962-AC9B-BD35B338D1CC}" dt="2024-05-24T06:55:21.043" v="3657"/>
          <ac:cxnSpMkLst>
            <pc:docMk/>
            <pc:sldMk cId="3260510982" sldId="2147468670"/>
            <ac:cxnSpMk id="57" creationId="{1338DF94-994A-65B3-B936-378F4BD31D6C}"/>
          </ac:cxnSpMkLst>
        </pc:cxnChg>
        <pc:cxnChg chg="add mod">
          <ac:chgData name="Takeuchi, Koichiro" userId="b3848a05-443b-4434-8fa5-7398ca0c03c9" providerId="ADAL" clId="{80B71E5D-E31E-4962-AC9B-BD35B338D1CC}" dt="2024-05-24T06:55:21.043" v="3657"/>
          <ac:cxnSpMkLst>
            <pc:docMk/>
            <pc:sldMk cId="3260510982" sldId="2147468670"/>
            <ac:cxnSpMk id="58" creationId="{0658417C-116D-B0E6-F6CC-43954139687C}"/>
          </ac:cxnSpMkLst>
        </pc:cxnChg>
        <pc:cxnChg chg="add mod">
          <ac:chgData name="Takeuchi, Koichiro" userId="b3848a05-443b-4434-8fa5-7398ca0c03c9" providerId="ADAL" clId="{80B71E5D-E31E-4962-AC9B-BD35B338D1CC}" dt="2024-05-24T06:55:21.043" v="3657"/>
          <ac:cxnSpMkLst>
            <pc:docMk/>
            <pc:sldMk cId="3260510982" sldId="2147468670"/>
            <ac:cxnSpMk id="59" creationId="{1CE423D7-32D2-A34D-93C6-EAA927AFBD9B}"/>
          </ac:cxnSpMkLst>
        </pc:cxnChg>
        <pc:cxnChg chg="add mod">
          <ac:chgData name="Takeuchi, Koichiro" userId="b3848a05-443b-4434-8fa5-7398ca0c03c9" providerId="ADAL" clId="{80B71E5D-E31E-4962-AC9B-BD35B338D1CC}" dt="2024-05-24T06:55:21.043" v="3657"/>
          <ac:cxnSpMkLst>
            <pc:docMk/>
            <pc:sldMk cId="3260510982" sldId="2147468670"/>
            <ac:cxnSpMk id="60" creationId="{1CAC00ED-2D06-0C79-1BF7-2DE72A11E276}"/>
          </ac:cxnSpMkLst>
        </pc:cxnChg>
        <pc:cxnChg chg="add mod">
          <ac:chgData name="Takeuchi, Koichiro" userId="b3848a05-443b-4434-8fa5-7398ca0c03c9" providerId="ADAL" clId="{80B71E5D-E31E-4962-AC9B-BD35B338D1CC}" dt="2024-05-24T06:55:21.043" v="3657"/>
          <ac:cxnSpMkLst>
            <pc:docMk/>
            <pc:sldMk cId="3260510982" sldId="2147468670"/>
            <ac:cxnSpMk id="62" creationId="{557BDAC0-CAD5-40FE-1D1D-6D6011C743AB}"/>
          </ac:cxnSpMkLst>
        </pc:cxnChg>
      </pc:sldChg>
      <pc:sldChg chg="addSp delSp modSp add mod">
        <pc:chgData name="Takeuchi, Koichiro" userId="b3848a05-443b-4434-8fa5-7398ca0c03c9" providerId="ADAL" clId="{80B71E5D-E31E-4962-AC9B-BD35B338D1CC}" dt="2024-05-24T07:06:15.026" v="4567" actId="12788"/>
        <pc:sldMkLst>
          <pc:docMk/>
          <pc:sldMk cId="3125140011" sldId="2147468671"/>
        </pc:sldMkLst>
        <pc:spChg chg="mod">
          <ac:chgData name="Takeuchi, Koichiro" userId="b3848a05-443b-4434-8fa5-7398ca0c03c9" providerId="ADAL" clId="{80B71E5D-E31E-4962-AC9B-BD35B338D1CC}" dt="2024-05-24T07:01:02.394" v="4174" actId="20577"/>
          <ac:spMkLst>
            <pc:docMk/>
            <pc:sldMk cId="3125140011" sldId="2147468671"/>
            <ac:spMk id="2" creationId="{236E8044-5707-32C9-BB39-B5830ACA9388}"/>
          </ac:spMkLst>
        </pc:spChg>
        <pc:spChg chg="mod">
          <ac:chgData name="Takeuchi, Koichiro" userId="b3848a05-443b-4434-8fa5-7398ca0c03c9" providerId="ADAL" clId="{80B71E5D-E31E-4962-AC9B-BD35B338D1CC}" dt="2024-05-24T07:05:36.218" v="4558" actId="20577"/>
          <ac:spMkLst>
            <pc:docMk/>
            <pc:sldMk cId="3125140011" sldId="2147468671"/>
            <ac:spMk id="3" creationId="{6F87811F-22A0-40CB-5137-F9234735B4E4}"/>
          </ac:spMkLst>
        </pc:spChg>
        <pc:spChg chg="mod">
          <ac:chgData name="Takeuchi, Koichiro" userId="b3848a05-443b-4434-8fa5-7398ca0c03c9" providerId="ADAL" clId="{80B71E5D-E31E-4962-AC9B-BD35B338D1CC}" dt="2024-05-24T07:00:53.778" v="4105" actId="20577"/>
          <ac:spMkLst>
            <pc:docMk/>
            <pc:sldMk cId="3125140011" sldId="2147468671"/>
            <ac:spMk id="4" creationId="{4E91C10C-2DEB-B4D7-60F2-3238F2D38E1C}"/>
          </ac:spMkLst>
        </pc:spChg>
        <pc:spChg chg="add del mod">
          <ac:chgData name="Takeuchi, Koichiro" userId="b3848a05-443b-4434-8fa5-7398ca0c03c9" providerId="ADAL" clId="{80B71E5D-E31E-4962-AC9B-BD35B338D1CC}" dt="2024-05-24T07:05:57.957" v="4561" actId="21"/>
          <ac:spMkLst>
            <pc:docMk/>
            <pc:sldMk cId="3125140011" sldId="2147468671"/>
            <ac:spMk id="7" creationId="{474D06BC-A930-8569-45DB-10ACE55A10CA}"/>
          </ac:spMkLst>
        </pc:spChg>
        <pc:spChg chg="add del mod">
          <ac:chgData name="Takeuchi, Koichiro" userId="b3848a05-443b-4434-8fa5-7398ca0c03c9" providerId="ADAL" clId="{80B71E5D-E31E-4962-AC9B-BD35B338D1CC}" dt="2024-05-24T07:05:57.957" v="4561" actId="21"/>
          <ac:spMkLst>
            <pc:docMk/>
            <pc:sldMk cId="3125140011" sldId="2147468671"/>
            <ac:spMk id="8" creationId="{D2FEF2F9-DD34-EFBF-C9F3-1D0EC342B79E}"/>
          </ac:spMkLst>
        </pc:spChg>
        <pc:spChg chg="add del mod">
          <ac:chgData name="Takeuchi, Koichiro" userId="b3848a05-443b-4434-8fa5-7398ca0c03c9" providerId="ADAL" clId="{80B71E5D-E31E-4962-AC9B-BD35B338D1CC}" dt="2024-05-24T07:05:57.957" v="4561" actId="21"/>
          <ac:spMkLst>
            <pc:docMk/>
            <pc:sldMk cId="3125140011" sldId="2147468671"/>
            <ac:spMk id="9" creationId="{57219C12-86B3-5CF9-0193-E78A7830385A}"/>
          </ac:spMkLst>
        </pc:spChg>
        <pc:spChg chg="add del mod">
          <ac:chgData name="Takeuchi, Koichiro" userId="b3848a05-443b-4434-8fa5-7398ca0c03c9" providerId="ADAL" clId="{80B71E5D-E31E-4962-AC9B-BD35B338D1CC}" dt="2024-05-24T07:05:57.957" v="4561" actId="21"/>
          <ac:spMkLst>
            <pc:docMk/>
            <pc:sldMk cId="3125140011" sldId="2147468671"/>
            <ac:spMk id="10" creationId="{7A460F6E-6CB7-847A-B21B-D87CD9415B5B}"/>
          </ac:spMkLst>
        </pc:spChg>
        <pc:spChg chg="add del mod">
          <ac:chgData name="Takeuchi, Koichiro" userId="b3848a05-443b-4434-8fa5-7398ca0c03c9" providerId="ADAL" clId="{80B71E5D-E31E-4962-AC9B-BD35B338D1CC}" dt="2024-05-24T07:05:57.957" v="4561" actId="21"/>
          <ac:spMkLst>
            <pc:docMk/>
            <pc:sldMk cId="3125140011" sldId="2147468671"/>
            <ac:spMk id="11" creationId="{086D4DFD-EE31-CA95-746B-69869768BDD7}"/>
          </ac:spMkLst>
        </pc:spChg>
        <pc:spChg chg="add del mod">
          <ac:chgData name="Takeuchi, Koichiro" userId="b3848a05-443b-4434-8fa5-7398ca0c03c9" providerId="ADAL" clId="{80B71E5D-E31E-4962-AC9B-BD35B338D1CC}" dt="2024-05-24T07:05:57.957" v="4561" actId="21"/>
          <ac:spMkLst>
            <pc:docMk/>
            <pc:sldMk cId="3125140011" sldId="2147468671"/>
            <ac:spMk id="12" creationId="{EE339F32-DD49-556A-93E9-D70341C0AFB2}"/>
          </ac:spMkLst>
        </pc:spChg>
        <pc:spChg chg="add del mod">
          <ac:chgData name="Takeuchi, Koichiro" userId="b3848a05-443b-4434-8fa5-7398ca0c03c9" providerId="ADAL" clId="{80B71E5D-E31E-4962-AC9B-BD35B338D1CC}" dt="2024-05-24T07:05:57.957" v="4561" actId="21"/>
          <ac:spMkLst>
            <pc:docMk/>
            <pc:sldMk cId="3125140011" sldId="2147468671"/>
            <ac:spMk id="13" creationId="{21F5FF00-AB13-732A-B3F5-048EBD862752}"/>
          </ac:spMkLst>
        </pc:spChg>
        <pc:spChg chg="add del mod">
          <ac:chgData name="Takeuchi, Koichiro" userId="b3848a05-443b-4434-8fa5-7398ca0c03c9" providerId="ADAL" clId="{80B71E5D-E31E-4962-AC9B-BD35B338D1CC}" dt="2024-05-24T07:05:57.957" v="4561" actId="21"/>
          <ac:spMkLst>
            <pc:docMk/>
            <pc:sldMk cId="3125140011" sldId="2147468671"/>
            <ac:spMk id="14" creationId="{4BC6917C-9E5C-ED87-462E-E5A8C0EE82A1}"/>
          </ac:spMkLst>
        </pc:spChg>
        <pc:spChg chg="add del mod">
          <ac:chgData name="Takeuchi, Koichiro" userId="b3848a05-443b-4434-8fa5-7398ca0c03c9" providerId="ADAL" clId="{80B71E5D-E31E-4962-AC9B-BD35B338D1CC}" dt="2024-05-24T07:05:57.957" v="4561" actId="21"/>
          <ac:spMkLst>
            <pc:docMk/>
            <pc:sldMk cId="3125140011" sldId="2147468671"/>
            <ac:spMk id="15" creationId="{963F1333-C211-BCB8-875E-6AB55800246C}"/>
          </ac:spMkLst>
        </pc:spChg>
        <pc:spChg chg="add del mod">
          <ac:chgData name="Takeuchi, Koichiro" userId="b3848a05-443b-4434-8fa5-7398ca0c03c9" providerId="ADAL" clId="{80B71E5D-E31E-4962-AC9B-BD35B338D1CC}" dt="2024-05-24T07:05:57.957" v="4561" actId="21"/>
          <ac:spMkLst>
            <pc:docMk/>
            <pc:sldMk cId="3125140011" sldId="2147468671"/>
            <ac:spMk id="16" creationId="{36FA0313-5AFF-DC83-C4AD-C69BDC47C55E}"/>
          </ac:spMkLst>
        </pc:spChg>
        <pc:spChg chg="add del mod">
          <ac:chgData name="Takeuchi, Koichiro" userId="b3848a05-443b-4434-8fa5-7398ca0c03c9" providerId="ADAL" clId="{80B71E5D-E31E-4962-AC9B-BD35B338D1CC}" dt="2024-05-24T07:05:53.522" v="4560" actId="478"/>
          <ac:spMkLst>
            <pc:docMk/>
            <pc:sldMk cId="3125140011" sldId="2147468671"/>
            <ac:spMk id="17" creationId="{A85B5C91-0894-26C5-2361-0E4821C5AD31}"/>
          </ac:spMkLst>
        </pc:spChg>
        <pc:spChg chg="add del mod">
          <ac:chgData name="Takeuchi, Koichiro" userId="b3848a05-443b-4434-8fa5-7398ca0c03c9" providerId="ADAL" clId="{80B71E5D-E31E-4962-AC9B-BD35B338D1CC}" dt="2024-05-24T07:05:57.957" v="4561" actId="21"/>
          <ac:spMkLst>
            <pc:docMk/>
            <pc:sldMk cId="3125140011" sldId="2147468671"/>
            <ac:spMk id="18" creationId="{94887EF3-3B8B-2433-6BE1-6A92D2606C2A}"/>
          </ac:spMkLst>
        </pc:spChg>
        <pc:spChg chg="add del mod">
          <ac:chgData name="Takeuchi, Koichiro" userId="b3848a05-443b-4434-8fa5-7398ca0c03c9" providerId="ADAL" clId="{80B71E5D-E31E-4962-AC9B-BD35B338D1CC}" dt="2024-05-24T07:05:57.957" v="4561" actId="21"/>
          <ac:spMkLst>
            <pc:docMk/>
            <pc:sldMk cId="3125140011" sldId="2147468671"/>
            <ac:spMk id="19" creationId="{F9271F72-037A-453A-A18A-465041486B88}"/>
          </ac:spMkLst>
        </pc:spChg>
        <pc:spChg chg="add del mod">
          <ac:chgData name="Takeuchi, Koichiro" userId="b3848a05-443b-4434-8fa5-7398ca0c03c9" providerId="ADAL" clId="{80B71E5D-E31E-4962-AC9B-BD35B338D1CC}" dt="2024-05-24T07:05:53.522" v="4560" actId="478"/>
          <ac:spMkLst>
            <pc:docMk/>
            <pc:sldMk cId="3125140011" sldId="2147468671"/>
            <ac:spMk id="20" creationId="{C38D5D52-10AB-7397-98CA-63101837EED3}"/>
          </ac:spMkLst>
        </pc:spChg>
        <pc:spChg chg="add del mod">
          <ac:chgData name="Takeuchi, Koichiro" userId="b3848a05-443b-4434-8fa5-7398ca0c03c9" providerId="ADAL" clId="{80B71E5D-E31E-4962-AC9B-BD35B338D1CC}" dt="2024-05-24T07:05:57.957" v="4561" actId="21"/>
          <ac:spMkLst>
            <pc:docMk/>
            <pc:sldMk cId="3125140011" sldId="2147468671"/>
            <ac:spMk id="24" creationId="{F5700782-B21C-EB2A-CF98-C613D1C097BA}"/>
          </ac:spMkLst>
        </pc:spChg>
        <pc:spChg chg="add del mod">
          <ac:chgData name="Takeuchi, Koichiro" userId="b3848a05-443b-4434-8fa5-7398ca0c03c9" providerId="ADAL" clId="{80B71E5D-E31E-4962-AC9B-BD35B338D1CC}" dt="2024-05-24T07:05:57.957" v="4561" actId="21"/>
          <ac:spMkLst>
            <pc:docMk/>
            <pc:sldMk cId="3125140011" sldId="2147468671"/>
            <ac:spMk id="28" creationId="{F5EB9FE8-653E-172A-7BF6-84BE9113E23B}"/>
          </ac:spMkLst>
        </pc:spChg>
        <pc:spChg chg="add del mod">
          <ac:chgData name="Takeuchi, Koichiro" userId="b3848a05-443b-4434-8fa5-7398ca0c03c9" providerId="ADAL" clId="{80B71E5D-E31E-4962-AC9B-BD35B338D1CC}" dt="2024-05-24T07:05:57.957" v="4561" actId="21"/>
          <ac:spMkLst>
            <pc:docMk/>
            <pc:sldMk cId="3125140011" sldId="2147468671"/>
            <ac:spMk id="29" creationId="{3F3C9CD7-9049-1B8A-9B0C-50D9700FD5E9}"/>
          </ac:spMkLst>
        </pc:spChg>
        <pc:spChg chg="add del mod">
          <ac:chgData name="Takeuchi, Koichiro" userId="b3848a05-443b-4434-8fa5-7398ca0c03c9" providerId="ADAL" clId="{80B71E5D-E31E-4962-AC9B-BD35B338D1CC}" dt="2024-05-24T07:05:57.957" v="4561" actId="21"/>
          <ac:spMkLst>
            <pc:docMk/>
            <pc:sldMk cId="3125140011" sldId="2147468671"/>
            <ac:spMk id="30" creationId="{930DED75-AD44-9286-8BBA-F35DB5920400}"/>
          </ac:spMkLst>
        </pc:spChg>
        <pc:spChg chg="add del mod">
          <ac:chgData name="Takeuchi, Koichiro" userId="b3848a05-443b-4434-8fa5-7398ca0c03c9" providerId="ADAL" clId="{80B71E5D-E31E-4962-AC9B-BD35B338D1CC}" dt="2024-05-24T07:05:57.957" v="4561" actId="21"/>
          <ac:spMkLst>
            <pc:docMk/>
            <pc:sldMk cId="3125140011" sldId="2147468671"/>
            <ac:spMk id="31" creationId="{A56754F6-FA9D-8B34-B6F7-D280F1985F7B}"/>
          </ac:spMkLst>
        </pc:spChg>
        <pc:picChg chg="add del mod">
          <ac:chgData name="Takeuchi, Koichiro" userId="b3848a05-443b-4434-8fa5-7398ca0c03c9" providerId="ADAL" clId="{80B71E5D-E31E-4962-AC9B-BD35B338D1CC}" dt="2024-05-24T07:05:57.957" v="4561" actId="21"/>
          <ac:picMkLst>
            <pc:docMk/>
            <pc:sldMk cId="3125140011" sldId="2147468671"/>
            <ac:picMk id="23" creationId="{8D4C66BF-FBF8-4623-8CD3-421AC075F5EC}"/>
          </ac:picMkLst>
        </pc:picChg>
        <pc:picChg chg="add del mod">
          <ac:chgData name="Takeuchi, Koichiro" userId="b3848a05-443b-4434-8fa5-7398ca0c03c9" providerId="ADAL" clId="{80B71E5D-E31E-4962-AC9B-BD35B338D1CC}" dt="2024-05-24T07:05:57.957" v="4561" actId="21"/>
          <ac:picMkLst>
            <pc:docMk/>
            <pc:sldMk cId="3125140011" sldId="2147468671"/>
            <ac:picMk id="25" creationId="{311C51DC-7698-FC00-61BC-CC3AE6BC9192}"/>
          </ac:picMkLst>
        </pc:picChg>
        <pc:picChg chg="add del mod">
          <ac:chgData name="Takeuchi, Koichiro" userId="b3848a05-443b-4434-8fa5-7398ca0c03c9" providerId="ADAL" clId="{80B71E5D-E31E-4962-AC9B-BD35B338D1CC}" dt="2024-05-24T07:05:57.957" v="4561" actId="21"/>
          <ac:picMkLst>
            <pc:docMk/>
            <pc:sldMk cId="3125140011" sldId="2147468671"/>
            <ac:picMk id="26" creationId="{EE8B30B7-91F0-50E8-A952-F187BA2F1179}"/>
          </ac:picMkLst>
        </pc:picChg>
        <pc:picChg chg="add del mod">
          <ac:chgData name="Takeuchi, Koichiro" userId="b3848a05-443b-4434-8fa5-7398ca0c03c9" providerId="ADAL" clId="{80B71E5D-E31E-4962-AC9B-BD35B338D1CC}" dt="2024-05-24T07:05:57.957" v="4561" actId="21"/>
          <ac:picMkLst>
            <pc:docMk/>
            <pc:sldMk cId="3125140011" sldId="2147468671"/>
            <ac:picMk id="27" creationId="{709AB0D5-0A90-D074-4C03-E300841B638B}"/>
          </ac:picMkLst>
        </pc:picChg>
        <pc:picChg chg="add mod">
          <ac:chgData name="Takeuchi, Koichiro" userId="b3848a05-443b-4434-8fa5-7398ca0c03c9" providerId="ADAL" clId="{80B71E5D-E31E-4962-AC9B-BD35B338D1CC}" dt="2024-05-24T07:06:15.026" v="4567" actId="12788"/>
          <ac:picMkLst>
            <pc:docMk/>
            <pc:sldMk cId="3125140011" sldId="2147468671"/>
            <ac:picMk id="32" creationId="{2C685C17-3EF0-1232-112D-1DD6513B6786}"/>
          </ac:picMkLst>
        </pc:picChg>
        <pc:picChg chg="del">
          <ac:chgData name="Takeuchi, Koichiro" userId="b3848a05-443b-4434-8fa5-7398ca0c03c9" providerId="ADAL" clId="{80B71E5D-E31E-4962-AC9B-BD35B338D1CC}" dt="2024-05-24T07:01:25.554" v="4175" actId="478"/>
          <ac:picMkLst>
            <pc:docMk/>
            <pc:sldMk cId="3125140011" sldId="2147468671"/>
            <ac:picMk id="68" creationId="{00F9C26D-8B78-CC87-EF4B-8DA7F79EE475}"/>
          </ac:picMkLst>
        </pc:picChg>
        <pc:cxnChg chg="add del mod">
          <ac:chgData name="Takeuchi, Koichiro" userId="b3848a05-443b-4434-8fa5-7398ca0c03c9" providerId="ADAL" clId="{80B71E5D-E31E-4962-AC9B-BD35B338D1CC}" dt="2024-05-24T07:05:57.957" v="4561" actId="21"/>
          <ac:cxnSpMkLst>
            <pc:docMk/>
            <pc:sldMk cId="3125140011" sldId="2147468671"/>
            <ac:cxnSpMk id="21" creationId="{61B52FA4-5E33-129F-9192-1A5517D4E4EB}"/>
          </ac:cxnSpMkLst>
        </pc:cxnChg>
        <pc:cxnChg chg="add del mod">
          <ac:chgData name="Takeuchi, Koichiro" userId="b3848a05-443b-4434-8fa5-7398ca0c03c9" providerId="ADAL" clId="{80B71E5D-E31E-4962-AC9B-BD35B338D1CC}" dt="2024-05-24T07:05:57.957" v="4561" actId="21"/>
          <ac:cxnSpMkLst>
            <pc:docMk/>
            <pc:sldMk cId="3125140011" sldId="2147468671"/>
            <ac:cxnSpMk id="22" creationId="{B21A858F-6242-753F-80B7-441103C5FD77}"/>
          </ac:cxnSpMkLst>
        </pc:cxnChg>
      </pc:sldChg>
      <pc:sldChg chg="new del">
        <pc:chgData name="Takeuchi, Koichiro" userId="b3848a05-443b-4434-8fa5-7398ca0c03c9" providerId="ADAL" clId="{80B71E5D-E31E-4962-AC9B-BD35B338D1CC}" dt="2024-05-24T06:59:05.954" v="4041" actId="680"/>
        <pc:sldMkLst>
          <pc:docMk/>
          <pc:sldMk cId="3741234185" sldId="2147468671"/>
        </pc:sldMkLst>
      </pc:sldChg>
      <pc:sldChg chg="addSp delSp modSp add mod">
        <pc:chgData name="Takeuchi, Koichiro" userId="b3848a05-443b-4434-8fa5-7398ca0c03c9" providerId="ADAL" clId="{80B71E5D-E31E-4962-AC9B-BD35B338D1CC}" dt="2024-05-24T09:14:42.046" v="7042" actId="14100"/>
        <pc:sldMkLst>
          <pc:docMk/>
          <pc:sldMk cId="220710022" sldId="2147468672"/>
        </pc:sldMkLst>
        <pc:spChg chg="mod">
          <ac:chgData name="Takeuchi, Koichiro" userId="b3848a05-443b-4434-8fa5-7398ca0c03c9" providerId="ADAL" clId="{80B71E5D-E31E-4962-AC9B-BD35B338D1CC}" dt="2024-05-24T07:16:45.407" v="5033" actId="20577"/>
          <ac:spMkLst>
            <pc:docMk/>
            <pc:sldMk cId="220710022" sldId="2147468672"/>
            <ac:spMk id="2" creationId="{236E8044-5707-32C9-BB39-B5830ACA9388}"/>
          </ac:spMkLst>
        </pc:spChg>
        <pc:spChg chg="mod">
          <ac:chgData name="Takeuchi, Koichiro" userId="b3848a05-443b-4434-8fa5-7398ca0c03c9" providerId="ADAL" clId="{80B71E5D-E31E-4962-AC9B-BD35B338D1CC}" dt="2024-05-24T07:08:47.420" v="4661" actId="20577"/>
          <ac:spMkLst>
            <pc:docMk/>
            <pc:sldMk cId="220710022" sldId="2147468672"/>
            <ac:spMk id="3" creationId="{6F87811F-22A0-40CB-5137-F9234735B4E4}"/>
          </ac:spMkLst>
        </pc:spChg>
        <pc:spChg chg="del">
          <ac:chgData name="Takeuchi, Koichiro" userId="b3848a05-443b-4434-8fa5-7398ca0c03c9" providerId="ADAL" clId="{80B71E5D-E31E-4962-AC9B-BD35B338D1CC}" dt="2024-05-24T07:06:40.286" v="4571" actId="478"/>
          <ac:spMkLst>
            <pc:docMk/>
            <pc:sldMk cId="220710022" sldId="2147468672"/>
            <ac:spMk id="4" creationId="{4E91C10C-2DEB-B4D7-60F2-3238F2D38E1C}"/>
          </ac:spMkLst>
        </pc:spChg>
        <pc:spChg chg="add del mod">
          <ac:chgData name="Takeuchi, Koichiro" userId="b3848a05-443b-4434-8fa5-7398ca0c03c9" providerId="ADAL" clId="{80B71E5D-E31E-4962-AC9B-BD35B338D1CC}" dt="2024-05-24T07:06:42.314" v="4572" actId="478"/>
          <ac:spMkLst>
            <pc:docMk/>
            <pc:sldMk cId="220710022" sldId="2147468672"/>
            <ac:spMk id="8" creationId="{E8DCF3E4-5E4B-ED1B-779E-537E813248DC}"/>
          </ac:spMkLst>
        </pc:spChg>
        <pc:spChg chg="add del mod">
          <ac:chgData name="Takeuchi, Koichiro" userId="b3848a05-443b-4434-8fa5-7398ca0c03c9" providerId="ADAL" clId="{80B71E5D-E31E-4962-AC9B-BD35B338D1CC}" dt="2024-05-24T07:07:15.053" v="4648" actId="478"/>
          <ac:spMkLst>
            <pc:docMk/>
            <pc:sldMk cId="220710022" sldId="2147468672"/>
            <ac:spMk id="9" creationId="{24705D3A-A629-D425-92B3-3F9CD8012E0B}"/>
          </ac:spMkLst>
        </pc:spChg>
        <pc:spChg chg="add del">
          <ac:chgData name="Takeuchi, Koichiro" userId="b3848a05-443b-4434-8fa5-7398ca0c03c9" providerId="ADAL" clId="{80B71E5D-E31E-4962-AC9B-BD35B338D1CC}" dt="2024-05-24T07:09:06.162" v="4668" actId="11529"/>
          <ac:spMkLst>
            <pc:docMk/>
            <pc:sldMk cId="220710022" sldId="2147468672"/>
            <ac:spMk id="11" creationId="{FA6DE7EF-5540-2124-DFF8-44E5C669F5EC}"/>
          </ac:spMkLst>
        </pc:spChg>
        <pc:spChg chg="add mod">
          <ac:chgData name="Takeuchi, Koichiro" userId="b3848a05-443b-4434-8fa5-7398ca0c03c9" providerId="ADAL" clId="{80B71E5D-E31E-4962-AC9B-BD35B338D1CC}" dt="2024-05-24T07:12:05.961" v="4764" actId="1076"/>
          <ac:spMkLst>
            <pc:docMk/>
            <pc:sldMk cId="220710022" sldId="2147468672"/>
            <ac:spMk id="12" creationId="{1D8BEA93-9336-C220-BAC5-CF496B09A155}"/>
          </ac:spMkLst>
        </pc:spChg>
        <pc:spChg chg="add mod">
          <ac:chgData name="Takeuchi, Koichiro" userId="b3848a05-443b-4434-8fa5-7398ca0c03c9" providerId="ADAL" clId="{80B71E5D-E31E-4962-AC9B-BD35B338D1CC}" dt="2024-05-24T07:59:00.295" v="6332" actId="20577"/>
          <ac:spMkLst>
            <pc:docMk/>
            <pc:sldMk cId="220710022" sldId="2147468672"/>
            <ac:spMk id="13" creationId="{DFA13676-B0BF-3377-E394-6CCF32FD2451}"/>
          </ac:spMkLst>
        </pc:spChg>
        <pc:spChg chg="add mod">
          <ac:chgData name="Takeuchi, Koichiro" userId="b3848a05-443b-4434-8fa5-7398ca0c03c9" providerId="ADAL" clId="{80B71E5D-E31E-4962-AC9B-BD35B338D1CC}" dt="2024-05-24T09:14:42.046" v="7042" actId="14100"/>
          <ac:spMkLst>
            <pc:docMk/>
            <pc:sldMk cId="220710022" sldId="2147468672"/>
            <ac:spMk id="16" creationId="{2B4020C5-9D41-63BD-3D86-AFE7DE2C82A4}"/>
          </ac:spMkLst>
        </pc:spChg>
        <pc:picChg chg="add mod ord">
          <ac:chgData name="Takeuchi, Koichiro" userId="b3848a05-443b-4434-8fa5-7398ca0c03c9" providerId="ADAL" clId="{80B71E5D-E31E-4962-AC9B-BD35B338D1CC}" dt="2024-05-24T08:30:53.224" v="6965" actId="14100"/>
          <ac:picMkLst>
            <pc:docMk/>
            <pc:sldMk cId="220710022" sldId="2147468672"/>
            <ac:picMk id="10" creationId="{11367BA8-45E3-0EBF-0241-092931159DEB}"/>
          </ac:picMkLst>
        </pc:picChg>
        <pc:picChg chg="add del mod">
          <ac:chgData name="Takeuchi, Koichiro" userId="b3848a05-443b-4434-8fa5-7398ca0c03c9" providerId="ADAL" clId="{80B71E5D-E31E-4962-AC9B-BD35B338D1CC}" dt="2024-05-24T09:14:15.758" v="6966" actId="478"/>
          <ac:picMkLst>
            <pc:docMk/>
            <pc:sldMk cId="220710022" sldId="2147468672"/>
            <ac:picMk id="15" creationId="{E62C73FD-A211-DA72-08BC-3659A1477876}"/>
          </ac:picMkLst>
        </pc:picChg>
        <pc:picChg chg="del">
          <ac:chgData name="Takeuchi, Koichiro" userId="b3848a05-443b-4434-8fa5-7398ca0c03c9" providerId="ADAL" clId="{80B71E5D-E31E-4962-AC9B-BD35B338D1CC}" dt="2024-05-24T07:08:49.443" v="4662" actId="478"/>
          <ac:picMkLst>
            <pc:docMk/>
            <pc:sldMk cId="220710022" sldId="2147468672"/>
            <ac:picMk id="32" creationId="{2C685C17-3EF0-1232-112D-1DD6513B6786}"/>
          </ac:picMkLst>
        </pc:picChg>
      </pc:sldChg>
      <pc:sldChg chg="addSp delSp modSp add mod">
        <pc:chgData name="Takeuchi, Koichiro" userId="b3848a05-443b-4434-8fa5-7398ca0c03c9" providerId="ADAL" clId="{80B71E5D-E31E-4962-AC9B-BD35B338D1CC}" dt="2024-05-24T07:26:37.569" v="5510"/>
        <pc:sldMkLst>
          <pc:docMk/>
          <pc:sldMk cId="2303977941" sldId="2147468673"/>
        </pc:sldMkLst>
        <pc:spChg chg="mod">
          <ac:chgData name="Takeuchi, Koichiro" userId="b3848a05-443b-4434-8fa5-7398ca0c03c9" providerId="ADAL" clId="{80B71E5D-E31E-4962-AC9B-BD35B338D1CC}" dt="2024-05-24T07:26:37.569" v="5510"/>
          <ac:spMkLst>
            <pc:docMk/>
            <pc:sldMk cId="2303977941" sldId="2147468673"/>
            <ac:spMk id="2" creationId="{236E8044-5707-32C9-BB39-B5830ACA9388}"/>
          </ac:spMkLst>
        </pc:spChg>
        <pc:spChg chg="add mod">
          <ac:chgData name="Takeuchi, Koichiro" userId="b3848a05-443b-4434-8fa5-7398ca0c03c9" providerId="ADAL" clId="{80B71E5D-E31E-4962-AC9B-BD35B338D1CC}" dt="2024-05-24T07:09:39.095" v="4703" actId="113"/>
          <ac:spMkLst>
            <pc:docMk/>
            <pc:sldMk cId="2303977941" sldId="2147468673"/>
            <ac:spMk id="4" creationId="{E9A71452-0237-A6E3-F7ED-ECC35BAF1C8E}"/>
          </ac:spMkLst>
        </pc:spChg>
        <pc:picChg chg="del">
          <ac:chgData name="Takeuchi, Koichiro" userId="b3848a05-443b-4434-8fa5-7398ca0c03c9" providerId="ADAL" clId="{80B71E5D-E31E-4962-AC9B-BD35B338D1CC}" dt="2024-05-24T07:09:16.241" v="4672" actId="478"/>
          <ac:picMkLst>
            <pc:docMk/>
            <pc:sldMk cId="2303977941" sldId="2147468673"/>
            <ac:picMk id="10" creationId="{11367BA8-45E3-0EBF-0241-092931159DEB}"/>
          </ac:picMkLst>
        </pc:picChg>
      </pc:sldChg>
    </pc:docChg>
  </pc:docChgLst>
  <pc:docChgLst>
    <pc:chgData name="Takeuchi, Koichiro" userId="b3848a05-443b-4434-8fa5-7398ca0c03c9" providerId="ADAL" clId="{8850683F-C5FA-4FC1-A362-4C7EFCA16AE8}"/>
    <pc:docChg chg="undo redo custSel addSld delSld modSld sldOrd delSection modSection">
      <pc:chgData name="Takeuchi, Koichiro" userId="b3848a05-443b-4434-8fa5-7398ca0c03c9" providerId="ADAL" clId="{8850683F-C5FA-4FC1-A362-4C7EFCA16AE8}" dt="2024-06-18T06:51:53.069" v="5336"/>
      <pc:docMkLst>
        <pc:docMk/>
      </pc:docMkLst>
      <pc:sldChg chg="del">
        <pc:chgData name="Takeuchi, Koichiro" userId="b3848a05-443b-4434-8fa5-7398ca0c03c9" providerId="ADAL" clId="{8850683F-C5FA-4FC1-A362-4C7EFCA16AE8}" dt="2024-06-18T04:39:59.641" v="0" actId="47"/>
        <pc:sldMkLst>
          <pc:docMk/>
          <pc:sldMk cId="684610595" sldId="2147468582"/>
        </pc:sldMkLst>
      </pc:sldChg>
      <pc:sldChg chg="del">
        <pc:chgData name="Takeuchi, Koichiro" userId="b3848a05-443b-4434-8fa5-7398ca0c03c9" providerId="ADAL" clId="{8850683F-C5FA-4FC1-A362-4C7EFCA16AE8}" dt="2024-06-18T04:40:00.485" v="1" actId="47"/>
        <pc:sldMkLst>
          <pc:docMk/>
          <pc:sldMk cId="1060982302" sldId="2147468617"/>
        </pc:sldMkLst>
      </pc:sldChg>
      <pc:sldChg chg="del">
        <pc:chgData name="Takeuchi, Koichiro" userId="b3848a05-443b-4434-8fa5-7398ca0c03c9" providerId="ADAL" clId="{8850683F-C5FA-4FC1-A362-4C7EFCA16AE8}" dt="2024-06-18T04:40:35.856" v="17" actId="47"/>
        <pc:sldMkLst>
          <pc:docMk/>
          <pc:sldMk cId="82363970" sldId="2147468621"/>
        </pc:sldMkLst>
      </pc:sldChg>
      <pc:sldChg chg="del">
        <pc:chgData name="Takeuchi, Koichiro" userId="b3848a05-443b-4434-8fa5-7398ca0c03c9" providerId="ADAL" clId="{8850683F-C5FA-4FC1-A362-4C7EFCA16AE8}" dt="2024-06-18T04:40:37.302" v="21" actId="47"/>
        <pc:sldMkLst>
          <pc:docMk/>
          <pc:sldMk cId="4237770355" sldId="2147468622"/>
        </pc:sldMkLst>
      </pc:sldChg>
      <pc:sldChg chg="del">
        <pc:chgData name="Takeuchi, Koichiro" userId="b3848a05-443b-4434-8fa5-7398ca0c03c9" providerId="ADAL" clId="{8850683F-C5FA-4FC1-A362-4C7EFCA16AE8}" dt="2024-06-18T04:40:38.143" v="22" actId="47"/>
        <pc:sldMkLst>
          <pc:docMk/>
          <pc:sldMk cId="1441718847" sldId="2147468637"/>
        </pc:sldMkLst>
      </pc:sldChg>
      <pc:sldChg chg="del">
        <pc:chgData name="Takeuchi, Koichiro" userId="b3848a05-443b-4434-8fa5-7398ca0c03c9" providerId="ADAL" clId="{8850683F-C5FA-4FC1-A362-4C7EFCA16AE8}" dt="2024-06-18T04:40:36.383" v="19" actId="47"/>
        <pc:sldMkLst>
          <pc:docMk/>
          <pc:sldMk cId="4289075547" sldId="2147468643"/>
        </pc:sldMkLst>
      </pc:sldChg>
      <pc:sldChg chg="del">
        <pc:chgData name="Takeuchi, Koichiro" userId="b3848a05-443b-4434-8fa5-7398ca0c03c9" providerId="ADAL" clId="{8850683F-C5FA-4FC1-A362-4C7EFCA16AE8}" dt="2024-06-18T04:40:37.042" v="20" actId="47"/>
        <pc:sldMkLst>
          <pc:docMk/>
          <pc:sldMk cId="4115730665" sldId="2147468645"/>
        </pc:sldMkLst>
      </pc:sldChg>
      <pc:sldChg chg="del">
        <pc:chgData name="Takeuchi, Koichiro" userId="b3848a05-443b-4434-8fa5-7398ca0c03c9" providerId="ADAL" clId="{8850683F-C5FA-4FC1-A362-4C7EFCA16AE8}" dt="2024-06-18T04:40:36.102" v="18" actId="47"/>
        <pc:sldMkLst>
          <pc:docMk/>
          <pc:sldMk cId="654065149" sldId="2147468658"/>
        </pc:sldMkLst>
      </pc:sldChg>
      <pc:sldChg chg="del">
        <pc:chgData name="Takeuchi, Koichiro" userId="b3848a05-443b-4434-8fa5-7398ca0c03c9" providerId="ADAL" clId="{8850683F-C5FA-4FC1-A362-4C7EFCA16AE8}" dt="2024-06-18T04:40:01.737" v="3" actId="47"/>
        <pc:sldMkLst>
          <pc:docMk/>
          <pc:sldMk cId="4160675354" sldId="2147468659"/>
        </pc:sldMkLst>
      </pc:sldChg>
      <pc:sldChg chg="del">
        <pc:chgData name="Takeuchi, Koichiro" userId="b3848a05-443b-4434-8fa5-7398ca0c03c9" providerId="ADAL" clId="{8850683F-C5FA-4FC1-A362-4C7EFCA16AE8}" dt="2024-06-18T04:40:35.319" v="16" actId="47"/>
        <pc:sldMkLst>
          <pc:docMk/>
          <pc:sldMk cId="401433113" sldId="2147468661"/>
        </pc:sldMkLst>
      </pc:sldChg>
      <pc:sldChg chg="del">
        <pc:chgData name="Takeuchi, Koichiro" userId="b3848a05-443b-4434-8fa5-7398ca0c03c9" providerId="ADAL" clId="{8850683F-C5FA-4FC1-A362-4C7EFCA16AE8}" dt="2024-06-18T04:40:01.296" v="2" actId="47"/>
        <pc:sldMkLst>
          <pc:docMk/>
          <pc:sldMk cId="1695821962" sldId="2147468663"/>
        </pc:sldMkLst>
      </pc:sldChg>
      <pc:sldChg chg="del">
        <pc:chgData name="Takeuchi, Koichiro" userId="b3848a05-443b-4434-8fa5-7398ca0c03c9" providerId="ADAL" clId="{8850683F-C5FA-4FC1-A362-4C7EFCA16AE8}" dt="2024-06-18T04:40:02.014" v="4" actId="47"/>
        <pc:sldMkLst>
          <pc:docMk/>
          <pc:sldMk cId="4282457053" sldId="2147468665"/>
        </pc:sldMkLst>
      </pc:sldChg>
      <pc:sldChg chg="del">
        <pc:chgData name="Takeuchi, Koichiro" userId="b3848a05-443b-4434-8fa5-7398ca0c03c9" providerId="ADAL" clId="{8850683F-C5FA-4FC1-A362-4C7EFCA16AE8}" dt="2024-06-18T04:40:02.555" v="5" actId="47"/>
        <pc:sldMkLst>
          <pc:docMk/>
          <pc:sldMk cId="2527263272" sldId="2147468666"/>
        </pc:sldMkLst>
      </pc:sldChg>
      <pc:sldChg chg="del">
        <pc:chgData name="Takeuchi, Koichiro" userId="b3848a05-443b-4434-8fa5-7398ca0c03c9" providerId="ADAL" clId="{8850683F-C5FA-4FC1-A362-4C7EFCA16AE8}" dt="2024-06-18T04:40:03.094" v="6" actId="47"/>
        <pc:sldMkLst>
          <pc:docMk/>
          <pc:sldMk cId="30035279" sldId="2147468667"/>
        </pc:sldMkLst>
      </pc:sldChg>
      <pc:sldChg chg="del">
        <pc:chgData name="Takeuchi, Koichiro" userId="b3848a05-443b-4434-8fa5-7398ca0c03c9" providerId="ADAL" clId="{8850683F-C5FA-4FC1-A362-4C7EFCA16AE8}" dt="2024-06-18T04:40:03.414" v="7" actId="47"/>
        <pc:sldMkLst>
          <pc:docMk/>
          <pc:sldMk cId="908662233" sldId="2147468668"/>
        </pc:sldMkLst>
      </pc:sldChg>
      <pc:sldChg chg="del">
        <pc:chgData name="Takeuchi, Koichiro" userId="b3848a05-443b-4434-8fa5-7398ca0c03c9" providerId="ADAL" clId="{8850683F-C5FA-4FC1-A362-4C7EFCA16AE8}" dt="2024-06-18T04:40:03.625" v="8" actId="47"/>
        <pc:sldMkLst>
          <pc:docMk/>
          <pc:sldMk cId="391420764" sldId="2147468669"/>
        </pc:sldMkLst>
      </pc:sldChg>
      <pc:sldChg chg="del">
        <pc:chgData name="Takeuchi, Koichiro" userId="b3848a05-443b-4434-8fa5-7398ca0c03c9" providerId="ADAL" clId="{8850683F-C5FA-4FC1-A362-4C7EFCA16AE8}" dt="2024-06-18T04:40:04.042" v="9" actId="47"/>
        <pc:sldMkLst>
          <pc:docMk/>
          <pc:sldMk cId="3260510982" sldId="2147468670"/>
        </pc:sldMkLst>
      </pc:sldChg>
      <pc:sldChg chg="del">
        <pc:chgData name="Takeuchi, Koichiro" userId="b3848a05-443b-4434-8fa5-7398ca0c03c9" providerId="ADAL" clId="{8850683F-C5FA-4FC1-A362-4C7EFCA16AE8}" dt="2024-06-18T04:40:04.438" v="10" actId="47"/>
        <pc:sldMkLst>
          <pc:docMk/>
          <pc:sldMk cId="3125140011" sldId="2147468671"/>
        </pc:sldMkLst>
      </pc:sldChg>
      <pc:sldChg chg="del">
        <pc:chgData name="Takeuchi, Koichiro" userId="b3848a05-443b-4434-8fa5-7398ca0c03c9" providerId="ADAL" clId="{8850683F-C5FA-4FC1-A362-4C7EFCA16AE8}" dt="2024-06-18T04:40:05.295" v="12" actId="47"/>
        <pc:sldMkLst>
          <pc:docMk/>
          <pc:sldMk cId="433576511" sldId="2147468674"/>
        </pc:sldMkLst>
      </pc:sldChg>
      <pc:sldChg chg="del">
        <pc:chgData name="Takeuchi, Koichiro" userId="b3848a05-443b-4434-8fa5-7398ca0c03c9" providerId="ADAL" clId="{8850683F-C5FA-4FC1-A362-4C7EFCA16AE8}" dt="2024-06-18T04:40:04.943" v="11" actId="47"/>
        <pc:sldMkLst>
          <pc:docMk/>
          <pc:sldMk cId="866521024" sldId="2147480793"/>
        </pc:sldMkLst>
      </pc:sldChg>
      <pc:sldChg chg="addSp delSp modSp">
        <pc:chgData name="Takeuchi, Koichiro" userId="b3848a05-443b-4434-8fa5-7398ca0c03c9" providerId="ADAL" clId="{8850683F-C5FA-4FC1-A362-4C7EFCA16AE8}" dt="2024-06-18T05:03:24.394" v="774"/>
        <pc:sldMkLst>
          <pc:docMk/>
          <pc:sldMk cId="3876441418" sldId="2147480795"/>
        </pc:sldMkLst>
        <pc:spChg chg="mod">
          <ac:chgData name="Takeuchi, Koichiro" userId="b3848a05-443b-4434-8fa5-7398ca0c03c9" providerId="ADAL" clId="{8850683F-C5FA-4FC1-A362-4C7EFCA16AE8}" dt="2024-06-18T05:03:21.958" v="773" actId="165"/>
          <ac:spMkLst>
            <pc:docMk/>
            <pc:sldMk cId="3876441418" sldId="2147480795"/>
            <ac:spMk id="10" creationId="{BF33B3E8-A93C-214F-EA80-369AB9385D9D}"/>
          </ac:spMkLst>
        </pc:spChg>
        <pc:spChg chg="mod topLvl">
          <ac:chgData name="Takeuchi, Koichiro" userId="b3848a05-443b-4434-8fa5-7398ca0c03c9" providerId="ADAL" clId="{8850683F-C5FA-4FC1-A362-4C7EFCA16AE8}" dt="2024-06-18T05:03:21.958" v="773" actId="165"/>
          <ac:spMkLst>
            <pc:docMk/>
            <pc:sldMk cId="3876441418" sldId="2147480795"/>
            <ac:spMk id="11" creationId="{59810F2D-8DBF-28E3-9F04-9F3922642370}"/>
          </ac:spMkLst>
        </pc:spChg>
        <pc:spChg chg="mod topLvl">
          <ac:chgData name="Takeuchi, Koichiro" userId="b3848a05-443b-4434-8fa5-7398ca0c03c9" providerId="ADAL" clId="{8850683F-C5FA-4FC1-A362-4C7EFCA16AE8}" dt="2024-06-18T05:03:21.958" v="773" actId="165"/>
          <ac:spMkLst>
            <pc:docMk/>
            <pc:sldMk cId="3876441418" sldId="2147480795"/>
            <ac:spMk id="12" creationId="{16E69EFA-A9CC-5FFF-5FBC-60A44FDC3736}"/>
          </ac:spMkLst>
        </pc:spChg>
        <pc:spChg chg="mod">
          <ac:chgData name="Takeuchi, Koichiro" userId="b3848a05-443b-4434-8fa5-7398ca0c03c9" providerId="ADAL" clId="{8850683F-C5FA-4FC1-A362-4C7EFCA16AE8}" dt="2024-06-18T05:03:21.958" v="773" actId="165"/>
          <ac:spMkLst>
            <pc:docMk/>
            <pc:sldMk cId="3876441418" sldId="2147480795"/>
            <ac:spMk id="15" creationId="{66582675-E6B4-BF82-B6C8-5C3FCC24C50F}"/>
          </ac:spMkLst>
        </pc:spChg>
        <pc:spChg chg="mod topLvl">
          <ac:chgData name="Takeuchi, Koichiro" userId="b3848a05-443b-4434-8fa5-7398ca0c03c9" providerId="ADAL" clId="{8850683F-C5FA-4FC1-A362-4C7EFCA16AE8}" dt="2024-06-18T05:03:21.958" v="773" actId="165"/>
          <ac:spMkLst>
            <pc:docMk/>
            <pc:sldMk cId="3876441418" sldId="2147480795"/>
            <ac:spMk id="16" creationId="{B588129A-D9E2-C50D-B1C5-8F22CB71CEED}"/>
          </ac:spMkLst>
        </pc:spChg>
        <pc:spChg chg="mod topLvl">
          <ac:chgData name="Takeuchi, Koichiro" userId="b3848a05-443b-4434-8fa5-7398ca0c03c9" providerId="ADAL" clId="{8850683F-C5FA-4FC1-A362-4C7EFCA16AE8}" dt="2024-06-18T05:03:21.958" v="773" actId="165"/>
          <ac:spMkLst>
            <pc:docMk/>
            <pc:sldMk cId="3876441418" sldId="2147480795"/>
            <ac:spMk id="17" creationId="{D9308A04-A83D-2024-AA33-38C29262BBC9}"/>
          </ac:spMkLst>
        </pc:spChg>
        <pc:spChg chg="mod topLvl">
          <ac:chgData name="Takeuchi, Koichiro" userId="b3848a05-443b-4434-8fa5-7398ca0c03c9" providerId="ADAL" clId="{8850683F-C5FA-4FC1-A362-4C7EFCA16AE8}" dt="2024-06-18T05:03:21.958" v="773" actId="165"/>
          <ac:spMkLst>
            <pc:docMk/>
            <pc:sldMk cId="3876441418" sldId="2147480795"/>
            <ac:spMk id="18" creationId="{6B398663-5B31-104B-51E7-53FE91745A3E}"/>
          </ac:spMkLst>
        </pc:spChg>
        <pc:spChg chg="mod topLvl">
          <ac:chgData name="Takeuchi, Koichiro" userId="b3848a05-443b-4434-8fa5-7398ca0c03c9" providerId="ADAL" clId="{8850683F-C5FA-4FC1-A362-4C7EFCA16AE8}" dt="2024-06-18T05:03:21.958" v="773" actId="165"/>
          <ac:spMkLst>
            <pc:docMk/>
            <pc:sldMk cId="3876441418" sldId="2147480795"/>
            <ac:spMk id="19" creationId="{2F799DB2-C099-F548-3EC8-F99CEEB97F49}"/>
          </ac:spMkLst>
        </pc:spChg>
        <pc:spChg chg="mod topLvl">
          <ac:chgData name="Takeuchi, Koichiro" userId="b3848a05-443b-4434-8fa5-7398ca0c03c9" providerId="ADAL" clId="{8850683F-C5FA-4FC1-A362-4C7EFCA16AE8}" dt="2024-06-18T05:03:21.958" v="773" actId="165"/>
          <ac:spMkLst>
            <pc:docMk/>
            <pc:sldMk cId="3876441418" sldId="2147480795"/>
            <ac:spMk id="20" creationId="{96DD1CF0-4F91-E631-BD03-C61F000B6BF7}"/>
          </ac:spMkLst>
        </pc:spChg>
        <pc:spChg chg="mod topLvl">
          <ac:chgData name="Takeuchi, Koichiro" userId="b3848a05-443b-4434-8fa5-7398ca0c03c9" providerId="ADAL" clId="{8850683F-C5FA-4FC1-A362-4C7EFCA16AE8}" dt="2024-06-18T05:03:21.958" v="773" actId="165"/>
          <ac:spMkLst>
            <pc:docMk/>
            <pc:sldMk cId="3876441418" sldId="2147480795"/>
            <ac:spMk id="21" creationId="{9CF591E3-9A40-9F62-BE93-6B3FE3C6A64E}"/>
          </ac:spMkLst>
        </pc:spChg>
        <pc:spChg chg="mod topLvl">
          <ac:chgData name="Takeuchi, Koichiro" userId="b3848a05-443b-4434-8fa5-7398ca0c03c9" providerId="ADAL" clId="{8850683F-C5FA-4FC1-A362-4C7EFCA16AE8}" dt="2024-06-18T05:03:21.958" v="773" actId="165"/>
          <ac:spMkLst>
            <pc:docMk/>
            <pc:sldMk cId="3876441418" sldId="2147480795"/>
            <ac:spMk id="22" creationId="{674B5942-6DCA-06A0-8685-A9545B3B373F}"/>
          </ac:spMkLst>
        </pc:spChg>
        <pc:spChg chg="mod topLvl">
          <ac:chgData name="Takeuchi, Koichiro" userId="b3848a05-443b-4434-8fa5-7398ca0c03c9" providerId="ADAL" clId="{8850683F-C5FA-4FC1-A362-4C7EFCA16AE8}" dt="2024-06-18T05:03:21.958" v="773" actId="165"/>
          <ac:spMkLst>
            <pc:docMk/>
            <pc:sldMk cId="3876441418" sldId="2147480795"/>
            <ac:spMk id="23" creationId="{0156D670-CBE0-9E12-5AF8-D6E218C8E7E0}"/>
          </ac:spMkLst>
        </pc:spChg>
        <pc:spChg chg="mod topLvl">
          <ac:chgData name="Takeuchi, Koichiro" userId="b3848a05-443b-4434-8fa5-7398ca0c03c9" providerId="ADAL" clId="{8850683F-C5FA-4FC1-A362-4C7EFCA16AE8}" dt="2024-06-18T05:03:21.958" v="773" actId="165"/>
          <ac:spMkLst>
            <pc:docMk/>
            <pc:sldMk cId="3876441418" sldId="2147480795"/>
            <ac:spMk id="24" creationId="{3A5404FC-3E70-9C85-F036-888A9F7083B9}"/>
          </ac:spMkLst>
        </pc:spChg>
        <pc:spChg chg="mod topLvl">
          <ac:chgData name="Takeuchi, Koichiro" userId="b3848a05-443b-4434-8fa5-7398ca0c03c9" providerId="ADAL" clId="{8850683F-C5FA-4FC1-A362-4C7EFCA16AE8}" dt="2024-06-18T05:03:21.958" v="773" actId="165"/>
          <ac:spMkLst>
            <pc:docMk/>
            <pc:sldMk cId="3876441418" sldId="2147480795"/>
            <ac:spMk id="25" creationId="{C01BA6D4-ADA6-E096-C2D4-A34A5F72E99D}"/>
          </ac:spMkLst>
        </pc:spChg>
        <pc:spChg chg="mod topLvl">
          <ac:chgData name="Takeuchi, Koichiro" userId="b3848a05-443b-4434-8fa5-7398ca0c03c9" providerId="ADAL" clId="{8850683F-C5FA-4FC1-A362-4C7EFCA16AE8}" dt="2024-06-18T05:03:21.958" v="773" actId="165"/>
          <ac:spMkLst>
            <pc:docMk/>
            <pc:sldMk cId="3876441418" sldId="2147480795"/>
            <ac:spMk id="26" creationId="{C34FCC08-2917-80AF-56AA-8715049CBE75}"/>
          </ac:spMkLst>
        </pc:spChg>
        <pc:spChg chg="mod topLvl">
          <ac:chgData name="Takeuchi, Koichiro" userId="b3848a05-443b-4434-8fa5-7398ca0c03c9" providerId="ADAL" clId="{8850683F-C5FA-4FC1-A362-4C7EFCA16AE8}" dt="2024-06-18T05:03:21.958" v="773" actId="165"/>
          <ac:spMkLst>
            <pc:docMk/>
            <pc:sldMk cId="3876441418" sldId="2147480795"/>
            <ac:spMk id="27" creationId="{78ABBFBD-BC2A-CE88-D25D-3CB8B92CD4A8}"/>
          </ac:spMkLst>
        </pc:spChg>
        <pc:spChg chg="mod topLvl">
          <ac:chgData name="Takeuchi, Koichiro" userId="b3848a05-443b-4434-8fa5-7398ca0c03c9" providerId="ADAL" clId="{8850683F-C5FA-4FC1-A362-4C7EFCA16AE8}" dt="2024-06-18T05:03:21.958" v="773" actId="165"/>
          <ac:spMkLst>
            <pc:docMk/>
            <pc:sldMk cId="3876441418" sldId="2147480795"/>
            <ac:spMk id="28" creationId="{A16301A6-E9B5-770A-E2A2-D3C73EC2F723}"/>
          </ac:spMkLst>
        </pc:spChg>
        <pc:spChg chg="mod topLvl">
          <ac:chgData name="Takeuchi, Koichiro" userId="b3848a05-443b-4434-8fa5-7398ca0c03c9" providerId="ADAL" clId="{8850683F-C5FA-4FC1-A362-4C7EFCA16AE8}" dt="2024-06-18T05:03:21.958" v="773" actId="165"/>
          <ac:spMkLst>
            <pc:docMk/>
            <pc:sldMk cId="3876441418" sldId="2147480795"/>
            <ac:spMk id="29" creationId="{7731FD7A-AF08-E044-3DF3-09ACAD9B03FF}"/>
          </ac:spMkLst>
        </pc:spChg>
        <pc:spChg chg="mod">
          <ac:chgData name="Takeuchi, Koichiro" userId="b3848a05-443b-4434-8fa5-7398ca0c03c9" providerId="ADAL" clId="{8850683F-C5FA-4FC1-A362-4C7EFCA16AE8}" dt="2024-06-18T05:03:21.958" v="773" actId="165"/>
          <ac:spMkLst>
            <pc:docMk/>
            <pc:sldMk cId="3876441418" sldId="2147480795"/>
            <ac:spMk id="32" creationId="{7AEE418E-5C9C-FCE2-2844-5BDD9D1EAC65}"/>
          </ac:spMkLst>
        </pc:spChg>
        <pc:spChg chg="mod">
          <ac:chgData name="Takeuchi, Koichiro" userId="b3848a05-443b-4434-8fa5-7398ca0c03c9" providerId="ADAL" clId="{8850683F-C5FA-4FC1-A362-4C7EFCA16AE8}" dt="2024-06-18T05:03:21.958" v="773" actId="165"/>
          <ac:spMkLst>
            <pc:docMk/>
            <pc:sldMk cId="3876441418" sldId="2147480795"/>
            <ac:spMk id="35" creationId="{F716DEAA-F858-F64C-EB6F-44A850B1B19B}"/>
          </ac:spMkLst>
        </pc:spChg>
        <pc:grpChg chg="mod topLvl">
          <ac:chgData name="Takeuchi, Koichiro" userId="b3848a05-443b-4434-8fa5-7398ca0c03c9" providerId="ADAL" clId="{8850683F-C5FA-4FC1-A362-4C7EFCA16AE8}" dt="2024-06-18T05:03:21.958" v="773" actId="165"/>
          <ac:grpSpMkLst>
            <pc:docMk/>
            <pc:sldMk cId="3876441418" sldId="2147480795"/>
            <ac:grpSpMk id="8" creationId="{B92268BB-2A16-1CDD-E018-46314A6FCC2D}"/>
          </ac:grpSpMkLst>
        </pc:grpChg>
        <pc:grpChg chg="mod topLvl">
          <ac:chgData name="Takeuchi, Koichiro" userId="b3848a05-443b-4434-8fa5-7398ca0c03c9" providerId="ADAL" clId="{8850683F-C5FA-4FC1-A362-4C7EFCA16AE8}" dt="2024-06-18T05:03:21.958" v="773" actId="165"/>
          <ac:grpSpMkLst>
            <pc:docMk/>
            <pc:sldMk cId="3876441418" sldId="2147480795"/>
            <ac:grpSpMk id="13" creationId="{9CFD7342-07A7-17D9-A4B0-39F47001062E}"/>
          </ac:grpSpMkLst>
        </pc:grpChg>
        <pc:grpChg chg="mod topLvl">
          <ac:chgData name="Takeuchi, Koichiro" userId="b3848a05-443b-4434-8fa5-7398ca0c03c9" providerId="ADAL" clId="{8850683F-C5FA-4FC1-A362-4C7EFCA16AE8}" dt="2024-06-18T05:03:21.958" v="773" actId="165"/>
          <ac:grpSpMkLst>
            <pc:docMk/>
            <pc:sldMk cId="3876441418" sldId="2147480795"/>
            <ac:grpSpMk id="30" creationId="{52C41ACA-AADF-7A10-1668-2A79AF5466F2}"/>
          </ac:grpSpMkLst>
        </pc:grpChg>
        <pc:grpChg chg="mod topLvl">
          <ac:chgData name="Takeuchi, Koichiro" userId="b3848a05-443b-4434-8fa5-7398ca0c03c9" providerId="ADAL" clId="{8850683F-C5FA-4FC1-A362-4C7EFCA16AE8}" dt="2024-06-18T05:03:21.958" v="773" actId="165"/>
          <ac:grpSpMkLst>
            <pc:docMk/>
            <pc:sldMk cId="3876441418" sldId="2147480795"/>
            <ac:grpSpMk id="33" creationId="{AE4C2BE7-54A6-4CB4-2BCF-8E57ADA3557E}"/>
          </ac:grpSpMkLst>
        </pc:grpChg>
        <pc:grpChg chg="del">
          <ac:chgData name="Takeuchi, Koichiro" userId="b3848a05-443b-4434-8fa5-7398ca0c03c9" providerId="ADAL" clId="{8850683F-C5FA-4FC1-A362-4C7EFCA16AE8}" dt="2024-06-18T05:03:21.958" v="773" actId="165"/>
          <ac:grpSpMkLst>
            <pc:docMk/>
            <pc:sldMk cId="3876441418" sldId="2147480795"/>
            <ac:grpSpMk id="36" creationId="{2EC0DBC3-AF95-F872-116B-8354A2C49416}"/>
          </ac:grpSpMkLst>
        </pc:grpChg>
        <pc:cxnChg chg="add mod">
          <ac:chgData name="Takeuchi, Koichiro" userId="b3848a05-443b-4434-8fa5-7398ca0c03c9" providerId="ADAL" clId="{8850683F-C5FA-4FC1-A362-4C7EFCA16AE8}" dt="2024-06-18T05:03:24.394" v="774"/>
          <ac:cxnSpMkLst>
            <pc:docMk/>
            <pc:sldMk cId="3876441418" sldId="2147480795"/>
            <ac:cxnSpMk id="7" creationId="{25ADD710-40D3-3663-5F59-25028F4EE845}"/>
          </ac:cxnSpMkLst>
        </pc:cxnChg>
        <pc:cxnChg chg="mod">
          <ac:chgData name="Takeuchi, Koichiro" userId="b3848a05-443b-4434-8fa5-7398ca0c03c9" providerId="ADAL" clId="{8850683F-C5FA-4FC1-A362-4C7EFCA16AE8}" dt="2024-06-18T05:03:21.958" v="773" actId="165"/>
          <ac:cxnSpMkLst>
            <pc:docMk/>
            <pc:sldMk cId="3876441418" sldId="2147480795"/>
            <ac:cxnSpMk id="9" creationId="{92E0E4B1-88CA-5227-AC47-EE59125F74A4}"/>
          </ac:cxnSpMkLst>
        </pc:cxnChg>
        <pc:cxnChg chg="mod">
          <ac:chgData name="Takeuchi, Koichiro" userId="b3848a05-443b-4434-8fa5-7398ca0c03c9" providerId="ADAL" clId="{8850683F-C5FA-4FC1-A362-4C7EFCA16AE8}" dt="2024-06-18T05:03:21.958" v="773" actId="165"/>
          <ac:cxnSpMkLst>
            <pc:docMk/>
            <pc:sldMk cId="3876441418" sldId="2147480795"/>
            <ac:cxnSpMk id="14" creationId="{B8298A78-1AB0-5E9A-38BA-677031F57AB7}"/>
          </ac:cxnSpMkLst>
        </pc:cxnChg>
        <pc:cxnChg chg="mod">
          <ac:chgData name="Takeuchi, Koichiro" userId="b3848a05-443b-4434-8fa5-7398ca0c03c9" providerId="ADAL" clId="{8850683F-C5FA-4FC1-A362-4C7EFCA16AE8}" dt="2024-06-18T05:03:21.958" v="773" actId="165"/>
          <ac:cxnSpMkLst>
            <pc:docMk/>
            <pc:sldMk cId="3876441418" sldId="2147480795"/>
            <ac:cxnSpMk id="31" creationId="{09019FA2-C088-29CC-B60B-434535BC7C99}"/>
          </ac:cxnSpMkLst>
        </pc:cxnChg>
        <pc:cxnChg chg="mod">
          <ac:chgData name="Takeuchi, Koichiro" userId="b3848a05-443b-4434-8fa5-7398ca0c03c9" providerId="ADAL" clId="{8850683F-C5FA-4FC1-A362-4C7EFCA16AE8}" dt="2024-06-18T05:03:21.958" v="773" actId="165"/>
          <ac:cxnSpMkLst>
            <pc:docMk/>
            <pc:sldMk cId="3876441418" sldId="2147480795"/>
            <ac:cxnSpMk id="34" creationId="{CC5477F1-FA35-F52A-C563-1072D21D9FB6}"/>
          </ac:cxnSpMkLst>
        </pc:cxnChg>
      </pc:sldChg>
      <pc:sldChg chg="del">
        <pc:chgData name="Takeuchi, Koichiro" userId="b3848a05-443b-4434-8fa5-7398ca0c03c9" providerId="ADAL" clId="{8850683F-C5FA-4FC1-A362-4C7EFCA16AE8}" dt="2024-06-18T04:40:34.021" v="14" actId="47"/>
        <pc:sldMkLst>
          <pc:docMk/>
          <pc:sldMk cId="457865810" sldId="2147480800"/>
        </pc:sldMkLst>
      </pc:sldChg>
      <pc:sldChg chg="del">
        <pc:chgData name="Takeuchi, Koichiro" userId="b3848a05-443b-4434-8fa5-7398ca0c03c9" providerId="ADAL" clId="{8850683F-C5FA-4FC1-A362-4C7EFCA16AE8}" dt="2024-06-18T04:40:34.765" v="15" actId="47"/>
        <pc:sldMkLst>
          <pc:docMk/>
          <pc:sldMk cId="1421077284" sldId="2147480801"/>
        </pc:sldMkLst>
      </pc:sldChg>
      <pc:sldChg chg="del">
        <pc:chgData name="Takeuchi, Koichiro" userId="b3848a05-443b-4434-8fa5-7398ca0c03c9" providerId="ADAL" clId="{8850683F-C5FA-4FC1-A362-4C7EFCA16AE8}" dt="2024-06-18T04:40:33.609" v="13" actId="47"/>
        <pc:sldMkLst>
          <pc:docMk/>
          <pc:sldMk cId="2079993822" sldId="2147480802"/>
        </pc:sldMkLst>
      </pc:sldChg>
      <pc:sldChg chg="addSp delSp modSp new mod ord">
        <pc:chgData name="Takeuchi, Koichiro" userId="b3848a05-443b-4434-8fa5-7398ca0c03c9" providerId="ADAL" clId="{8850683F-C5FA-4FC1-A362-4C7EFCA16AE8}" dt="2024-06-18T06:51:53.069" v="5336"/>
        <pc:sldMkLst>
          <pc:docMk/>
          <pc:sldMk cId="1771412347" sldId="2147480805"/>
        </pc:sldMkLst>
        <pc:spChg chg="mod">
          <ac:chgData name="Takeuchi, Koichiro" userId="b3848a05-443b-4434-8fa5-7398ca0c03c9" providerId="ADAL" clId="{8850683F-C5FA-4FC1-A362-4C7EFCA16AE8}" dt="2024-06-18T06:05:43.291" v="3898" actId="1076"/>
          <ac:spMkLst>
            <pc:docMk/>
            <pc:sldMk cId="1771412347" sldId="2147480805"/>
            <ac:spMk id="2" creationId="{C4050E0A-F4AC-8E52-FCEA-9771083801F3}"/>
          </ac:spMkLst>
        </pc:spChg>
        <pc:spChg chg="del">
          <ac:chgData name="Takeuchi, Koichiro" userId="b3848a05-443b-4434-8fa5-7398ca0c03c9" providerId="ADAL" clId="{8850683F-C5FA-4FC1-A362-4C7EFCA16AE8}" dt="2024-06-18T04:41:17.319" v="60" actId="478"/>
          <ac:spMkLst>
            <pc:docMk/>
            <pc:sldMk cId="1771412347" sldId="2147480805"/>
            <ac:spMk id="3" creationId="{51B6A9E3-2DF0-5959-D4F7-225909F7D665}"/>
          </ac:spMkLst>
        </pc:spChg>
        <pc:spChg chg="add del mod">
          <ac:chgData name="Takeuchi, Koichiro" userId="b3848a05-443b-4434-8fa5-7398ca0c03c9" providerId="ADAL" clId="{8850683F-C5FA-4FC1-A362-4C7EFCA16AE8}" dt="2024-06-18T04:41:30.048" v="62" actId="21"/>
          <ac:spMkLst>
            <pc:docMk/>
            <pc:sldMk cId="1771412347" sldId="2147480805"/>
            <ac:spMk id="7" creationId="{7BE03686-6E88-384E-5372-0CE7A7392C0D}"/>
          </ac:spMkLst>
        </pc:spChg>
        <pc:spChg chg="add del mod">
          <ac:chgData name="Takeuchi, Koichiro" userId="b3848a05-443b-4434-8fa5-7398ca0c03c9" providerId="ADAL" clId="{8850683F-C5FA-4FC1-A362-4C7EFCA16AE8}" dt="2024-06-18T04:41:38.600" v="64" actId="21"/>
          <ac:spMkLst>
            <pc:docMk/>
            <pc:sldMk cId="1771412347" sldId="2147480805"/>
            <ac:spMk id="8" creationId="{8CBC6B0D-CF3C-9890-D791-B90822B32D73}"/>
          </ac:spMkLst>
        </pc:spChg>
        <pc:spChg chg="add mod">
          <ac:chgData name="Takeuchi, Koichiro" userId="b3848a05-443b-4434-8fa5-7398ca0c03c9" providerId="ADAL" clId="{8850683F-C5FA-4FC1-A362-4C7EFCA16AE8}" dt="2024-06-18T06:04:31.449" v="3785" actId="1035"/>
          <ac:spMkLst>
            <pc:docMk/>
            <pc:sldMk cId="1771412347" sldId="2147480805"/>
            <ac:spMk id="9" creationId="{B86D8330-0B1A-E587-FA07-0AAE4A76EC6B}"/>
          </ac:spMkLst>
        </pc:spChg>
        <pc:spChg chg="add mod">
          <ac:chgData name="Takeuchi, Koichiro" userId="b3848a05-443b-4434-8fa5-7398ca0c03c9" providerId="ADAL" clId="{8850683F-C5FA-4FC1-A362-4C7EFCA16AE8}" dt="2024-06-18T06:23:02.022" v="4640" actId="1035"/>
          <ac:spMkLst>
            <pc:docMk/>
            <pc:sldMk cId="1771412347" sldId="2147480805"/>
            <ac:spMk id="10" creationId="{8CD5BA63-C0B2-CEB6-93FE-328B281F0AFD}"/>
          </ac:spMkLst>
        </pc:spChg>
        <pc:spChg chg="add mod">
          <ac:chgData name="Takeuchi, Koichiro" userId="b3848a05-443b-4434-8fa5-7398ca0c03c9" providerId="ADAL" clId="{8850683F-C5FA-4FC1-A362-4C7EFCA16AE8}" dt="2024-06-18T06:04:31.449" v="3785" actId="1035"/>
          <ac:spMkLst>
            <pc:docMk/>
            <pc:sldMk cId="1771412347" sldId="2147480805"/>
            <ac:spMk id="11" creationId="{2F6A44E9-3B7D-1E55-A0E1-B656D0009265}"/>
          </ac:spMkLst>
        </pc:spChg>
        <pc:spChg chg="add mod">
          <ac:chgData name="Takeuchi, Koichiro" userId="b3848a05-443b-4434-8fa5-7398ca0c03c9" providerId="ADAL" clId="{8850683F-C5FA-4FC1-A362-4C7EFCA16AE8}" dt="2024-06-18T06:04:31.449" v="3785" actId="1035"/>
          <ac:spMkLst>
            <pc:docMk/>
            <pc:sldMk cId="1771412347" sldId="2147480805"/>
            <ac:spMk id="12" creationId="{45EE08F6-DEC4-E349-C3D4-3A0D55311423}"/>
          </ac:spMkLst>
        </pc:spChg>
        <pc:spChg chg="add mod">
          <ac:chgData name="Takeuchi, Koichiro" userId="b3848a05-443b-4434-8fa5-7398ca0c03c9" providerId="ADAL" clId="{8850683F-C5FA-4FC1-A362-4C7EFCA16AE8}" dt="2024-06-18T06:04:31.449" v="3785" actId="1035"/>
          <ac:spMkLst>
            <pc:docMk/>
            <pc:sldMk cId="1771412347" sldId="2147480805"/>
            <ac:spMk id="13" creationId="{F8CADEEC-4DA6-DFCA-EDD3-66F074215B62}"/>
          </ac:spMkLst>
        </pc:spChg>
        <pc:spChg chg="add mod topLvl">
          <ac:chgData name="Takeuchi, Koichiro" userId="b3848a05-443b-4434-8fa5-7398ca0c03c9" providerId="ADAL" clId="{8850683F-C5FA-4FC1-A362-4C7EFCA16AE8}" dt="2024-06-18T06:04:31.449" v="3785" actId="1035"/>
          <ac:spMkLst>
            <pc:docMk/>
            <pc:sldMk cId="1771412347" sldId="2147480805"/>
            <ac:spMk id="14" creationId="{61CFC24B-A4E0-AA0F-B8C0-C72ACD02B496}"/>
          </ac:spMkLst>
        </pc:spChg>
        <pc:spChg chg="add mod topLvl">
          <ac:chgData name="Takeuchi, Koichiro" userId="b3848a05-443b-4434-8fa5-7398ca0c03c9" providerId="ADAL" clId="{8850683F-C5FA-4FC1-A362-4C7EFCA16AE8}" dt="2024-06-18T06:04:31.449" v="3785" actId="1035"/>
          <ac:spMkLst>
            <pc:docMk/>
            <pc:sldMk cId="1771412347" sldId="2147480805"/>
            <ac:spMk id="15" creationId="{9E2C2CC3-C868-A486-19A5-796650E36F44}"/>
          </ac:spMkLst>
        </pc:spChg>
        <pc:spChg chg="add mod topLvl">
          <ac:chgData name="Takeuchi, Koichiro" userId="b3848a05-443b-4434-8fa5-7398ca0c03c9" providerId="ADAL" clId="{8850683F-C5FA-4FC1-A362-4C7EFCA16AE8}" dt="2024-06-18T06:04:31.449" v="3785" actId="1035"/>
          <ac:spMkLst>
            <pc:docMk/>
            <pc:sldMk cId="1771412347" sldId="2147480805"/>
            <ac:spMk id="16" creationId="{037C46BB-6F39-EABB-FE4B-F5D4758A4034}"/>
          </ac:spMkLst>
        </pc:spChg>
        <pc:spChg chg="add mod">
          <ac:chgData name="Takeuchi, Koichiro" userId="b3848a05-443b-4434-8fa5-7398ca0c03c9" providerId="ADAL" clId="{8850683F-C5FA-4FC1-A362-4C7EFCA16AE8}" dt="2024-06-18T06:04:31.449" v="3785" actId="1035"/>
          <ac:spMkLst>
            <pc:docMk/>
            <pc:sldMk cId="1771412347" sldId="2147480805"/>
            <ac:spMk id="17" creationId="{A5CAC6B1-665F-4C40-F148-C1BBFB3F82B8}"/>
          </ac:spMkLst>
        </pc:spChg>
        <pc:spChg chg="add mod">
          <ac:chgData name="Takeuchi, Koichiro" userId="b3848a05-443b-4434-8fa5-7398ca0c03c9" providerId="ADAL" clId="{8850683F-C5FA-4FC1-A362-4C7EFCA16AE8}" dt="2024-06-18T06:04:31.449" v="3785" actId="1035"/>
          <ac:spMkLst>
            <pc:docMk/>
            <pc:sldMk cId="1771412347" sldId="2147480805"/>
            <ac:spMk id="18" creationId="{54925650-A2C7-8C3D-3169-31D70F34808D}"/>
          </ac:spMkLst>
        </pc:spChg>
        <pc:spChg chg="mod">
          <ac:chgData name="Takeuchi, Koichiro" userId="b3848a05-443b-4434-8fa5-7398ca0c03c9" providerId="ADAL" clId="{8850683F-C5FA-4FC1-A362-4C7EFCA16AE8}" dt="2024-06-18T05:04:08.786" v="814" actId="255"/>
          <ac:spMkLst>
            <pc:docMk/>
            <pc:sldMk cId="1771412347" sldId="2147480805"/>
            <ac:spMk id="46" creationId="{5F6391F3-D7AB-1690-4273-8B8DFBF2BA2B}"/>
          </ac:spMkLst>
        </pc:spChg>
        <pc:spChg chg="mod">
          <ac:chgData name="Takeuchi, Koichiro" userId="b3848a05-443b-4434-8fa5-7398ca0c03c9" providerId="ADAL" clId="{8850683F-C5FA-4FC1-A362-4C7EFCA16AE8}" dt="2024-06-18T05:03:29.950" v="775"/>
          <ac:spMkLst>
            <pc:docMk/>
            <pc:sldMk cId="1771412347" sldId="2147480805"/>
            <ac:spMk id="49" creationId="{990A331E-FC7E-D78D-4A8F-9AE01422FB1C}"/>
          </ac:spMkLst>
        </pc:spChg>
        <pc:spChg chg="mod">
          <ac:chgData name="Takeuchi, Koichiro" userId="b3848a05-443b-4434-8fa5-7398ca0c03c9" providerId="ADAL" clId="{8850683F-C5FA-4FC1-A362-4C7EFCA16AE8}" dt="2024-06-18T05:04:27.496" v="827"/>
          <ac:spMkLst>
            <pc:docMk/>
            <pc:sldMk cId="1771412347" sldId="2147480805"/>
            <ac:spMk id="52" creationId="{31FE5F08-F380-21A0-E6AC-8278563276A2}"/>
          </ac:spMkLst>
        </pc:spChg>
        <pc:spChg chg="add mod">
          <ac:chgData name="Takeuchi, Koichiro" userId="b3848a05-443b-4434-8fa5-7398ca0c03c9" providerId="ADAL" clId="{8850683F-C5FA-4FC1-A362-4C7EFCA16AE8}" dt="2024-06-18T06:27:00.950" v="4877" actId="1035"/>
          <ac:spMkLst>
            <pc:docMk/>
            <pc:sldMk cId="1771412347" sldId="2147480805"/>
            <ac:spMk id="53" creationId="{ED8B1D29-4FB0-1150-B85E-C70969A5E227}"/>
          </ac:spMkLst>
        </pc:spChg>
        <pc:spChg chg="add del mod">
          <ac:chgData name="Takeuchi, Koichiro" userId="b3848a05-443b-4434-8fa5-7398ca0c03c9" providerId="ADAL" clId="{8850683F-C5FA-4FC1-A362-4C7EFCA16AE8}" dt="2024-06-18T05:14:12.841" v="1169" actId="478"/>
          <ac:spMkLst>
            <pc:docMk/>
            <pc:sldMk cId="1771412347" sldId="2147480805"/>
            <ac:spMk id="54" creationId="{668A0B57-76C5-ECF4-E994-0CBBB7D4212A}"/>
          </ac:spMkLst>
        </pc:spChg>
        <pc:spChg chg="add mod">
          <ac:chgData name="Takeuchi, Koichiro" userId="b3848a05-443b-4434-8fa5-7398ca0c03c9" providerId="ADAL" clId="{8850683F-C5FA-4FC1-A362-4C7EFCA16AE8}" dt="2024-06-18T06:27:30.358" v="4882" actId="465"/>
          <ac:spMkLst>
            <pc:docMk/>
            <pc:sldMk cId="1771412347" sldId="2147480805"/>
            <ac:spMk id="55" creationId="{41E8A974-E923-D40A-7E1B-AA2555EE71FE}"/>
          </ac:spMkLst>
        </pc:spChg>
        <pc:spChg chg="add mod">
          <ac:chgData name="Takeuchi, Koichiro" userId="b3848a05-443b-4434-8fa5-7398ca0c03c9" providerId="ADAL" clId="{8850683F-C5FA-4FC1-A362-4C7EFCA16AE8}" dt="2024-06-18T06:27:30.358" v="4882" actId="465"/>
          <ac:spMkLst>
            <pc:docMk/>
            <pc:sldMk cId="1771412347" sldId="2147480805"/>
            <ac:spMk id="56" creationId="{4FA19F00-B21F-3BDD-EF97-E7645440DF0A}"/>
          </ac:spMkLst>
        </pc:spChg>
        <pc:spChg chg="add mod">
          <ac:chgData name="Takeuchi, Koichiro" userId="b3848a05-443b-4434-8fa5-7398ca0c03c9" providerId="ADAL" clId="{8850683F-C5FA-4FC1-A362-4C7EFCA16AE8}" dt="2024-06-18T06:27:00.950" v="4877" actId="1035"/>
          <ac:spMkLst>
            <pc:docMk/>
            <pc:sldMk cId="1771412347" sldId="2147480805"/>
            <ac:spMk id="57" creationId="{B593345A-14D5-4B98-302A-DD3400A9E7EB}"/>
          </ac:spMkLst>
        </pc:spChg>
        <pc:spChg chg="add mod">
          <ac:chgData name="Takeuchi, Koichiro" userId="b3848a05-443b-4434-8fa5-7398ca0c03c9" providerId="ADAL" clId="{8850683F-C5FA-4FC1-A362-4C7EFCA16AE8}" dt="2024-06-18T06:27:30.358" v="4882" actId="465"/>
          <ac:spMkLst>
            <pc:docMk/>
            <pc:sldMk cId="1771412347" sldId="2147480805"/>
            <ac:spMk id="58" creationId="{A77EE4C5-0A99-CE2A-E26C-FEF30B6F9682}"/>
          </ac:spMkLst>
        </pc:spChg>
        <pc:spChg chg="add mod">
          <ac:chgData name="Takeuchi, Koichiro" userId="b3848a05-443b-4434-8fa5-7398ca0c03c9" providerId="ADAL" clId="{8850683F-C5FA-4FC1-A362-4C7EFCA16AE8}" dt="2024-06-18T06:27:30.358" v="4882" actId="465"/>
          <ac:spMkLst>
            <pc:docMk/>
            <pc:sldMk cId="1771412347" sldId="2147480805"/>
            <ac:spMk id="59" creationId="{27870E17-23CC-D8F9-5085-1C5528401C96}"/>
          </ac:spMkLst>
        </pc:spChg>
        <pc:spChg chg="add mod">
          <ac:chgData name="Takeuchi, Koichiro" userId="b3848a05-443b-4434-8fa5-7398ca0c03c9" providerId="ADAL" clId="{8850683F-C5FA-4FC1-A362-4C7EFCA16AE8}" dt="2024-06-18T06:27:30.358" v="4882" actId="465"/>
          <ac:spMkLst>
            <pc:docMk/>
            <pc:sldMk cId="1771412347" sldId="2147480805"/>
            <ac:spMk id="60" creationId="{0EECCE46-2E1C-1A88-6933-018E8A5B09E4}"/>
          </ac:spMkLst>
        </pc:spChg>
        <pc:spChg chg="add mod">
          <ac:chgData name="Takeuchi, Koichiro" userId="b3848a05-443b-4434-8fa5-7398ca0c03c9" providerId="ADAL" clId="{8850683F-C5FA-4FC1-A362-4C7EFCA16AE8}" dt="2024-06-18T06:27:30.358" v="4882" actId="465"/>
          <ac:spMkLst>
            <pc:docMk/>
            <pc:sldMk cId="1771412347" sldId="2147480805"/>
            <ac:spMk id="61" creationId="{6F57270E-04EC-2C28-D07E-D9A16B20ED7C}"/>
          </ac:spMkLst>
        </pc:spChg>
        <pc:spChg chg="add mod">
          <ac:chgData name="Takeuchi, Koichiro" userId="b3848a05-443b-4434-8fa5-7398ca0c03c9" providerId="ADAL" clId="{8850683F-C5FA-4FC1-A362-4C7EFCA16AE8}" dt="2024-06-18T06:27:30.358" v="4882" actId="465"/>
          <ac:spMkLst>
            <pc:docMk/>
            <pc:sldMk cId="1771412347" sldId="2147480805"/>
            <ac:spMk id="62" creationId="{B0C6064B-297C-9AAE-DA4C-40D527739810}"/>
          </ac:spMkLst>
        </pc:spChg>
        <pc:spChg chg="add mod">
          <ac:chgData name="Takeuchi, Koichiro" userId="b3848a05-443b-4434-8fa5-7398ca0c03c9" providerId="ADAL" clId="{8850683F-C5FA-4FC1-A362-4C7EFCA16AE8}" dt="2024-06-18T06:27:30.358" v="4882" actId="465"/>
          <ac:spMkLst>
            <pc:docMk/>
            <pc:sldMk cId="1771412347" sldId="2147480805"/>
            <ac:spMk id="63" creationId="{9D66B40B-A76A-5F66-79FE-B57537A8129A}"/>
          </ac:spMkLst>
        </pc:spChg>
        <pc:spChg chg="add mod">
          <ac:chgData name="Takeuchi, Koichiro" userId="b3848a05-443b-4434-8fa5-7398ca0c03c9" providerId="ADAL" clId="{8850683F-C5FA-4FC1-A362-4C7EFCA16AE8}" dt="2024-06-18T06:27:30.358" v="4882" actId="465"/>
          <ac:spMkLst>
            <pc:docMk/>
            <pc:sldMk cId="1771412347" sldId="2147480805"/>
            <ac:spMk id="64" creationId="{DC255834-7785-8654-E338-60A1CD5AFB24}"/>
          </ac:spMkLst>
        </pc:spChg>
        <pc:spChg chg="add mod">
          <ac:chgData name="Takeuchi, Koichiro" userId="b3848a05-443b-4434-8fa5-7398ca0c03c9" providerId="ADAL" clId="{8850683F-C5FA-4FC1-A362-4C7EFCA16AE8}" dt="2024-06-18T06:04:31.449" v="3785" actId="1035"/>
          <ac:spMkLst>
            <pc:docMk/>
            <pc:sldMk cId="1771412347" sldId="2147480805"/>
            <ac:spMk id="65" creationId="{FC239252-BB22-9A7C-B315-8A93273387EB}"/>
          </ac:spMkLst>
        </pc:spChg>
        <pc:spChg chg="add mod">
          <ac:chgData name="Takeuchi, Koichiro" userId="b3848a05-443b-4434-8fa5-7398ca0c03c9" providerId="ADAL" clId="{8850683F-C5FA-4FC1-A362-4C7EFCA16AE8}" dt="2024-06-18T06:27:30.358" v="4882" actId="465"/>
          <ac:spMkLst>
            <pc:docMk/>
            <pc:sldMk cId="1771412347" sldId="2147480805"/>
            <ac:spMk id="66" creationId="{5A79ACBD-2299-AF46-BDD0-81EC95C2DDB0}"/>
          </ac:spMkLst>
        </pc:spChg>
        <pc:spChg chg="mod">
          <ac:chgData name="Takeuchi, Koichiro" userId="b3848a05-443b-4434-8fa5-7398ca0c03c9" providerId="ADAL" clId="{8850683F-C5FA-4FC1-A362-4C7EFCA16AE8}" dt="2024-06-18T05:34:56.527" v="1814" actId="20577"/>
          <ac:spMkLst>
            <pc:docMk/>
            <pc:sldMk cId="1771412347" sldId="2147480805"/>
            <ac:spMk id="113" creationId="{68F79C94-0337-A33A-5FAC-0D2D9B6BF4EB}"/>
          </ac:spMkLst>
        </pc:spChg>
        <pc:spChg chg="add mod">
          <ac:chgData name="Takeuchi, Koichiro" userId="b3848a05-443b-4434-8fa5-7398ca0c03c9" providerId="ADAL" clId="{8850683F-C5FA-4FC1-A362-4C7EFCA16AE8}" dt="2024-06-18T06:27:25.860" v="4881" actId="465"/>
          <ac:spMkLst>
            <pc:docMk/>
            <pc:sldMk cId="1771412347" sldId="2147480805"/>
            <ac:spMk id="114" creationId="{72EF32CD-6595-FDF7-1CEA-382933E01A4E}"/>
          </ac:spMkLst>
        </pc:spChg>
        <pc:spChg chg="add mod">
          <ac:chgData name="Takeuchi, Koichiro" userId="b3848a05-443b-4434-8fa5-7398ca0c03c9" providerId="ADAL" clId="{8850683F-C5FA-4FC1-A362-4C7EFCA16AE8}" dt="2024-06-18T06:27:25.860" v="4881" actId="465"/>
          <ac:spMkLst>
            <pc:docMk/>
            <pc:sldMk cId="1771412347" sldId="2147480805"/>
            <ac:spMk id="115" creationId="{0F845545-C7D4-3EEA-F7B6-55DF32AF12FF}"/>
          </ac:spMkLst>
        </pc:spChg>
        <pc:spChg chg="add mod">
          <ac:chgData name="Takeuchi, Koichiro" userId="b3848a05-443b-4434-8fa5-7398ca0c03c9" providerId="ADAL" clId="{8850683F-C5FA-4FC1-A362-4C7EFCA16AE8}" dt="2024-06-18T06:27:25.860" v="4881" actId="465"/>
          <ac:spMkLst>
            <pc:docMk/>
            <pc:sldMk cId="1771412347" sldId="2147480805"/>
            <ac:spMk id="116" creationId="{9339E03E-D830-5605-6A15-BBFAD6A212C3}"/>
          </ac:spMkLst>
        </pc:spChg>
        <pc:spChg chg="add mod">
          <ac:chgData name="Takeuchi, Koichiro" userId="b3848a05-443b-4434-8fa5-7398ca0c03c9" providerId="ADAL" clId="{8850683F-C5FA-4FC1-A362-4C7EFCA16AE8}" dt="2024-06-18T06:27:25.860" v="4881" actId="465"/>
          <ac:spMkLst>
            <pc:docMk/>
            <pc:sldMk cId="1771412347" sldId="2147480805"/>
            <ac:spMk id="117" creationId="{9FDDBF6A-FDB0-F596-5A5C-EBF9F9784212}"/>
          </ac:spMkLst>
        </pc:spChg>
        <pc:spChg chg="add mod">
          <ac:chgData name="Takeuchi, Koichiro" userId="b3848a05-443b-4434-8fa5-7398ca0c03c9" providerId="ADAL" clId="{8850683F-C5FA-4FC1-A362-4C7EFCA16AE8}" dt="2024-06-18T06:27:25.860" v="4881" actId="465"/>
          <ac:spMkLst>
            <pc:docMk/>
            <pc:sldMk cId="1771412347" sldId="2147480805"/>
            <ac:spMk id="118" creationId="{7C30C3DB-78A1-C2ED-5444-CEA78A3B81D9}"/>
          </ac:spMkLst>
        </pc:spChg>
        <pc:spChg chg="add mod">
          <ac:chgData name="Takeuchi, Koichiro" userId="b3848a05-443b-4434-8fa5-7398ca0c03c9" providerId="ADAL" clId="{8850683F-C5FA-4FC1-A362-4C7EFCA16AE8}" dt="2024-06-18T06:27:25.860" v="4881" actId="465"/>
          <ac:spMkLst>
            <pc:docMk/>
            <pc:sldMk cId="1771412347" sldId="2147480805"/>
            <ac:spMk id="119" creationId="{0057D7BE-A736-5A50-F9ED-8F8DCE90C2FF}"/>
          </ac:spMkLst>
        </pc:spChg>
        <pc:spChg chg="add mod">
          <ac:chgData name="Takeuchi, Koichiro" userId="b3848a05-443b-4434-8fa5-7398ca0c03c9" providerId="ADAL" clId="{8850683F-C5FA-4FC1-A362-4C7EFCA16AE8}" dt="2024-06-18T06:27:25.860" v="4881" actId="465"/>
          <ac:spMkLst>
            <pc:docMk/>
            <pc:sldMk cId="1771412347" sldId="2147480805"/>
            <ac:spMk id="120" creationId="{66307FF8-5EFF-2225-2ECB-9C2BF700ACE3}"/>
          </ac:spMkLst>
        </pc:spChg>
        <pc:spChg chg="add mod">
          <ac:chgData name="Takeuchi, Koichiro" userId="b3848a05-443b-4434-8fa5-7398ca0c03c9" providerId="ADAL" clId="{8850683F-C5FA-4FC1-A362-4C7EFCA16AE8}" dt="2024-06-18T05:45:18.689" v="1902"/>
          <ac:spMkLst>
            <pc:docMk/>
            <pc:sldMk cId="1771412347" sldId="2147480805"/>
            <ac:spMk id="121" creationId="{0C219D7C-CD03-091E-38CC-4B0C1723A785}"/>
          </ac:spMkLst>
        </pc:spChg>
        <pc:spChg chg="add mod">
          <ac:chgData name="Takeuchi, Koichiro" userId="b3848a05-443b-4434-8fa5-7398ca0c03c9" providerId="ADAL" clId="{8850683F-C5FA-4FC1-A362-4C7EFCA16AE8}" dt="2024-06-18T06:27:25.860" v="4881" actId="465"/>
          <ac:spMkLst>
            <pc:docMk/>
            <pc:sldMk cId="1771412347" sldId="2147480805"/>
            <ac:spMk id="122" creationId="{B0973A96-D7D1-A5F4-42C8-13E82ACC7F09}"/>
          </ac:spMkLst>
        </pc:spChg>
        <pc:spChg chg="add mod">
          <ac:chgData name="Takeuchi, Koichiro" userId="b3848a05-443b-4434-8fa5-7398ca0c03c9" providerId="ADAL" clId="{8850683F-C5FA-4FC1-A362-4C7EFCA16AE8}" dt="2024-06-18T06:27:25.860" v="4881" actId="465"/>
          <ac:spMkLst>
            <pc:docMk/>
            <pc:sldMk cId="1771412347" sldId="2147480805"/>
            <ac:spMk id="123" creationId="{3EC2D7FB-B5A4-2C33-C57E-6CAA4BB16AB1}"/>
          </ac:spMkLst>
        </pc:spChg>
        <pc:spChg chg="add del mod">
          <ac:chgData name="Takeuchi, Koichiro" userId="b3848a05-443b-4434-8fa5-7398ca0c03c9" providerId="ADAL" clId="{8850683F-C5FA-4FC1-A362-4C7EFCA16AE8}" dt="2024-06-18T05:45:51.437" v="1932" actId="478"/>
          <ac:spMkLst>
            <pc:docMk/>
            <pc:sldMk cId="1771412347" sldId="2147480805"/>
            <ac:spMk id="124" creationId="{1ABDE94A-6C9D-76B1-6F88-9C28A189A20F}"/>
          </ac:spMkLst>
        </pc:spChg>
        <pc:spChg chg="add mod">
          <ac:chgData name="Takeuchi, Koichiro" userId="b3848a05-443b-4434-8fa5-7398ca0c03c9" providerId="ADAL" clId="{8850683F-C5FA-4FC1-A362-4C7EFCA16AE8}" dt="2024-06-18T05:45:56.072" v="1933"/>
          <ac:spMkLst>
            <pc:docMk/>
            <pc:sldMk cId="1771412347" sldId="2147480805"/>
            <ac:spMk id="125" creationId="{84971669-AFA5-08B3-0F64-923ACB87BF73}"/>
          </ac:spMkLst>
        </pc:spChg>
        <pc:spChg chg="add mod">
          <ac:chgData name="Takeuchi, Koichiro" userId="b3848a05-443b-4434-8fa5-7398ca0c03c9" providerId="ADAL" clId="{8850683F-C5FA-4FC1-A362-4C7EFCA16AE8}" dt="2024-06-18T06:27:25.860" v="4881" actId="465"/>
          <ac:spMkLst>
            <pc:docMk/>
            <pc:sldMk cId="1771412347" sldId="2147480805"/>
            <ac:spMk id="126" creationId="{9C34BE37-5712-0312-387E-039E4CE176BE}"/>
          </ac:spMkLst>
        </pc:spChg>
        <pc:spChg chg="add mod">
          <ac:chgData name="Takeuchi, Koichiro" userId="b3848a05-443b-4434-8fa5-7398ca0c03c9" providerId="ADAL" clId="{8850683F-C5FA-4FC1-A362-4C7EFCA16AE8}" dt="2024-06-18T06:06:44.147" v="3929" actId="113"/>
          <ac:spMkLst>
            <pc:docMk/>
            <pc:sldMk cId="1771412347" sldId="2147480805"/>
            <ac:spMk id="127" creationId="{E59BCDFA-CBB4-C493-4E7D-A88A700D50C3}"/>
          </ac:spMkLst>
        </pc:spChg>
        <pc:spChg chg="mod">
          <ac:chgData name="Takeuchi, Koichiro" userId="b3848a05-443b-4434-8fa5-7398ca0c03c9" providerId="ADAL" clId="{8850683F-C5FA-4FC1-A362-4C7EFCA16AE8}" dt="2024-06-18T05:48:28.731" v="2004" actId="20577"/>
          <ac:spMkLst>
            <pc:docMk/>
            <pc:sldMk cId="1771412347" sldId="2147480805"/>
            <ac:spMk id="130" creationId="{E799E7BF-CED8-DC0B-2C2B-48CBFE3A41D5}"/>
          </ac:spMkLst>
        </pc:spChg>
        <pc:spChg chg="add mod">
          <ac:chgData name="Takeuchi, Koichiro" userId="b3848a05-443b-4434-8fa5-7398ca0c03c9" providerId="ADAL" clId="{8850683F-C5FA-4FC1-A362-4C7EFCA16AE8}" dt="2024-06-18T06:27:00.950" v="4877" actId="1035"/>
          <ac:spMkLst>
            <pc:docMk/>
            <pc:sldMk cId="1771412347" sldId="2147480805"/>
            <ac:spMk id="131" creationId="{84A66E56-AB3B-0914-5507-82FFF45FA66D}"/>
          </ac:spMkLst>
        </pc:spChg>
        <pc:spChg chg="add mod">
          <ac:chgData name="Takeuchi, Koichiro" userId="b3848a05-443b-4434-8fa5-7398ca0c03c9" providerId="ADAL" clId="{8850683F-C5FA-4FC1-A362-4C7EFCA16AE8}" dt="2024-06-18T06:27:22.164" v="4880" actId="465"/>
          <ac:spMkLst>
            <pc:docMk/>
            <pc:sldMk cId="1771412347" sldId="2147480805"/>
            <ac:spMk id="132" creationId="{8BA693BC-1AB8-A885-C41B-05DA4E5D51BF}"/>
          </ac:spMkLst>
        </pc:spChg>
        <pc:spChg chg="add mod">
          <ac:chgData name="Takeuchi, Koichiro" userId="b3848a05-443b-4434-8fa5-7398ca0c03c9" providerId="ADAL" clId="{8850683F-C5FA-4FC1-A362-4C7EFCA16AE8}" dt="2024-06-18T06:27:22.164" v="4880" actId="465"/>
          <ac:spMkLst>
            <pc:docMk/>
            <pc:sldMk cId="1771412347" sldId="2147480805"/>
            <ac:spMk id="133" creationId="{B451CDAC-FA02-2CC4-8155-DBF9B7C72A3A}"/>
          </ac:spMkLst>
        </pc:spChg>
        <pc:spChg chg="add mod">
          <ac:chgData name="Takeuchi, Koichiro" userId="b3848a05-443b-4434-8fa5-7398ca0c03c9" providerId="ADAL" clId="{8850683F-C5FA-4FC1-A362-4C7EFCA16AE8}" dt="2024-06-18T06:27:22.164" v="4880" actId="465"/>
          <ac:spMkLst>
            <pc:docMk/>
            <pc:sldMk cId="1771412347" sldId="2147480805"/>
            <ac:spMk id="134" creationId="{F1EB9C89-9806-1BD0-4EEE-A84FCE106EDA}"/>
          </ac:spMkLst>
        </pc:spChg>
        <pc:spChg chg="add mod">
          <ac:chgData name="Takeuchi, Koichiro" userId="b3848a05-443b-4434-8fa5-7398ca0c03c9" providerId="ADAL" clId="{8850683F-C5FA-4FC1-A362-4C7EFCA16AE8}" dt="2024-06-18T06:27:22.164" v="4880" actId="465"/>
          <ac:spMkLst>
            <pc:docMk/>
            <pc:sldMk cId="1771412347" sldId="2147480805"/>
            <ac:spMk id="144" creationId="{16758918-22AD-6374-15BE-F1CD112A78BB}"/>
          </ac:spMkLst>
        </pc:spChg>
        <pc:spChg chg="add mod">
          <ac:chgData name="Takeuchi, Koichiro" userId="b3848a05-443b-4434-8fa5-7398ca0c03c9" providerId="ADAL" clId="{8850683F-C5FA-4FC1-A362-4C7EFCA16AE8}" dt="2024-06-18T06:27:22.164" v="4880" actId="465"/>
          <ac:spMkLst>
            <pc:docMk/>
            <pc:sldMk cId="1771412347" sldId="2147480805"/>
            <ac:spMk id="145" creationId="{320DCEC1-605D-7C8E-90C6-3083ADC680E2}"/>
          </ac:spMkLst>
        </pc:spChg>
        <pc:spChg chg="add mod">
          <ac:chgData name="Takeuchi, Koichiro" userId="b3848a05-443b-4434-8fa5-7398ca0c03c9" providerId="ADAL" clId="{8850683F-C5FA-4FC1-A362-4C7EFCA16AE8}" dt="2024-06-18T06:27:22.164" v="4880" actId="465"/>
          <ac:spMkLst>
            <pc:docMk/>
            <pc:sldMk cId="1771412347" sldId="2147480805"/>
            <ac:spMk id="146" creationId="{85526314-52DB-C8EB-6AE2-ED7FFE35C1D5}"/>
          </ac:spMkLst>
        </pc:spChg>
        <pc:spChg chg="add mod">
          <ac:chgData name="Takeuchi, Koichiro" userId="b3848a05-443b-4434-8fa5-7398ca0c03c9" providerId="ADAL" clId="{8850683F-C5FA-4FC1-A362-4C7EFCA16AE8}" dt="2024-06-18T06:27:22.164" v="4880" actId="465"/>
          <ac:spMkLst>
            <pc:docMk/>
            <pc:sldMk cId="1771412347" sldId="2147480805"/>
            <ac:spMk id="147" creationId="{60629366-40BE-9C15-189D-BFFAC37E8D2B}"/>
          </ac:spMkLst>
        </pc:spChg>
        <pc:spChg chg="add mod">
          <ac:chgData name="Takeuchi, Koichiro" userId="b3848a05-443b-4434-8fa5-7398ca0c03c9" providerId="ADAL" clId="{8850683F-C5FA-4FC1-A362-4C7EFCA16AE8}" dt="2024-06-18T06:27:22.164" v="4880" actId="465"/>
          <ac:spMkLst>
            <pc:docMk/>
            <pc:sldMk cId="1771412347" sldId="2147480805"/>
            <ac:spMk id="148" creationId="{457A1190-581B-F5F5-E403-4B850F56603C}"/>
          </ac:spMkLst>
        </pc:spChg>
        <pc:spChg chg="add mod">
          <ac:chgData name="Takeuchi, Koichiro" userId="b3848a05-443b-4434-8fa5-7398ca0c03c9" providerId="ADAL" clId="{8850683F-C5FA-4FC1-A362-4C7EFCA16AE8}" dt="2024-06-18T06:27:22.164" v="4880" actId="465"/>
          <ac:spMkLst>
            <pc:docMk/>
            <pc:sldMk cId="1771412347" sldId="2147480805"/>
            <ac:spMk id="149" creationId="{923C83C1-5517-D9F9-8384-DA257F2368A7}"/>
          </ac:spMkLst>
        </pc:spChg>
        <pc:spChg chg="add mod">
          <ac:chgData name="Takeuchi, Koichiro" userId="b3848a05-443b-4434-8fa5-7398ca0c03c9" providerId="ADAL" clId="{8850683F-C5FA-4FC1-A362-4C7EFCA16AE8}" dt="2024-06-18T06:44:13.116" v="5194" actId="20577"/>
          <ac:spMkLst>
            <pc:docMk/>
            <pc:sldMk cId="1771412347" sldId="2147480805"/>
            <ac:spMk id="150" creationId="{FA598032-6B2F-CF69-69B3-63D8EDD92954}"/>
          </ac:spMkLst>
        </pc:spChg>
        <pc:spChg chg="add mod">
          <ac:chgData name="Takeuchi, Koichiro" userId="b3848a05-443b-4434-8fa5-7398ca0c03c9" providerId="ADAL" clId="{8850683F-C5FA-4FC1-A362-4C7EFCA16AE8}" dt="2024-06-18T06:05:28.802" v="3894" actId="20577"/>
          <ac:spMkLst>
            <pc:docMk/>
            <pc:sldMk cId="1771412347" sldId="2147480805"/>
            <ac:spMk id="151" creationId="{0FF48350-7A24-5C0D-A5B4-0C5C12B75F9D}"/>
          </ac:spMkLst>
        </pc:spChg>
        <pc:spChg chg="mod">
          <ac:chgData name="Takeuchi, Koichiro" userId="b3848a05-443b-4434-8fa5-7398ca0c03c9" providerId="ADAL" clId="{8850683F-C5FA-4FC1-A362-4C7EFCA16AE8}" dt="2024-06-18T06:06:02.625" v="3925" actId="20577"/>
          <ac:spMkLst>
            <pc:docMk/>
            <pc:sldMk cId="1771412347" sldId="2147480805"/>
            <ac:spMk id="154" creationId="{E50F3399-8ACD-4FD4-7130-775DFD21ADC6}"/>
          </ac:spMkLst>
        </pc:spChg>
        <pc:spChg chg="mod">
          <ac:chgData name="Takeuchi, Koichiro" userId="b3848a05-443b-4434-8fa5-7398ca0c03c9" providerId="ADAL" clId="{8850683F-C5FA-4FC1-A362-4C7EFCA16AE8}" dt="2024-06-18T06:08:24.369" v="3932"/>
          <ac:spMkLst>
            <pc:docMk/>
            <pc:sldMk cId="1771412347" sldId="2147480805"/>
            <ac:spMk id="157" creationId="{B9AE3DB7-3F36-5A2B-B922-11B927C67121}"/>
          </ac:spMkLst>
        </pc:spChg>
        <pc:spChg chg="add mod">
          <ac:chgData name="Takeuchi, Koichiro" userId="b3848a05-443b-4434-8fa5-7398ca0c03c9" providerId="ADAL" clId="{8850683F-C5FA-4FC1-A362-4C7EFCA16AE8}" dt="2024-06-18T06:51:53.069" v="5336"/>
          <ac:spMkLst>
            <pc:docMk/>
            <pc:sldMk cId="1771412347" sldId="2147480805"/>
            <ac:spMk id="158" creationId="{C14223D6-06D2-9FAE-2B61-E3B943BB4DBF}"/>
          </ac:spMkLst>
        </pc:spChg>
        <pc:spChg chg="add mod">
          <ac:chgData name="Takeuchi, Koichiro" userId="b3848a05-443b-4434-8fa5-7398ca0c03c9" providerId="ADAL" clId="{8850683F-C5FA-4FC1-A362-4C7EFCA16AE8}" dt="2024-06-18T06:29:07.480" v="5026" actId="20577"/>
          <ac:spMkLst>
            <pc:docMk/>
            <pc:sldMk cId="1771412347" sldId="2147480805"/>
            <ac:spMk id="159" creationId="{086B1212-BA80-3FFE-7D6F-ECF5836E50D3}"/>
          </ac:spMkLst>
        </pc:spChg>
        <pc:spChg chg="add mod">
          <ac:chgData name="Takeuchi, Koichiro" userId="b3848a05-443b-4434-8fa5-7398ca0c03c9" providerId="ADAL" clId="{8850683F-C5FA-4FC1-A362-4C7EFCA16AE8}" dt="2024-06-18T06:27:25.860" v="4881" actId="465"/>
          <ac:spMkLst>
            <pc:docMk/>
            <pc:sldMk cId="1771412347" sldId="2147480805"/>
            <ac:spMk id="160" creationId="{4A663750-C3D9-E3DA-05C4-7D67055C8C13}"/>
          </ac:spMkLst>
        </pc:spChg>
        <pc:spChg chg="add mod">
          <ac:chgData name="Takeuchi, Koichiro" userId="b3848a05-443b-4434-8fa5-7398ca0c03c9" providerId="ADAL" clId="{8850683F-C5FA-4FC1-A362-4C7EFCA16AE8}" dt="2024-06-18T06:29:20.378" v="5083" actId="20577"/>
          <ac:spMkLst>
            <pc:docMk/>
            <pc:sldMk cId="1771412347" sldId="2147480805"/>
            <ac:spMk id="161" creationId="{8340C25A-9915-5E35-D129-78EFA85D940B}"/>
          </ac:spMkLst>
        </pc:spChg>
        <pc:grpChg chg="add del mod">
          <ac:chgData name="Takeuchi, Koichiro" userId="b3848a05-443b-4434-8fa5-7398ca0c03c9" providerId="ADAL" clId="{8850683F-C5FA-4FC1-A362-4C7EFCA16AE8}" dt="2024-06-18T04:59:57.416" v="718" actId="165"/>
          <ac:grpSpMkLst>
            <pc:docMk/>
            <pc:sldMk cId="1771412347" sldId="2147480805"/>
            <ac:grpSpMk id="19" creationId="{4F7736CE-E519-E702-562F-43FE63BFA83E}"/>
          </ac:grpSpMkLst>
        </pc:grpChg>
        <pc:grpChg chg="add del mod">
          <ac:chgData name="Takeuchi, Koichiro" userId="b3848a05-443b-4434-8fa5-7398ca0c03c9" providerId="ADAL" clId="{8850683F-C5FA-4FC1-A362-4C7EFCA16AE8}" dt="2024-06-18T05:01:21.916" v="756" actId="165"/>
          <ac:grpSpMkLst>
            <pc:docMk/>
            <pc:sldMk cId="1771412347" sldId="2147480805"/>
            <ac:grpSpMk id="20" creationId="{6F4BD7E9-4FE3-FA7F-E3A3-846043D98C80}"/>
          </ac:grpSpMkLst>
        </pc:grpChg>
        <pc:grpChg chg="add mod">
          <ac:chgData name="Takeuchi, Koichiro" userId="b3848a05-443b-4434-8fa5-7398ca0c03c9" providerId="ADAL" clId="{8850683F-C5FA-4FC1-A362-4C7EFCA16AE8}" dt="2024-06-18T06:04:31.449" v="3785" actId="1035"/>
          <ac:grpSpMkLst>
            <pc:docMk/>
            <pc:sldMk cId="1771412347" sldId="2147480805"/>
            <ac:grpSpMk id="44" creationId="{0268E6E6-0163-7AB8-FE04-4731C4A726D4}"/>
          </ac:grpSpMkLst>
        </pc:grpChg>
        <pc:grpChg chg="add del mod">
          <ac:chgData name="Takeuchi, Koichiro" userId="b3848a05-443b-4434-8fa5-7398ca0c03c9" providerId="ADAL" clId="{8850683F-C5FA-4FC1-A362-4C7EFCA16AE8}" dt="2024-06-18T05:03:33.942" v="777" actId="478"/>
          <ac:grpSpMkLst>
            <pc:docMk/>
            <pc:sldMk cId="1771412347" sldId="2147480805"/>
            <ac:grpSpMk id="47" creationId="{75215EE9-41F5-CDB0-B1F7-2DD7045B50B1}"/>
          </ac:grpSpMkLst>
        </pc:grpChg>
        <pc:grpChg chg="add mod">
          <ac:chgData name="Takeuchi, Koichiro" userId="b3848a05-443b-4434-8fa5-7398ca0c03c9" providerId="ADAL" clId="{8850683F-C5FA-4FC1-A362-4C7EFCA16AE8}" dt="2024-06-18T06:04:31.449" v="3785" actId="1035"/>
          <ac:grpSpMkLst>
            <pc:docMk/>
            <pc:sldMk cId="1771412347" sldId="2147480805"/>
            <ac:grpSpMk id="50" creationId="{ACEFCF3C-2616-77E0-F8EF-14862CC5C5D9}"/>
          </ac:grpSpMkLst>
        </pc:grpChg>
        <pc:grpChg chg="add mod">
          <ac:chgData name="Takeuchi, Koichiro" userId="b3848a05-443b-4434-8fa5-7398ca0c03c9" providerId="ADAL" clId="{8850683F-C5FA-4FC1-A362-4C7EFCA16AE8}" dt="2024-06-18T06:27:00.950" v="4877" actId="1035"/>
          <ac:grpSpMkLst>
            <pc:docMk/>
            <pc:sldMk cId="1771412347" sldId="2147480805"/>
            <ac:grpSpMk id="111" creationId="{2D688D98-EE07-5F8A-0F9E-9141FDA63330}"/>
          </ac:grpSpMkLst>
        </pc:grpChg>
        <pc:grpChg chg="add mod">
          <ac:chgData name="Takeuchi, Koichiro" userId="b3848a05-443b-4434-8fa5-7398ca0c03c9" providerId="ADAL" clId="{8850683F-C5FA-4FC1-A362-4C7EFCA16AE8}" dt="2024-06-18T06:27:00.950" v="4877" actId="1035"/>
          <ac:grpSpMkLst>
            <pc:docMk/>
            <pc:sldMk cId="1771412347" sldId="2147480805"/>
            <ac:grpSpMk id="128" creationId="{323B008A-E583-A9D8-DEB3-61443458A4AD}"/>
          </ac:grpSpMkLst>
        </pc:grpChg>
        <pc:grpChg chg="add mod">
          <ac:chgData name="Takeuchi, Koichiro" userId="b3848a05-443b-4434-8fa5-7398ca0c03c9" providerId="ADAL" clId="{8850683F-C5FA-4FC1-A362-4C7EFCA16AE8}" dt="2024-06-18T06:27:00.950" v="4877" actId="1035"/>
          <ac:grpSpMkLst>
            <pc:docMk/>
            <pc:sldMk cId="1771412347" sldId="2147480805"/>
            <ac:grpSpMk id="152" creationId="{9B36B912-4FC9-6B3A-63C8-EF7A339D9EF9}"/>
          </ac:grpSpMkLst>
        </pc:grpChg>
        <pc:grpChg chg="add mod">
          <ac:chgData name="Takeuchi, Koichiro" userId="b3848a05-443b-4434-8fa5-7398ca0c03c9" providerId="ADAL" clId="{8850683F-C5FA-4FC1-A362-4C7EFCA16AE8}" dt="2024-06-18T06:08:24.369" v="3932"/>
          <ac:grpSpMkLst>
            <pc:docMk/>
            <pc:sldMk cId="1771412347" sldId="2147480805"/>
            <ac:grpSpMk id="155" creationId="{0A7D4550-F04C-0C22-428D-9F59E0CFE187}"/>
          </ac:grpSpMkLst>
        </pc:grpChg>
        <pc:picChg chg="add del mod">
          <ac:chgData name="Takeuchi, Koichiro" userId="b3848a05-443b-4434-8fa5-7398ca0c03c9" providerId="ADAL" clId="{8850683F-C5FA-4FC1-A362-4C7EFCA16AE8}" dt="2024-06-18T06:28:42.127" v="4896" actId="478"/>
          <ac:picMkLst>
            <pc:docMk/>
            <pc:sldMk cId="1771412347" sldId="2147480805"/>
            <ac:picMk id="162" creationId="{CCC6933A-F063-B141-7563-8F00DF9C35E7}"/>
          </ac:picMkLst>
        </pc:picChg>
        <pc:cxnChg chg="add mod">
          <ac:chgData name="Takeuchi, Koichiro" userId="b3848a05-443b-4434-8fa5-7398ca0c03c9" providerId="ADAL" clId="{8850683F-C5FA-4FC1-A362-4C7EFCA16AE8}" dt="2024-06-18T06:04:31.449" v="3785" actId="1035"/>
          <ac:cxnSpMkLst>
            <pc:docMk/>
            <pc:sldMk cId="1771412347" sldId="2147480805"/>
            <ac:cxnSpMk id="22" creationId="{130F5DBF-645B-D8CF-3BD2-17554BC75219}"/>
          </ac:cxnSpMkLst>
        </pc:cxnChg>
        <pc:cxnChg chg="add mod">
          <ac:chgData name="Takeuchi, Koichiro" userId="b3848a05-443b-4434-8fa5-7398ca0c03c9" providerId="ADAL" clId="{8850683F-C5FA-4FC1-A362-4C7EFCA16AE8}" dt="2024-06-18T06:04:31.449" v="3785" actId="1035"/>
          <ac:cxnSpMkLst>
            <pc:docMk/>
            <pc:sldMk cId="1771412347" sldId="2147480805"/>
            <ac:cxnSpMk id="23" creationId="{9A7CA008-4115-3C2A-02F7-6DD94000A43F}"/>
          </ac:cxnSpMkLst>
        </pc:cxnChg>
        <pc:cxnChg chg="add mod">
          <ac:chgData name="Takeuchi, Koichiro" userId="b3848a05-443b-4434-8fa5-7398ca0c03c9" providerId="ADAL" clId="{8850683F-C5FA-4FC1-A362-4C7EFCA16AE8}" dt="2024-06-18T06:04:31.449" v="3785" actId="1035"/>
          <ac:cxnSpMkLst>
            <pc:docMk/>
            <pc:sldMk cId="1771412347" sldId="2147480805"/>
            <ac:cxnSpMk id="27" creationId="{DE7AA20C-F602-DBEA-0FB0-4C3CE1A0FA43}"/>
          </ac:cxnSpMkLst>
        </pc:cxnChg>
        <pc:cxnChg chg="add mod">
          <ac:chgData name="Takeuchi, Koichiro" userId="b3848a05-443b-4434-8fa5-7398ca0c03c9" providerId="ADAL" clId="{8850683F-C5FA-4FC1-A362-4C7EFCA16AE8}" dt="2024-06-18T06:04:31.449" v="3785" actId="1035"/>
          <ac:cxnSpMkLst>
            <pc:docMk/>
            <pc:sldMk cId="1771412347" sldId="2147480805"/>
            <ac:cxnSpMk id="28" creationId="{24CAE752-6A1D-0EAD-DA4F-878A0CE2E25B}"/>
          </ac:cxnSpMkLst>
        </pc:cxnChg>
        <pc:cxnChg chg="add mod">
          <ac:chgData name="Takeuchi, Koichiro" userId="b3848a05-443b-4434-8fa5-7398ca0c03c9" providerId="ADAL" clId="{8850683F-C5FA-4FC1-A362-4C7EFCA16AE8}" dt="2024-06-18T06:04:31.449" v="3785" actId="1035"/>
          <ac:cxnSpMkLst>
            <pc:docMk/>
            <pc:sldMk cId="1771412347" sldId="2147480805"/>
            <ac:cxnSpMk id="31" creationId="{60B9C897-1BE9-4FDE-B48A-B56EFC3B6042}"/>
          </ac:cxnSpMkLst>
        </pc:cxnChg>
        <pc:cxnChg chg="add mod">
          <ac:chgData name="Takeuchi, Koichiro" userId="b3848a05-443b-4434-8fa5-7398ca0c03c9" providerId="ADAL" clId="{8850683F-C5FA-4FC1-A362-4C7EFCA16AE8}" dt="2024-06-18T06:04:31.449" v="3785" actId="1035"/>
          <ac:cxnSpMkLst>
            <pc:docMk/>
            <pc:sldMk cId="1771412347" sldId="2147480805"/>
            <ac:cxnSpMk id="34" creationId="{FB12DB99-C24E-8C3F-EA03-5094FB7D4299}"/>
          </ac:cxnSpMkLst>
        </pc:cxnChg>
        <pc:cxnChg chg="add mod">
          <ac:chgData name="Takeuchi, Koichiro" userId="b3848a05-443b-4434-8fa5-7398ca0c03c9" providerId="ADAL" clId="{8850683F-C5FA-4FC1-A362-4C7EFCA16AE8}" dt="2024-06-18T06:04:31.449" v="3785" actId="1035"/>
          <ac:cxnSpMkLst>
            <pc:docMk/>
            <pc:sldMk cId="1771412347" sldId="2147480805"/>
            <ac:cxnSpMk id="37" creationId="{6777F080-77AD-8A6A-2E84-10D81AE3434F}"/>
          </ac:cxnSpMkLst>
        </pc:cxnChg>
        <pc:cxnChg chg="add mod">
          <ac:chgData name="Takeuchi, Koichiro" userId="b3848a05-443b-4434-8fa5-7398ca0c03c9" providerId="ADAL" clId="{8850683F-C5FA-4FC1-A362-4C7EFCA16AE8}" dt="2024-06-18T06:04:31.449" v="3785" actId="1035"/>
          <ac:cxnSpMkLst>
            <pc:docMk/>
            <pc:sldMk cId="1771412347" sldId="2147480805"/>
            <ac:cxnSpMk id="40" creationId="{A73DC07F-7A69-403E-E68C-CED62189C9F2}"/>
          </ac:cxnSpMkLst>
        </pc:cxnChg>
        <pc:cxnChg chg="mod">
          <ac:chgData name="Takeuchi, Koichiro" userId="b3848a05-443b-4434-8fa5-7398ca0c03c9" providerId="ADAL" clId="{8850683F-C5FA-4FC1-A362-4C7EFCA16AE8}" dt="2024-06-18T05:03:29.950" v="775"/>
          <ac:cxnSpMkLst>
            <pc:docMk/>
            <pc:sldMk cId="1771412347" sldId="2147480805"/>
            <ac:cxnSpMk id="45" creationId="{E825C2E3-AF80-E9E4-2177-2909ED4C0126}"/>
          </ac:cxnSpMkLst>
        </pc:cxnChg>
        <pc:cxnChg chg="mod">
          <ac:chgData name="Takeuchi, Koichiro" userId="b3848a05-443b-4434-8fa5-7398ca0c03c9" providerId="ADAL" clId="{8850683F-C5FA-4FC1-A362-4C7EFCA16AE8}" dt="2024-06-18T05:03:29.950" v="775"/>
          <ac:cxnSpMkLst>
            <pc:docMk/>
            <pc:sldMk cId="1771412347" sldId="2147480805"/>
            <ac:cxnSpMk id="48" creationId="{28291D55-1FBA-074D-D9D2-4C5882F3FE7E}"/>
          </ac:cxnSpMkLst>
        </pc:cxnChg>
        <pc:cxnChg chg="mod">
          <ac:chgData name="Takeuchi, Koichiro" userId="b3848a05-443b-4434-8fa5-7398ca0c03c9" providerId="ADAL" clId="{8850683F-C5FA-4FC1-A362-4C7EFCA16AE8}" dt="2024-06-18T05:04:19.608" v="819"/>
          <ac:cxnSpMkLst>
            <pc:docMk/>
            <pc:sldMk cId="1771412347" sldId="2147480805"/>
            <ac:cxnSpMk id="51" creationId="{8B5CBCEC-C36E-236F-EB94-377E692AF08C}"/>
          </ac:cxnSpMkLst>
        </pc:cxnChg>
        <pc:cxnChg chg="add mod">
          <ac:chgData name="Takeuchi, Koichiro" userId="b3848a05-443b-4434-8fa5-7398ca0c03c9" providerId="ADAL" clId="{8850683F-C5FA-4FC1-A362-4C7EFCA16AE8}" dt="2024-06-18T06:27:44.850" v="4885" actId="14100"/>
          <ac:cxnSpMkLst>
            <pc:docMk/>
            <pc:sldMk cId="1771412347" sldId="2147480805"/>
            <ac:cxnSpMk id="67" creationId="{24072D39-9BAD-9607-004D-A1537ECBDA13}"/>
          </ac:cxnSpMkLst>
        </pc:cxnChg>
        <pc:cxnChg chg="add mod">
          <ac:chgData name="Takeuchi, Koichiro" userId="b3848a05-443b-4434-8fa5-7398ca0c03c9" providerId="ADAL" clId="{8850683F-C5FA-4FC1-A362-4C7EFCA16AE8}" dt="2024-06-18T06:27:30.358" v="4882" actId="465"/>
          <ac:cxnSpMkLst>
            <pc:docMk/>
            <pc:sldMk cId="1771412347" sldId="2147480805"/>
            <ac:cxnSpMk id="70" creationId="{DD75F00D-0218-3FA0-02A7-E7CEE4D15951}"/>
          </ac:cxnSpMkLst>
        </pc:cxnChg>
        <pc:cxnChg chg="add mod">
          <ac:chgData name="Takeuchi, Koichiro" userId="b3848a05-443b-4434-8fa5-7398ca0c03c9" providerId="ADAL" clId="{8850683F-C5FA-4FC1-A362-4C7EFCA16AE8}" dt="2024-06-18T06:27:30.358" v="4882" actId="465"/>
          <ac:cxnSpMkLst>
            <pc:docMk/>
            <pc:sldMk cId="1771412347" sldId="2147480805"/>
            <ac:cxnSpMk id="73" creationId="{20A1246F-F17E-D865-6795-19D78F5B5644}"/>
          </ac:cxnSpMkLst>
        </pc:cxnChg>
        <pc:cxnChg chg="add mod">
          <ac:chgData name="Takeuchi, Koichiro" userId="b3848a05-443b-4434-8fa5-7398ca0c03c9" providerId="ADAL" clId="{8850683F-C5FA-4FC1-A362-4C7EFCA16AE8}" dt="2024-06-18T06:27:48.576" v="4886" actId="14100"/>
          <ac:cxnSpMkLst>
            <pc:docMk/>
            <pc:sldMk cId="1771412347" sldId="2147480805"/>
            <ac:cxnSpMk id="76" creationId="{93640FF4-FCF8-3748-6A43-00CACF9219AB}"/>
          </ac:cxnSpMkLst>
        </pc:cxnChg>
        <pc:cxnChg chg="add mod">
          <ac:chgData name="Takeuchi, Koichiro" userId="b3848a05-443b-4434-8fa5-7398ca0c03c9" providerId="ADAL" clId="{8850683F-C5FA-4FC1-A362-4C7EFCA16AE8}" dt="2024-06-18T06:27:30.358" v="4882" actId="465"/>
          <ac:cxnSpMkLst>
            <pc:docMk/>
            <pc:sldMk cId="1771412347" sldId="2147480805"/>
            <ac:cxnSpMk id="79" creationId="{2928148E-7372-53CC-714A-EDD838D83AF1}"/>
          </ac:cxnSpMkLst>
        </pc:cxnChg>
        <pc:cxnChg chg="add mod">
          <ac:chgData name="Takeuchi, Koichiro" userId="b3848a05-443b-4434-8fa5-7398ca0c03c9" providerId="ADAL" clId="{8850683F-C5FA-4FC1-A362-4C7EFCA16AE8}" dt="2024-06-18T06:27:30.358" v="4882" actId="465"/>
          <ac:cxnSpMkLst>
            <pc:docMk/>
            <pc:sldMk cId="1771412347" sldId="2147480805"/>
            <ac:cxnSpMk id="82" creationId="{75C1D1B6-F059-004E-6D25-A23E5EACB51C}"/>
          </ac:cxnSpMkLst>
        </pc:cxnChg>
        <pc:cxnChg chg="add mod">
          <ac:chgData name="Takeuchi, Koichiro" userId="b3848a05-443b-4434-8fa5-7398ca0c03c9" providerId="ADAL" clId="{8850683F-C5FA-4FC1-A362-4C7EFCA16AE8}" dt="2024-06-18T06:27:30.358" v="4882" actId="465"/>
          <ac:cxnSpMkLst>
            <pc:docMk/>
            <pc:sldMk cId="1771412347" sldId="2147480805"/>
            <ac:cxnSpMk id="85" creationId="{D42E99B6-817F-E78A-DA8A-579BA184317E}"/>
          </ac:cxnSpMkLst>
        </pc:cxnChg>
        <pc:cxnChg chg="add mod">
          <ac:chgData name="Takeuchi, Koichiro" userId="b3848a05-443b-4434-8fa5-7398ca0c03c9" providerId="ADAL" clId="{8850683F-C5FA-4FC1-A362-4C7EFCA16AE8}" dt="2024-06-18T06:27:30.358" v="4882" actId="465"/>
          <ac:cxnSpMkLst>
            <pc:docMk/>
            <pc:sldMk cId="1771412347" sldId="2147480805"/>
            <ac:cxnSpMk id="88" creationId="{356A75DD-3DD4-C690-0AFF-9AE5C41CC4FC}"/>
          </ac:cxnSpMkLst>
        </pc:cxnChg>
        <pc:cxnChg chg="add mod">
          <ac:chgData name="Takeuchi, Koichiro" userId="b3848a05-443b-4434-8fa5-7398ca0c03c9" providerId="ADAL" clId="{8850683F-C5FA-4FC1-A362-4C7EFCA16AE8}" dt="2024-06-18T06:27:30.358" v="4882" actId="465"/>
          <ac:cxnSpMkLst>
            <pc:docMk/>
            <pc:sldMk cId="1771412347" sldId="2147480805"/>
            <ac:cxnSpMk id="92" creationId="{3D4529CB-632D-081D-40D5-6A9C89427679}"/>
          </ac:cxnSpMkLst>
        </pc:cxnChg>
        <pc:cxnChg chg="add mod">
          <ac:chgData name="Takeuchi, Koichiro" userId="b3848a05-443b-4434-8fa5-7398ca0c03c9" providerId="ADAL" clId="{8850683F-C5FA-4FC1-A362-4C7EFCA16AE8}" dt="2024-06-18T06:27:30.358" v="4882" actId="465"/>
          <ac:cxnSpMkLst>
            <pc:docMk/>
            <pc:sldMk cId="1771412347" sldId="2147480805"/>
            <ac:cxnSpMk id="95" creationId="{DD3FF002-8449-6DEF-EFFA-4609C628D3CD}"/>
          </ac:cxnSpMkLst>
        </pc:cxnChg>
        <pc:cxnChg chg="add mod">
          <ac:chgData name="Takeuchi, Koichiro" userId="b3848a05-443b-4434-8fa5-7398ca0c03c9" providerId="ADAL" clId="{8850683F-C5FA-4FC1-A362-4C7EFCA16AE8}" dt="2024-06-18T06:27:30.358" v="4882" actId="465"/>
          <ac:cxnSpMkLst>
            <pc:docMk/>
            <pc:sldMk cId="1771412347" sldId="2147480805"/>
            <ac:cxnSpMk id="99" creationId="{D5738DE5-BBAF-542A-4615-F37F134C1798}"/>
          </ac:cxnSpMkLst>
        </pc:cxnChg>
        <pc:cxnChg chg="add mod">
          <ac:chgData name="Takeuchi, Koichiro" userId="b3848a05-443b-4434-8fa5-7398ca0c03c9" providerId="ADAL" clId="{8850683F-C5FA-4FC1-A362-4C7EFCA16AE8}" dt="2024-06-18T06:27:30.358" v="4882" actId="465"/>
          <ac:cxnSpMkLst>
            <pc:docMk/>
            <pc:sldMk cId="1771412347" sldId="2147480805"/>
            <ac:cxnSpMk id="102" creationId="{A0AD4B05-74EA-C401-9E54-98E45CE141EE}"/>
          </ac:cxnSpMkLst>
        </pc:cxnChg>
        <pc:cxnChg chg="add mod">
          <ac:chgData name="Takeuchi, Koichiro" userId="b3848a05-443b-4434-8fa5-7398ca0c03c9" providerId="ADAL" clId="{8850683F-C5FA-4FC1-A362-4C7EFCA16AE8}" dt="2024-06-18T06:27:30.358" v="4882" actId="465"/>
          <ac:cxnSpMkLst>
            <pc:docMk/>
            <pc:sldMk cId="1771412347" sldId="2147480805"/>
            <ac:cxnSpMk id="105" creationId="{86F6412A-82DE-A741-A603-402629A3C827}"/>
          </ac:cxnSpMkLst>
        </pc:cxnChg>
        <pc:cxnChg chg="add mod">
          <ac:chgData name="Takeuchi, Koichiro" userId="b3848a05-443b-4434-8fa5-7398ca0c03c9" providerId="ADAL" clId="{8850683F-C5FA-4FC1-A362-4C7EFCA16AE8}" dt="2024-06-18T06:04:31.449" v="3785" actId="1035"/>
          <ac:cxnSpMkLst>
            <pc:docMk/>
            <pc:sldMk cId="1771412347" sldId="2147480805"/>
            <ac:cxnSpMk id="108" creationId="{0CF343DE-43C7-60E6-80F6-30543F5AB3B8}"/>
          </ac:cxnSpMkLst>
        </pc:cxnChg>
        <pc:cxnChg chg="mod">
          <ac:chgData name="Takeuchi, Koichiro" userId="b3848a05-443b-4434-8fa5-7398ca0c03c9" providerId="ADAL" clId="{8850683F-C5FA-4FC1-A362-4C7EFCA16AE8}" dt="2024-06-18T05:34:37.386" v="1788"/>
          <ac:cxnSpMkLst>
            <pc:docMk/>
            <pc:sldMk cId="1771412347" sldId="2147480805"/>
            <ac:cxnSpMk id="112" creationId="{2BAD5B57-FBB2-52CB-4B30-EB14F9F8AEC2}"/>
          </ac:cxnSpMkLst>
        </pc:cxnChg>
        <pc:cxnChg chg="mod">
          <ac:chgData name="Takeuchi, Koichiro" userId="b3848a05-443b-4434-8fa5-7398ca0c03c9" providerId="ADAL" clId="{8850683F-C5FA-4FC1-A362-4C7EFCA16AE8}" dt="2024-06-18T05:48:11.809" v="1957"/>
          <ac:cxnSpMkLst>
            <pc:docMk/>
            <pc:sldMk cId="1771412347" sldId="2147480805"/>
            <ac:cxnSpMk id="129" creationId="{D6817A73-33BE-0770-DE54-5AD495AFD782}"/>
          </ac:cxnSpMkLst>
        </pc:cxnChg>
        <pc:cxnChg chg="add mod">
          <ac:chgData name="Takeuchi, Koichiro" userId="b3848a05-443b-4434-8fa5-7398ca0c03c9" providerId="ADAL" clId="{8850683F-C5FA-4FC1-A362-4C7EFCA16AE8}" dt="2024-06-18T06:27:30.358" v="4882" actId="465"/>
          <ac:cxnSpMkLst>
            <pc:docMk/>
            <pc:sldMk cId="1771412347" sldId="2147480805"/>
            <ac:cxnSpMk id="135" creationId="{7D94A97F-46CA-12CD-52B6-D4B03FB40F6D}"/>
          </ac:cxnSpMkLst>
        </pc:cxnChg>
        <pc:cxnChg chg="add mod">
          <ac:chgData name="Takeuchi, Koichiro" userId="b3848a05-443b-4434-8fa5-7398ca0c03c9" providerId="ADAL" clId="{8850683F-C5FA-4FC1-A362-4C7EFCA16AE8}" dt="2024-06-18T06:27:30.358" v="4882" actId="465"/>
          <ac:cxnSpMkLst>
            <pc:docMk/>
            <pc:sldMk cId="1771412347" sldId="2147480805"/>
            <ac:cxnSpMk id="138" creationId="{A2A9ED90-1437-2D6C-D961-D5C010A5A0F8}"/>
          </ac:cxnSpMkLst>
        </pc:cxnChg>
        <pc:cxnChg chg="add mod">
          <ac:chgData name="Takeuchi, Koichiro" userId="b3848a05-443b-4434-8fa5-7398ca0c03c9" providerId="ADAL" clId="{8850683F-C5FA-4FC1-A362-4C7EFCA16AE8}" dt="2024-06-18T06:27:30.358" v="4882" actId="465"/>
          <ac:cxnSpMkLst>
            <pc:docMk/>
            <pc:sldMk cId="1771412347" sldId="2147480805"/>
            <ac:cxnSpMk id="141" creationId="{1A4E9348-F9BC-F110-951E-50B540C37585}"/>
          </ac:cxnSpMkLst>
        </pc:cxnChg>
        <pc:cxnChg chg="mod">
          <ac:chgData name="Takeuchi, Koichiro" userId="b3848a05-443b-4434-8fa5-7398ca0c03c9" providerId="ADAL" clId="{8850683F-C5FA-4FC1-A362-4C7EFCA16AE8}" dt="2024-06-18T06:05:41.424" v="3896"/>
          <ac:cxnSpMkLst>
            <pc:docMk/>
            <pc:sldMk cId="1771412347" sldId="2147480805"/>
            <ac:cxnSpMk id="153" creationId="{ABDB66D2-4A16-BAFD-2E86-7E71DCEA59B9}"/>
          </ac:cxnSpMkLst>
        </pc:cxnChg>
        <pc:cxnChg chg="mod">
          <ac:chgData name="Takeuchi, Koichiro" userId="b3848a05-443b-4434-8fa5-7398ca0c03c9" providerId="ADAL" clId="{8850683F-C5FA-4FC1-A362-4C7EFCA16AE8}" dt="2024-06-18T06:08:24.369" v="3932"/>
          <ac:cxnSpMkLst>
            <pc:docMk/>
            <pc:sldMk cId="1771412347" sldId="2147480805"/>
            <ac:cxnSpMk id="156" creationId="{027A8CB5-46F6-4A7A-F165-C19F600B0FAA}"/>
          </ac:cxnSpMkLst>
        </pc:cxnChg>
        <pc:cxnChg chg="add mod">
          <ac:chgData name="Takeuchi, Koichiro" userId="b3848a05-443b-4434-8fa5-7398ca0c03c9" providerId="ADAL" clId="{8850683F-C5FA-4FC1-A362-4C7EFCA16AE8}" dt="2024-06-18T06:28:23.201" v="4889" actId="14100"/>
          <ac:cxnSpMkLst>
            <pc:docMk/>
            <pc:sldMk cId="1771412347" sldId="2147480805"/>
            <ac:cxnSpMk id="165" creationId="{9008486D-82CB-A623-537B-939A109E4CE0}"/>
          </ac:cxnSpMkLst>
        </pc:cxnChg>
        <pc:cxnChg chg="add mod">
          <ac:chgData name="Takeuchi, Koichiro" userId="b3848a05-443b-4434-8fa5-7398ca0c03c9" providerId="ADAL" clId="{8850683F-C5FA-4FC1-A362-4C7EFCA16AE8}" dt="2024-06-18T06:28:27.423" v="4892" actId="14100"/>
          <ac:cxnSpMkLst>
            <pc:docMk/>
            <pc:sldMk cId="1771412347" sldId="2147480805"/>
            <ac:cxnSpMk id="168" creationId="{0D2C7F41-DF83-AEC6-EA5E-47A9141E8D90}"/>
          </ac:cxnSpMkLst>
        </pc:cxnChg>
        <pc:cxnChg chg="add mod">
          <ac:chgData name="Takeuchi, Koichiro" userId="b3848a05-443b-4434-8fa5-7398ca0c03c9" providerId="ADAL" clId="{8850683F-C5FA-4FC1-A362-4C7EFCA16AE8}" dt="2024-06-18T06:28:36.385" v="4895" actId="14100"/>
          <ac:cxnSpMkLst>
            <pc:docMk/>
            <pc:sldMk cId="1771412347" sldId="2147480805"/>
            <ac:cxnSpMk id="171" creationId="{B69696EF-5163-2F98-655B-096FB4B2E037}"/>
          </ac:cxnSpMkLst>
        </pc:cxnChg>
        <pc:cxnChg chg="add mod">
          <ac:chgData name="Takeuchi, Koichiro" userId="b3848a05-443b-4434-8fa5-7398ca0c03c9" providerId="ADAL" clId="{8850683F-C5FA-4FC1-A362-4C7EFCA16AE8}" dt="2024-06-18T06:39:20.807" v="5182" actId="14100"/>
          <ac:cxnSpMkLst>
            <pc:docMk/>
            <pc:sldMk cId="1771412347" sldId="2147480805"/>
            <ac:cxnSpMk id="174" creationId="{3D78EE41-7334-D7A6-8FF3-88B3046D362C}"/>
          </ac:cxnSpMkLst>
        </pc:cxnChg>
        <pc:cxnChg chg="add mod">
          <ac:chgData name="Takeuchi, Koichiro" userId="b3848a05-443b-4434-8fa5-7398ca0c03c9" providerId="ADAL" clId="{8850683F-C5FA-4FC1-A362-4C7EFCA16AE8}" dt="2024-06-18T06:39:25.448" v="5185" actId="14100"/>
          <ac:cxnSpMkLst>
            <pc:docMk/>
            <pc:sldMk cId="1771412347" sldId="2147480805"/>
            <ac:cxnSpMk id="177" creationId="{75C72034-505A-B8F2-4A3B-3A986F91CE44}"/>
          </ac:cxnSpMkLst>
        </pc:cxnChg>
      </pc:sldChg>
      <pc:sldChg chg="addSp delSp modSp add del mod">
        <pc:chgData name="Takeuchi, Koichiro" userId="b3848a05-443b-4434-8fa5-7398ca0c03c9" providerId="ADAL" clId="{8850683F-C5FA-4FC1-A362-4C7EFCA16AE8}" dt="2024-06-18T06:31:02.895" v="5173" actId="47"/>
        <pc:sldMkLst>
          <pc:docMk/>
          <pc:sldMk cId="645900595" sldId="2147480806"/>
        </pc:sldMkLst>
        <pc:spChg chg="mod">
          <ac:chgData name="Takeuchi, Koichiro" userId="b3848a05-443b-4434-8fa5-7398ca0c03c9" providerId="ADAL" clId="{8850683F-C5FA-4FC1-A362-4C7EFCA16AE8}" dt="2024-06-18T06:08:34.274" v="3962" actId="20577"/>
          <ac:spMkLst>
            <pc:docMk/>
            <pc:sldMk cId="645900595" sldId="2147480806"/>
            <ac:spMk id="2" creationId="{C4050E0A-F4AC-8E52-FCEA-9771083801F3}"/>
          </ac:spMkLst>
        </pc:spChg>
        <pc:spChg chg="add mod">
          <ac:chgData name="Takeuchi, Koichiro" userId="b3848a05-443b-4434-8fa5-7398ca0c03c9" providerId="ADAL" clId="{8850683F-C5FA-4FC1-A362-4C7EFCA16AE8}" dt="2024-06-18T06:13:10.120" v="4164" actId="553"/>
          <ac:spMkLst>
            <pc:docMk/>
            <pc:sldMk cId="645900595" sldId="2147480806"/>
            <ac:spMk id="3" creationId="{35DB4864-CF39-26E5-F406-229F4773461B}"/>
          </ac:spMkLst>
        </pc:spChg>
        <pc:spChg chg="del">
          <ac:chgData name="Takeuchi, Koichiro" userId="b3848a05-443b-4434-8fa5-7398ca0c03c9" providerId="ADAL" clId="{8850683F-C5FA-4FC1-A362-4C7EFCA16AE8}" dt="2024-06-18T06:17:04.531" v="4178" actId="478"/>
          <ac:spMkLst>
            <pc:docMk/>
            <pc:sldMk cId="645900595" sldId="2147480806"/>
            <ac:spMk id="4" creationId="{00A5FE04-EC3A-89E5-9EA0-6E07FBF47F13}"/>
          </ac:spMkLst>
        </pc:spChg>
        <pc:spChg chg="add del mod">
          <ac:chgData name="Takeuchi, Koichiro" userId="b3848a05-443b-4434-8fa5-7398ca0c03c9" providerId="ADAL" clId="{8850683F-C5FA-4FC1-A362-4C7EFCA16AE8}" dt="2024-06-18T06:13:37.479" v="4171" actId="478"/>
          <ac:spMkLst>
            <pc:docMk/>
            <pc:sldMk cId="645900595" sldId="2147480806"/>
            <ac:spMk id="7" creationId="{3E168155-6323-82A8-DF5F-144CA4ED845D}"/>
          </ac:spMkLst>
        </pc:spChg>
        <pc:spChg chg="add mod">
          <ac:chgData name="Takeuchi, Koichiro" userId="b3848a05-443b-4434-8fa5-7398ca0c03c9" providerId="ADAL" clId="{8850683F-C5FA-4FC1-A362-4C7EFCA16AE8}" dt="2024-06-18T06:12:46.488" v="4153" actId="555"/>
          <ac:spMkLst>
            <pc:docMk/>
            <pc:sldMk cId="645900595" sldId="2147480806"/>
            <ac:spMk id="8" creationId="{74FE9A5E-6471-3857-BE36-CC048BFEB5D0}"/>
          </ac:spMkLst>
        </pc:spChg>
        <pc:spChg chg="del">
          <ac:chgData name="Takeuchi, Koichiro" userId="b3848a05-443b-4434-8fa5-7398ca0c03c9" providerId="ADAL" clId="{8850683F-C5FA-4FC1-A362-4C7EFCA16AE8}" dt="2024-06-18T06:23:05.376" v="4641" actId="478"/>
          <ac:spMkLst>
            <pc:docMk/>
            <pc:sldMk cId="645900595" sldId="2147480806"/>
            <ac:spMk id="10" creationId="{8CD5BA63-C0B2-CEB6-93FE-328B281F0AFD}"/>
          </ac:spMkLst>
        </pc:spChg>
        <pc:spChg chg="add mod">
          <ac:chgData name="Takeuchi, Koichiro" userId="b3848a05-443b-4434-8fa5-7398ca0c03c9" providerId="ADAL" clId="{8850683F-C5FA-4FC1-A362-4C7EFCA16AE8}" dt="2024-06-18T06:11:41.936" v="4087" actId="571"/>
          <ac:spMkLst>
            <pc:docMk/>
            <pc:sldMk cId="645900595" sldId="2147480806"/>
            <ac:spMk id="19" creationId="{90A6BA7D-7DE0-5A1E-41EC-73C906349284}"/>
          </ac:spMkLst>
        </pc:spChg>
        <pc:spChg chg="add del mod">
          <ac:chgData name="Takeuchi, Koichiro" userId="b3848a05-443b-4434-8fa5-7398ca0c03c9" providerId="ADAL" clId="{8850683F-C5FA-4FC1-A362-4C7EFCA16AE8}" dt="2024-06-18T06:13:37.479" v="4171" actId="478"/>
          <ac:spMkLst>
            <pc:docMk/>
            <pc:sldMk cId="645900595" sldId="2147480806"/>
            <ac:spMk id="20" creationId="{7C1775D5-A0E8-7E42-BAB2-DDA1D523C165}"/>
          </ac:spMkLst>
        </pc:spChg>
        <pc:spChg chg="add mod">
          <ac:chgData name="Takeuchi, Koichiro" userId="b3848a05-443b-4434-8fa5-7398ca0c03c9" providerId="ADAL" clId="{8850683F-C5FA-4FC1-A362-4C7EFCA16AE8}" dt="2024-06-18T06:13:44.866" v="4174" actId="552"/>
          <ac:spMkLst>
            <pc:docMk/>
            <pc:sldMk cId="645900595" sldId="2147480806"/>
            <ac:spMk id="21" creationId="{FE4EF3C7-B1F4-7B59-7035-202A207E979C}"/>
          </ac:spMkLst>
        </pc:spChg>
        <pc:spChg chg="add mod">
          <ac:chgData name="Takeuchi, Koichiro" userId="b3848a05-443b-4434-8fa5-7398ca0c03c9" providerId="ADAL" clId="{8850683F-C5FA-4FC1-A362-4C7EFCA16AE8}" dt="2024-06-18T06:13:32.228" v="4170" actId="552"/>
          <ac:spMkLst>
            <pc:docMk/>
            <pc:sldMk cId="645900595" sldId="2147480806"/>
            <ac:spMk id="24" creationId="{8D73CEC1-788E-F6C2-8FD1-9209830F9557}"/>
          </ac:spMkLst>
        </pc:spChg>
        <pc:spChg chg="add mod">
          <ac:chgData name="Takeuchi, Koichiro" userId="b3848a05-443b-4434-8fa5-7398ca0c03c9" providerId="ADAL" clId="{8850683F-C5FA-4FC1-A362-4C7EFCA16AE8}" dt="2024-06-18T06:13:49.833" v="4175" actId="14100"/>
          <ac:spMkLst>
            <pc:docMk/>
            <pc:sldMk cId="645900595" sldId="2147480806"/>
            <ac:spMk id="25" creationId="{DEBE2E18-AEC2-5234-E09B-1A65FFEC815F}"/>
          </ac:spMkLst>
        </pc:spChg>
        <pc:spChg chg="add mod">
          <ac:chgData name="Takeuchi, Koichiro" userId="b3848a05-443b-4434-8fa5-7398ca0c03c9" providerId="ADAL" clId="{8850683F-C5FA-4FC1-A362-4C7EFCA16AE8}" dt="2024-06-18T06:13:54.218" v="4177" actId="1076"/>
          <ac:spMkLst>
            <pc:docMk/>
            <pc:sldMk cId="645900595" sldId="2147480806"/>
            <ac:spMk id="26" creationId="{FD0AC82A-912B-6829-79A9-50BF8FE32785}"/>
          </ac:spMkLst>
        </pc:spChg>
        <pc:spChg chg="add mod">
          <ac:chgData name="Takeuchi, Koichiro" userId="b3848a05-443b-4434-8fa5-7398ca0c03c9" providerId="ADAL" clId="{8850683F-C5FA-4FC1-A362-4C7EFCA16AE8}" dt="2024-06-18T06:19:36.073" v="4414" actId="1038"/>
          <ac:spMkLst>
            <pc:docMk/>
            <pc:sldMk cId="645900595" sldId="2147480806"/>
            <ac:spMk id="29" creationId="{E0365940-ABB9-1947-7729-8D7A182D02C1}"/>
          </ac:spMkLst>
        </pc:spChg>
        <pc:spChg chg="add mod">
          <ac:chgData name="Takeuchi, Koichiro" userId="b3848a05-443b-4434-8fa5-7398ca0c03c9" providerId="ADAL" clId="{8850683F-C5FA-4FC1-A362-4C7EFCA16AE8}" dt="2024-06-18T06:19:36.073" v="4414" actId="1038"/>
          <ac:spMkLst>
            <pc:docMk/>
            <pc:sldMk cId="645900595" sldId="2147480806"/>
            <ac:spMk id="30" creationId="{168E0198-DAC9-B87D-E9B8-5E20901C6738}"/>
          </ac:spMkLst>
        </pc:spChg>
        <pc:spChg chg="mod">
          <ac:chgData name="Takeuchi, Koichiro" userId="b3848a05-443b-4434-8fa5-7398ca0c03c9" providerId="ADAL" clId="{8850683F-C5FA-4FC1-A362-4C7EFCA16AE8}" dt="2024-06-18T06:17:05.253" v="4179"/>
          <ac:spMkLst>
            <pc:docMk/>
            <pc:sldMk cId="645900595" sldId="2147480806"/>
            <ac:spMk id="35" creationId="{8A04221F-EAD1-D71E-FFCB-B283890F2DC5}"/>
          </ac:spMkLst>
        </pc:spChg>
        <pc:spChg chg="mod">
          <ac:chgData name="Takeuchi, Koichiro" userId="b3848a05-443b-4434-8fa5-7398ca0c03c9" providerId="ADAL" clId="{8850683F-C5FA-4FC1-A362-4C7EFCA16AE8}" dt="2024-06-18T06:17:05.253" v="4179"/>
          <ac:spMkLst>
            <pc:docMk/>
            <pc:sldMk cId="645900595" sldId="2147480806"/>
            <ac:spMk id="39" creationId="{D0BBDCB0-BAF1-BAAB-7BDE-658F3F9255B2}"/>
          </ac:spMkLst>
        </pc:spChg>
        <pc:spChg chg="mod">
          <ac:chgData name="Takeuchi, Koichiro" userId="b3848a05-443b-4434-8fa5-7398ca0c03c9" providerId="ADAL" clId="{8850683F-C5FA-4FC1-A362-4C7EFCA16AE8}" dt="2024-06-18T06:17:05.253" v="4179"/>
          <ac:spMkLst>
            <pc:docMk/>
            <pc:sldMk cId="645900595" sldId="2147480806"/>
            <ac:spMk id="43" creationId="{52C7E395-5290-89CB-0529-E60D59572C80}"/>
          </ac:spMkLst>
        </pc:spChg>
        <pc:spChg chg="add mod">
          <ac:chgData name="Takeuchi, Koichiro" userId="b3848a05-443b-4434-8fa5-7398ca0c03c9" providerId="ADAL" clId="{8850683F-C5FA-4FC1-A362-4C7EFCA16AE8}" dt="2024-06-18T06:19:36.073" v="4414" actId="1038"/>
          <ac:spMkLst>
            <pc:docMk/>
            <pc:sldMk cId="645900595" sldId="2147480806"/>
            <ac:spMk id="47" creationId="{A84A167D-B7E2-43FD-E8A1-81B749068025}"/>
          </ac:spMkLst>
        </pc:spChg>
        <pc:spChg chg="add mod">
          <ac:chgData name="Takeuchi, Koichiro" userId="b3848a05-443b-4434-8fa5-7398ca0c03c9" providerId="ADAL" clId="{8850683F-C5FA-4FC1-A362-4C7EFCA16AE8}" dt="2024-06-18T06:19:36.073" v="4414" actId="1038"/>
          <ac:spMkLst>
            <pc:docMk/>
            <pc:sldMk cId="645900595" sldId="2147480806"/>
            <ac:spMk id="48" creationId="{7A681819-57B8-20C3-AB65-AEFC10FFF384}"/>
          </ac:spMkLst>
        </pc:spChg>
        <pc:spChg chg="add mod">
          <ac:chgData name="Takeuchi, Koichiro" userId="b3848a05-443b-4434-8fa5-7398ca0c03c9" providerId="ADAL" clId="{8850683F-C5FA-4FC1-A362-4C7EFCA16AE8}" dt="2024-06-18T06:19:36.073" v="4414" actId="1038"/>
          <ac:spMkLst>
            <pc:docMk/>
            <pc:sldMk cId="645900595" sldId="2147480806"/>
            <ac:spMk id="49" creationId="{D67A12E4-3BB6-26C0-B33C-A71887E32280}"/>
          </ac:spMkLst>
        </pc:spChg>
        <pc:spChg chg="add mod">
          <ac:chgData name="Takeuchi, Koichiro" userId="b3848a05-443b-4434-8fa5-7398ca0c03c9" providerId="ADAL" clId="{8850683F-C5FA-4FC1-A362-4C7EFCA16AE8}" dt="2024-06-18T06:19:36.073" v="4414" actId="1038"/>
          <ac:spMkLst>
            <pc:docMk/>
            <pc:sldMk cId="645900595" sldId="2147480806"/>
            <ac:spMk id="54" creationId="{DE60FA66-B8A8-EF3A-24D2-EE50A21A7596}"/>
          </ac:spMkLst>
        </pc:spChg>
        <pc:spChg chg="add mod">
          <ac:chgData name="Takeuchi, Koichiro" userId="b3848a05-443b-4434-8fa5-7398ca0c03c9" providerId="ADAL" clId="{8850683F-C5FA-4FC1-A362-4C7EFCA16AE8}" dt="2024-06-18T06:19:00.584" v="4341" actId="571"/>
          <ac:spMkLst>
            <pc:docMk/>
            <pc:sldMk cId="645900595" sldId="2147480806"/>
            <ac:spMk id="68" creationId="{2B919DB9-7AB7-9491-23B4-5113E8FFF9D0}"/>
          </ac:spMkLst>
        </pc:spChg>
        <pc:spChg chg="add mod">
          <ac:chgData name="Takeuchi, Koichiro" userId="b3848a05-443b-4434-8fa5-7398ca0c03c9" providerId="ADAL" clId="{8850683F-C5FA-4FC1-A362-4C7EFCA16AE8}" dt="2024-06-18T06:23:05.942" v="4642"/>
          <ac:spMkLst>
            <pc:docMk/>
            <pc:sldMk cId="645900595" sldId="2147480806"/>
            <ac:spMk id="69" creationId="{DBF7B602-7868-E9EF-4339-61E03E401D18}"/>
          </ac:spMkLst>
        </pc:spChg>
        <pc:grpChg chg="add del mod">
          <ac:chgData name="Takeuchi, Koichiro" userId="b3848a05-443b-4434-8fa5-7398ca0c03c9" providerId="ADAL" clId="{8850683F-C5FA-4FC1-A362-4C7EFCA16AE8}" dt="2024-06-18T06:17:28.109" v="4181" actId="478"/>
          <ac:grpSpMkLst>
            <pc:docMk/>
            <pc:sldMk cId="645900595" sldId="2147480806"/>
            <ac:grpSpMk id="32" creationId="{261935C0-C43E-FF88-8DF9-6634D746A42B}"/>
          </ac:grpSpMkLst>
        </pc:grpChg>
        <pc:grpChg chg="add del mod">
          <ac:chgData name="Takeuchi, Koichiro" userId="b3848a05-443b-4434-8fa5-7398ca0c03c9" providerId="ADAL" clId="{8850683F-C5FA-4FC1-A362-4C7EFCA16AE8}" dt="2024-06-18T06:17:32.264" v="4183" actId="478"/>
          <ac:grpSpMkLst>
            <pc:docMk/>
            <pc:sldMk cId="645900595" sldId="2147480806"/>
            <ac:grpSpMk id="36" creationId="{518058C8-3184-20FC-D466-86C67D56CFC9}"/>
          </ac:grpSpMkLst>
        </pc:grpChg>
        <pc:grpChg chg="add del mod">
          <ac:chgData name="Takeuchi, Koichiro" userId="b3848a05-443b-4434-8fa5-7398ca0c03c9" providerId="ADAL" clId="{8850683F-C5FA-4FC1-A362-4C7EFCA16AE8}" dt="2024-06-18T06:17:29.530" v="4182" actId="478"/>
          <ac:grpSpMkLst>
            <pc:docMk/>
            <pc:sldMk cId="645900595" sldId="2147480806"/>
            <ac:grpSpMk id="41" creationId="{84357431-6CEA-1D6D-4991-8CCBC36272B0}"/>
          </ac:grpSpMkLst>
        </pc:grpChg>
        <pc:picChg chg="mod">
          <ac:chgData name="Takeuchi, Koichiro" userId="b3848a05-443b-4434-8fa5-7398ca0c03c9" providerId="ADAL" clId="{8850683F-C5FA-4FC1-A362-4C7EFCA16AE8}" dt="2024-06-18T06:17:05.253" v="4179"/>
          <ac:picMkLst>
            <pc:docMk/>
            <pc:sldMk cId="645900595" sldId="2147480806"/>
            <ac:picMk id="33" creationId="{397C40D6-DE90-61E4-6C86-3D8F401ADE31}"/>
          </ac:picMkLst>
        </pc:picChg>
        <pc:picChg chg="mod">
          <ac:chgData name="Takeuchi, Koichiro" userId="b3848a05-443b-4434-8fa5-7398ca0c03c9" providerId="ADAL" clId="{8850683F-C5FA-4FC1-A362-4C7EFCA16AE8}" dt="2024-06-18T06:17:05.253" v="4179"/>
          <ac:picMkLst>
            <pc:docMk/>
            <pc:sldMk cId="645900595" sldId="2147480806"/>
            <ac:picMk id="38" creationId="{7D4EC1DD-7DC4-99F2-95FC-77A3B9AC4004}"/>
          </ac:picMkLst>
        </pc:picChg>
        <pc:picChg chg="mod">
          <ac:chgData name="Takeuchi, Koichiro" userId="b3848a05-443b-4434-8fa5-7398ca0c03c9" providerId="ADAL" clId="{8850683F-C5FA-4FC1-A362-4C7EFCA16AE8}" dt="2024-06-18T06:17:05.253" v="4179"/>
          <ac:picMkLst>
            <pc:docMk/>
            <pc:sldMk cId="645900595" sldId="2147480806"/>
            <ac:picMk id="42" creationId="{7E83C75A-2826-B91B-32A9-F6C916EE5A4C}"/>
          </ac:picMkLst>
        </pc:picChg>
      </pc:sldChg>
      <pc:sldChg chg="addSp delSp modSp add mod">
        <pc:chgData name="Takeuchi, Koichiro" userId="b3848a05-443b-4434-8fa5-7398ca0c03c9" providerId="ADAL" clId="{8850683F-C5FA-4FC1-A362-4C7EFCA16AE8}" dt="2024-06-18T06:44:18.082" v="5203" actId="20577"/>
        <pc:sldMkLst>
          <pc:docMk/>
          <pc:sldMk cId="3640196775" sldId="2147480807"/>
        </pc:sldMkLst>
        <pc:spChg chg="mod">
          <ac:chgData name="Takeuchi, Koichiro" userId="b3848a05-443b-4434-8fa5-7398ca0c03c9" providerId="ADAL" clId="{8850683F-C5FA-4FC1-A362-4C7EFCA16AE8}" dt="2024-06-18T06:29:32.366" v="5085"/>
          <ac:spMkLst>
            <pc:docMk/>
            <pc:sldMk cId="3640196775" sldId="2147480807"/>
            <ac:spMk id="2" creationId="{C4050E0A-F4AC-8E52-FCEA-9771083801F3}"/>
          </ac:spMkLst>
        </pc:spChg>
        <pc:spChg chg="add mod">
          <ac:chgData name="Takeuchi, Koichiro" userId="b3848a05-443b-4434-8fa5-7398ca0c03c9" providerId="ADAL" clId="{8850683F-C5FA-4FC1-A362-4C7EFCA16AE8}" dt="2024-06-18T06:29:37.461" v="5086"/>
          <ac:spMkLst>
            <pc:docMk/>
            <pc:sldMk cId="3640196775" sldId="2147480807"/>
            <ac:spMk id="3" creationId="{5F760918-4DFC-46D7-B199-5248B6F939BB}"/>
          </ac:spMkLst>
        </pc:spChg>
        <pc:spChg chg="add del">
          <ac:chgData name="Takeuchi, Koichiro" userId="b3848a05-443b-4434-8fa5-7398ca0c03c9" providerId="ADAL" clId="{8850683F-C5FA-4FC1-A362-4C7EFCA16AE8}" dt="2024-06-18T06:29:48.030" v="5088" actId="478"/>
          <ac:spMkLst>
            <pc:docMk/>
            <pc:sldMk cId="3640196775" sldId="2147480807"/>
            <ac:spMk id="4" creationId="{00A5FE04-EC3A-89E5-9EA0-6E07FBF47F13}"/>
          </ac:spMkLst>
        </pc:spChg>
        <pc:spChg chg="add mod">
          <ac:chgData name="Takeuchi, Koichiro" userId="b3848a05-443b-4434-8fa5-7398ca0c03c9" providerId="ADAL" clId="{8850683F-C5FA-4FC1-A362-4C7EFCA16AE8}" dt="2024-06-18T06:29:37.461" v="5086"/>
          <ac:spMkLst>
            <pc:docMk/>
            <pc:sldMk cId="3640196775" sldId="2147480807"/>
            <ac:spMk id="7" creationId="{1A37444A-C75D-88A2-934B-1E575D955758}"/>
          </ac:spMkLst>
        </pc:spChg>
        <pc:spChg chg="add mod">
          <ac:chgData name="Takeuchi, Koichiro" userId="b3848a05-443b-4434-8fa5-7398ca0c03c9" providerId="ADAL" clId="{8850683F-C5FA-4FC1-A362-4C7EFCA16AE8}" dt="2024-06-18T06:29:37.461" v="5086"/>
          <ac:spMkLst>
            <pc:docMk/>
            <pc:sldMk cId="3640196775" sldId="2147480807"/>
            <ac:spMk id="8" creationId="{D12F9086-A0FA-A7AB-CD55-CE0EBE5312F3}"/>
          </ac:spMkLst>
        </pc:spChg>
        <pc:spChg chg="mod">
          <ac:chgData name="Takeuchi, Koichiro" userId="b3848a05-443b-4434-8fa5-7398ca0c03c9" providerId="ADAL" clId="{8850683F-C5FA-4FC1-A362-4C7EFCA16AE8}" dt="2024-06-18T06:30:02.102" v="5092" actId="20577"/>
          <ac:spMkLst>
            <pc:docMk/>
            <pc:sldMk cId="3640196775" sldId="2147480807"/>
            <ac:spMk id="9" creationId="{B86D8330-0B1A-E587-FA07-0AAE4A76EC6B}"/>
          </ac:spMkLst>
        </pc:spChg>
        <pc:spChg chg="del">
          <ac:chgData name="Takeuchi, Koichiro" userId="b3848a05-443b-4434-8fa5-7398ca0c03c9" providerId="ADAL" clId="{8850683F-C5FA-4FC1-A362-4C7EFCA16AE8}" dt="2024-06-18T06:29:53.209" v="5089" actId="478"/>
          <ac:spMkLst>
            <pc:docMk/>
            <pc:sldMk cId="3640196775" sldId="2147480807"/>
            <ac:spMk id="10" creationId="{8CD5BA63-C0B2-CEB6-93FE-328B281F0AFD}"/>
          </ac:spMkLst>
        </pc:spChg>
        <pc:spChg chg="add mod">
          <ac:chgData name="Takeuchi, Koichiro" userId="b3848a05-443b-4434-8fa5-7398ca0c03c9" providerId="ADAL" clId="{8850683F-C5FA-4FC1-A362-4C7EFCA16AE8}" dt="2024-06-18T06:29:37.461" v="5086"/>
          <ac:spMkLst>
            <pc:docMk/>
            <pc:sldMk cId="3640196775" sldId="2147480807"/>
            <ac:spMk id="19" creationId="{BE9FF0B7-97D7-7854-357A-7341F03E2123}"/>
          </ac:spMkLst>
        </pc:spChg>
        <pc:spChg chg="add mod">
          <ac:chgData name="Takeuchi, Koichiro" userId="b3848a05-443b-4434-8fa5-7398ca0c03c9" providerId="ADAL" clId="{8850683F-C5FA-4FC1-A362-4C7EFCA16AE8}" dt="2024-06-18T06:29:37.461" v="5086"/>
          <ac:spMkLst>
            <pc:docMk/>
            <pc:sldMk cId="3640196775" sldId="2147480807"/>
            <ac:spMk id="20" creationId="{75CE539C-3F7E-C95A-7CBF-DBCC57026FB6}"/>
          </ac:spMkLst>
        </pc:spChg>
        <pc:spChg chg="add mod">
          <ac:chgData name="Takeuchi, Koichiro" userId="b3848a05-443b-4434-8fa5-7398ca0c03c9" providerId="ADAL" clId="{8850683F-C5FA-4FC1-A362-4C7EFCA16AE8}" dt="2024-06-18T06:29:37.461" v="5086"/>
          <ac:spMkLst>
            <pc:docMk/>
            <pc:sldMk cId="3640196775" sldId="2147480807"/>
            <ac:spMk id="21" creationId="{695EE845-E928-53E7-251C-A78CDB6F7AFE}"/>
          </ac:spMkLst>
        </pc:spChg>
        <pc:spChg chg="add mod">
          <ac:chgData name="Takeuchi, Koichiro" userId="b3848a05-443b-4434-8fa5-7398ca0c03c9" providerId="ADAL" clId="{8850683F-C5FA-4FC1-A362-4C7EFCA16AE8}" dt="2024-06-18T06:29:59.532" v="5091" actId="1076"/>
          <ac:spMkLst>
            <pc:docMk/>
            <pc:sldMk cId="3640196775" sldId="2147480807"/>
            <ac:spMk id="24" creationId="{A049109C-8A49-771C-3AC7-6FB89FCB8D97}"/>
          </ac:spMkLst>
        </pc:spChg>
        <pc:spChg chg="add mod">
          <ac:chgData name="Takeuchi, Koichiro" userId="b3848a05-443b-4434-8fa5-7398ca0c03c9" providerId="ADAL" clId="{8850683F-C5FA-4FC1-A362-4C7EFCA16AE8}" dt="2024-06-18T06:29:59.532" v="5091" actId="1076"/>
          <ac:spMkLst>
            <pc:docMk/>
            <pc:sldMk cId="3640196775" sldId="2147480807"/>
            <ac:spMk id="25" creationId="{681C0CCE-694B-CA3F-C30E-105C6D49F114}"/>
          </ac:spMkLst>
        </pc:spChg>
        <pc:spChg chg="add mod">
          <ac:chgData name="Takeuchi, Koichiro" userId="b3848a05-443b-4434-8fa5-7398ca0c03c9" providerId="ADAL" clId="{8850683F-C5FA-4FC1-A362-4C7EFCA16AE8}" dt="2024-06-18T06:29:59.532" v="5091" actId="1076"/>
          <ac:spMkLst>
            <pc:docMk/>
            <pc:sldMk cId="3640196775" sldId="2147480807"/>
            <ac:spMk id="26" creationId="{4C884B2D-0256-8259-6191-833F2D6271C0}"/>
          </ac:spMkLst>
        </pc:spChg>
        <pc:spChg chg="add mod">
          <ac:chgData name="Takeuchi, Koichiro" userId="b3848a05-443b-4434-8fa5-7398ca0c03c9" providerId="ADAL" clId="{8850683F-C5FA-4FC1-A362-4C7EFCA16AE8}" dt="2024-06-18T06:29:59.532" v="5091" actId="1076"/>
          <ac:spMkLst>
            <pc:docMk/>
            <pc:sldMk cId="3640196775" sldId="2147480807"/>
            <ac:spMk id="29" creationId="{61DCEDF9-11E9-E17B-25FC-8ED8DE75CE0E}"/>
          </ac:spMkLst>
        </pc:spChg>
        <pc:spChg chg="add mod">
          <ac:chgData name="Takeuchi, Koichiro" userId="b3848a05-443b-4434-8fa5-7398ca0c03c9" providerId="ADAL" clId="{8850683F-C5FA-4FC1-A362-4C7EFCA16AE8}" dt="2024-06-18T06:29:59.532" v="5091" actId="1076"/>
          <ac:spMkLst>
            <pc:docMk/>
            <pc:sldMk cId="3640196775" sldId="2147480807"/>
            <ac:spMk id="30" creationId="{82D21246-BAF7-1C8F-F164-1F5E42BC854D}"/>
          </ac:spMkLst>
        </pc:spChg>
        <pc:spChg chg="add mod">
          <ac:chgData name="Takeuchi, Koichiro" userId="b3848a05-443b-4434-8fa5-7398ca0c03c9" providerId="ADAL" clId="{8850683F-C5FA-4FC1-A362-4C7EFCA16AE8}" dt="2024-06-18T06:29:59.532" v="5091" actId="1076"/>
          <ac:spMkLst>
            <pc:docMk/>
            <pc:sldMk cId="3640196775" sldId="2147480807"/>
            <ac:spMk id="32" creationId="{EEA71A7B-CBB9-7EE2-BDBF-BF71F8FBC682}"/>
          </ac:spMkLst>
        </pc:spChg>
        <pc:spChg chg="add mod">
          <ac:chgData name="Takeuchi, Koichiro" userId="b3848a05-443b-4434-8fa5-7398ca0c03c9" providerId="ADAL" clId="{8850683F-C5FA-4FC1-A362-4C7EFCA16AE8}" dt="2024-06-18T06:30:29.314" v="5138" actId="14100"/>
          <ac:spMkLst>
            <pc:docMk/>
            <pc:sldMk cId="3640196775" sldId="2147480807"/>
            <ac:spMk id="33" creationId="{9C6CC37E-6839-29CC-2C10-87A230234B33}"/>
          </ac:spMkLst>
        </pc:spChg>
        <pc:spChg chg="add mod">
          <ac:chgData name="Takeuchi, Koichiro" userId="b3848a05-443b-4434-8fa5-7398ca0c03c9" providerId="ADAL" clId="{8850683F-C5FA-4FC1-A362-4C7EFCA16AE8}" dt="2024-06-18T06:30:35.603" v="5147" actId="1036"/>
          <ac:spMkLst>
            <pc:docMk/>
            <pc:sldMk cId="3640196775" sldId="2147480807"/>
            <ac:spMk id="35" creationId="{6370CAED-0E81-E5E6-6914-30B46D6EA618}"/>
          </ac:spMkLst>
        </pc:spChg>
        <pc:spChg chg="add mod">
          <ac:chgData name="Takeuchi, Koichiro" userId="b3848a05-443b-4434-8fa5-7398ca0c03c9" providerId="ADAL" clId="{8850683F-C5FA-4FC1-A362-4C7EFCA16AE8}" dt="2024-06-18T06:30:42.014" v="5153" actId="1036"/>
          <ac:spMkLst>
            <pc:docMk/>
            <pc:sldMk cId="3640196775" sldId="2147480807"/>
            <ac:spMk id="36" creationId="{2032D8DC-857E-E48B-0A32-C0452C358E0E}"/>
          </ac:spMkLst>
        </pc:spChg>
        <pc:spChg chg="add mod">
          <ac:chgData name="Takeuchi, Koichiro" userId="b3848a05-443b-4434-8fa5-7398ca0c03c9" providerId="ADAL" clId="{8850683F-C5FA-4FC1-A362-4C7EFCA16AE8}" dt="2024-06-18T06:30:48.048" v="5162" actId="1035"/>
          <ac:spMkLst>
            <pc:docMk/>
            <pc:sldMk cId="3640196775" sldId="2147480807"/>
            <ac:spMk id="38" creationId="{C2EE3C2F-75B9-6CDA-D76B-4DE8BB19B768}"/>
          </ac:spMkLst>
        </pc:spChg>
        <pc:spChg chg="add mod">
          <ac:chgData name="Takeuchi, Koichiro" userId="b3848a05-443b-4434-8fa5-7398ca0c03c9" providerId="ADAL" clId="{8850683F-C5FA-4FC1-A362-4C7EFCA16AE8}" dt="2024-06-18T06:30:54.610" v="5168" actId="1035"/>
          <ac:spMkLst>
            <pc:docMk/>
            <pc:sldMk cId="3640196775" sldId="2147480807"/>
            <ac:spMk id="39" creationId="{4EDD8B37-F433-658E-DF7D-0E407E460826}"/>
          </ac:spMkLst>
        </pc:spChg>
        <pc:spChg chg="add mod">
          <ac:chgData name="Takeuchi, Koichiro" userId="b3848a05-443b-4434-8fa5-7398ca0c03c9" providerId="ADAL" clId="{8850683F-C5FA-4FC1-A362-4C7EFCA16AE8}" dt="2024-06-18T06:31:00.635" v="5172" actId="1035"/>
          <ac:spMkLst>
            <pc:docMk/>
            <pc:sldMk cId="3640196775" sldId="2147480807"/>
            <ac:spMk id="41" creationId="{C0B8BD80-3E17-1BDF-3F65-100398ADE761}"/>
          </ac:spMkLst>
        </pc:spChg>
        <pc:spChg chg="mod">
          <ac:chgData name="Takeuchi, Koichiro" userId="b3848a05-443b-4434-8fa5-7398ca0c03c9" providerId="ADAL" clId="{8850683F-C5FA-4FC1-A362-4C7EFCA16AE8}" dt="2024-06-18T06:30:08.239" v="5097" actId="20577"/>
          <ac:spMkLst>
            <pc:docMk/>
            <pc:sldMk cId="3640196775" sldId="2147480807"/>
            <ac:spMk id="66" creationId="{5A79ACBD-2299-AF46-BDD0-81EC95C2DDB0}"/>
          </ac:spMkLst>
        </pc:spChg>
        <pc:spChg chg="mod">
          <ac:chgData name="Takeuchi, Koichiro" userId="b3848a05-443b-4434-8fa5-7398ca0c03c9" providerId="ADAL" clId="{8850683F-C5FA-4FC1-A362-4C7EFCA16AE8}" dt="2024-06-18T06:44:18.082" v="5203" actId="20577"/>
          <ac:spMkLst>
            <pc:docMk/>
            <pc:sldMk cId="3640196775" sldId="2147480807"/>
            <ac:spMk id="150" creationId="{FA598032-6B2F-CF69-69B3-63D8EDD92954}"/>
          </ac:spMkLst>
        </pc:spChg>
        <pc:cxnChg chg="add mod">
          <ac:chgData name="Takeuchi, Koichiro" userId="b3848a05-443b-4434-8fa5-7398ca0c03c9" providerId="ADAL" clId="{8850683F-C5FA-4FC1-A362-4C7EFCA16AE8}" dt="2024-06-18T06:39:04.419" v="5176" actId="14100"/>
          <ac:cxnSpMkLst>
            <pc:docMk/>
            <pc:sldMk cId="3640196775" sldId="2147480807"/>
            <ac:cxnSpMk id="42" creationId="{9CA0C47B-7B34-659E-ADE8-E2FA5B3DEA26}"/>
          </ac:cxnSpMkLst>
        </pc:cxnChg>
        <pc:cxnChg chg="add mod">
          <ac:chgData name="Takeuchi, Koichiro" userId="b3848a05-443b-4434-8fa5-7398ca0c03c9" providerId="ADAL" clId="{8850683F-C5FA-4FC1-A362-4C7EFCA16AE8}" dt="2024-06-18T06:39:09.769" v="5179" actId="14100"/>
          <ac:cxnSpMkLst>
            <pc:docMk/>
            <pc:sldMk cId="3640196775" sldId="2147480807"/>
            <ac:cxnSpMk id="48" creationId="{559F14CB-7636-AD5E-E4DA-043D130C1BC7}"/>
          </ac:cxnSpMkLst>
        </pc:cxnChg>
      </pc:sldChg>
      <pc:sldMasterChg chg="delSldLayout">
        <pc:chgData name="Takeuchi, Koichiro" userId="b3848a05-443b-4434-8fa5-7398ca0c03c9" providerId="ADAL" clId="{8850683F-C5FA-4FC1-A362-4C7EFCA16AE8}" dt="2024-06-18T04:39:59.641" v="0" actId="47"/>
        <pc:sldMasterMkLst>
          <pc:docMk/>
          <pc:sldMasterMk cId="3905360133" sldId="2147483670"/>
        </pc:sldMasterMkLst>
        <pc:sldLayoutChg chg="del">
          <pc:chgData name="Takeuchi, Koichiro" userId="b3848a05-443b-4434-8fa5-7398ca0c03c9" providerId="ADAL" clId="{8850683F-C5FA-4FC1-A362-4C7EFCA16AE8}" dt="2024-06-18T04:39:59.641" v="0" actId="47"/>
          <pc:sldLayoutMkLst>
            <pc:docMk/>
            <pc:sldMasterMk cId="3905360133" sldId="2147483670"/>
            <pc:sldLayoutMk cId="10825802" sldId="2147483683"/>
          </pc:sldLayoutMkLst>
        </pc:sldLayoutChg>
      </pc:sldMasterChg>
    </pc:docChg>
  </pc:docChgLst>
  <pc:docChgLst>
    <pc:chgData name="Takeuchi, Koichiro" userId="b3848a05-443b-4434-8fa5-7398ca0c03c9" providerId="ADAL" clId="{8AE3A369-E55C-4573-8F49-6E668EF80783}"/>
    <pc:docChg chg="undo redo custSel addSld delSld modSld modSection">
      <pc:chgData name="Takeuchi, Koichiro" userId="b3848a05-443b-4434-8fa5-7398ca0c03c9" providerId="ADAL" clId="{8AE3A369-E55C-4573-8F49-6E668EF80783}" dt="2024-07-12T02:36:44.004" v="21330" actId="255"/>
      <pc:docMkLst>
        <pc:docMk/>
      </pc:docMkLst>
      <pc:sldChg chg="addSp delSp modSp mod">
        <pc:chgData name="Takeuchi, Koichiro" userId="b3848a05-443b-4434-8fa5-7398ca0c03c9" providerId="ADAL" clId="{8AE3A369-E55C-4573-8F49-6E668EF80783}" dt="2024-07-12T00:54:15.937" v="20436" actId="14100"/>
        <pc:sldMkLst>
          <pc:docMk/>
          <pc:sldMk cId="684610595" sldId="2147468582"/>
        </pc:sldMkLst>
        <pc:spChg chg="add mod">
          <ac:chgData name="Takeuchi, Koichiro" userId="b3848a05-443b-4434-8fa5-7398ca0c03c9" providerId="ADAL" clId="{8AE3A369-E55C-4573-8F49-6E668EF80783}" dt="2024-07-12T00:54:15.937" v="20436" actId="14100"/>
          <ac:spMkLst>
            <pc:docMk/>
            <pc:sldMk cId="684610595" sldId="2147468582"/>
            <ac:spMk id="4" creationId="{B5C65EEE-FE37-E77F-78A1-E3D65295E7AD}"/>
          </ac:spMkLst>
        </pc:spChg>
        <pc:spChg chg="add del mod">
          <ac:chgData name="Takeuchi, Koichiro" userId="b3848a05-443b-4434-8fa5-7398ca0c03c9" providerId="ADAL" clId="{8AE3A369-E55C-4573-8F49-6E668EF80783}" dt="2024-07-11T06:26:20.279" v="10918" actId="478"/>
          <ac:spMkLst>
            <pc:docMk/>
            <pc:sldMk cId="684610595" sldId="2147468582"/>
            <ac:spMk id="5" creationId="{522A4031-1BE4-B584-9A31-C5DE50986DEE}"/>
          </ac:spMkLst>
        </pc:spChg>
        <pc:spChg chg="mod">
          <ac:chgData name="Takeuchi, Koichiro" userId="b3848a05-443b-4434-8fa5-7398ca0c03c9" providerId="ADAL" clId="{8AE3A369-E55C-4573-8F49-6E668EF80783}" dt="2024-07-11T23:56:15.789" v="18744" actId="20577"/>
          <ac:spMkLst>
            <pc:docMk/>
            <pc:sldMk cId="684610595" sldId="2147468582"/>
            <ac:spMk id="7" creationId="{A22762E2-0815-406B-AB18-FC327E470E5A}"/>
          </ac:spMkLst>
        </pc:spChg>
        <pc:picChg chg="add del mod">
          <ac:chgData name="Takeuchi, Koichiro" userId="b3848a05-443b-4434-8fa5-7398ca0c03c9" providerId="ADAL" clId="{8AE3A369-E55C-4573-8F49-6E668EF80783}" dt="2024-07-11T06:22:11.297" v="10489" actId="478"/>
          <ac:picMkLst>
            <pc:docMk/>
            <pc:sldMk cId="684610595" sldId="2147468582"/>
            <ac:picMk id="6" creationId="{E8526E30-5D8D-A676-3612-7F9234099280}"/>
          </ac:picMkLst>
        </pc:picChg>
      </pc:sldChg>
      <pc:sldChg chg="addSp modSp mod">
        <pc:chgData name="Takeuchi, Koichiro" userId="b3848a05-443b-4434-8fa5-7398ca0c03c9" providerId="ADAL" clId="{8AE3A369-E55C-4573-8F49-6E668EF80783}" dt="2024-07-12T02:36:44.004" v="21330" actId="255"/>
        <pc:sldMkLst>
          <pc:docMk/>
          <pc:sldMk cId="4237770355" sldId="2147468622"/>
        </pc:sldMkLst>
        <pc:spChg chg="add mod">
          <ac:chgData name="Takeuchi, Koichiro" userId="b3848a05-443b-4434-8fa5-7398ca0c03c9" providerId="ADAL" clId="{8AE3A369-E55C-4573-8F49-6E668EF80783}" dt="2024-07-03T11:14:20.625" v="8032" actId="14100"/>
          <ac:spMkLst>
            <pc:docMk/>
            <pc:sldMk cId="4237770355" sldId="2147468622"/>
            <ac:spMk id="2" creationId="{4AA01A73-E4D4-B45E-C9CF-102EC92A9F22}"/>
          </ac:spMkLst>
        </pc:spChg>
        <pc:spChg chg="mod">
          <ac:chgData name="Takeuchi, Koichiro" userId="b3848a05-443b-4434-8fa5-7398ca0c03c9" providerId="ADAL" clId="{8AE3A369-E55C-4573-8F49-6E668EF80783}" dt="2024-07-12T02:36:44.004" v="21330" actId="255"/>
          <ac:spMkLst>
            <pc:docMk/>
            <pc:sldMk cId="4237770355" sldId="2147468622"/>
            <ac:spMk id="7" creationId="{00DBF748-91E7-FD60-93FE-131A3A714861}"/>
          </ac:spMkLst>
        </pc:spChg>
      </pc:sldChg>
      <pc:sldChg chg="addSp delSp modSp mod">
        <pc:chgData name="Takeuchi, Koichiro" userId="b3848a05-443b-4434-8fa5-7398ca0c03c9" providerId="ADAL" clId="{8AE3A369-E55C-4573-8F49-6E668EF80783}" dt="2024-07-12T00:02:17.963" v="19096" actId="404"/>
        <pc:sldMkLst>
          <pc:docMk/>
          <pc:sldMk cId="323859429" sldId="2147480809"/>
        </pc:sldMkLst>
        <pc:spChg chg="mod">
          <ac:chgData name="Takeuchi, Koichiro" userId="b3848a05-443b-4434-8fa5-7398ca0c03c9" providerId="ADAL" clId="{8AE3A369-E55C-4573-8F49-6E668EF80783}" dt="2024-07-12T00:02:17.963" v="19096" actId="404"/>
          <ac:spMkLst>
            <pc:docMk/>
            <pc:sldMk cId="323859429" sldId="2147480809"/>
            <ac:spMk id="2" creationId="{B2CA3B19-52FA-1D26-5F96-0D8707A7B4A4}"/>
          </ac:spMkLst>
        </pc:spChg>
        <pc:spChg chg="del mod">
          <ac:chgData name="Takeuchi, Koichiro" userId="b3848a05-443b-4434-8fa5-7398ca0c03c9" providerId="ADAL" clId="{8AE3A369-E55C-4573-8F49-6E668EF80783}" dt="2024-07-11T06:27:40.009" v="10920" actId="478"/>
          <ac:spMkLst>
            <pc:docMk/>
            <pc:sldMk cId="323859429" sldId="2147480809"/>
            <ac:spMk id="3" creationId="{74D5AF54-6C3B-624F-B9A7-63D60A5A15A8}"/>
          </ac:spMkLst>
        </pc:spChg>
        <pc:spChg chg="add del mod">
          <ac:chgData name="Takeuchi, Koichiro" userId="b3848a05-443b-4434-8fa5-7398ca0c03c9" providerId="ADAL" clId="{8AE3A369-E55C-4573-8F49-6E668EF80783}" dt="2024-07-11T23:57:49.202" v="18909" actId="478"/>
          <ac:spMkLst>
            <pc:docMk/>
            <pc:sldMk cId="323859429" sldId="2147480809"/>
            <ac:spMk id="4" creationId="{9A1F3862-8EA7-A7E5-0CE3-8AABCA3E7DEA}"/>
          </ac:spMkLst>
        </pc:spChg>
        <pc:spChg chg="add del mod">
          <ac:chgData name="Takeuchi, Koichiro" userId="b3848a05-443b-4434-8fa5-7398ca0c03c9" providerId="ADAL" clId="{8AE3A369-E55C-4573-8F49-6E668EF80783}" dt="2024-07-03T00:45:16.466" v="256" actId="478"/>
          <ac:spMkLst>
            <pc:docMk/>
            <pc:sldMk cId="323859429" sldId="2147480809"/>
            <ac:spMk id="4" creationId="{F457F9E4-B4CF-A26F-77FF-709F2E73F552}"/>
          </ac:spMkLst>
        </pc:spChg>
        <pc:spChg chg="mod">
          <ac:chgData name="Takeuchi, Koichiro" userId="b3848a05-443b-4434-8fa5-7398ca0c03c9" providerId="ADAL" clId="{8AE3A369-E55C-4573-8F49-6E668EF80783}" dt="2024-07-11T23:56:33.858" v="18764" actId="20577"/>
          <ac:spMkLst>
            <pc:docMk/>
            <pc:sldMk cId="323859429" sldId="2147480809"/>
            <ac:spMk id="8" creationId="{3211E286-9CA2-4B1C-C0C0-D5C29F350A00}"/>
          </ac:spMkLst>
        </pc:spChg>
        <pc:spChg chg="mod">
          <ac:chgData name="Takeuchi, Koichiro" userId="b3848a05-443b-4434-8fa5-7398ca0c03c9" providerId="ADAL" clId="{8AE3A369-E55C-4573-8F49-6E668EF80783}" dt="2024-07-04T01:13:00.823" v="10239" actId="20577"/>
          <ac:spMkLst>
            <pc:docMk/>
            <pc:sldMk cId="323859429" sldId="2147480809"/>
            <ac:spMk id="11" creationId="{717EA1C2-564A-F53F-F442-2C714F464DA1}"/>
          </ac:spMkLst>
        </pc:spChg>
        <pc:spChg chg="mod">
          <ac:chgData name="Takeuchi, Koichiro" userId="b3848a05-443b-4434-8fa5-7398ca0c03c9" providerId="ADAL" clId="{8AE3A369-E55C-4573-8F49-6E668EF80783}" dt="2024-07-11T23:57:43.574" v="18908" actId="20577"/>
          <ac:spMkLst>
            <pc:docMk/>
            <pc:sldMk cId="323859429" sldId="2147480809"/>
            <ac:spMk id="13" creationId="{7EA7777E-2F8C-7EAF-00B8-6D8931F3EE7D}"/>
          </ac:spMkLst>
        </pc:spChg>
        <pc:spChg chg="mod">
          <ac:chgData name="Takeuchi, Koichiro" userId="b3848a05-443b-4434-8fa5-7398ca0c03c9" providerId="ADAL" clId="{8AE3A369-E55C-4573-8F49-6E668EF80783}" dt="2024-07-03T00:47:44.347" v="367" actId="465"/>
          <ac:spMkLst>
            <pc:docMk/>
            <pc:sldMk cId="323859429" sldId="2147480809"/>
            <ac:spMk id="14" creationId="{BC179422-69D3-E378-7B3D-89D3749F8B79}"/>
          </ac:spMkLst>
        </pc:spChg>
      </pc:sldChg>
      <pc:sldChg chg="modSp mod">
        <pc:chgData name="Takeuchi, Koichiro" userId="b3848a05-443b-4434-8fa5-7398ca0c03c9" providerId="ADAL" clId="{8AE3A369-E55C-4573-8F49-6E668EF80783}" dt="2024-07-11T23:56:23.304" v="18752" actId="20577"/>
        <pc:sldMkLst>
          <pc:docMk/>
          <pc:sldMk cId="1710641726" sldId="2147480810"/>
        </pc:sldMkLst>
        <pc:spChg chg="mod">
          <ac:chgData name="Takeuchi, Koichiro" userId="b3848a05-443b-4434-8fa5-7398ca0c03c9" providerId="ADAL" clId="{8AE3A369-E55C-4573-8F49-6E668EF80783}" dt="2024-07-11T23:56:23.304" v="18752" actId="20577"/>
          <ac:spMkLst>
            <pc:docMk/>
            <pc:sldMk cId="1710641726" sldId="2147480810"/>
            <ac:spMk id="7" creationId="{4C331423-D31E-54C6-B603-3A2DCE7DE991}"/>
          </ac:spMkLst>
        </pc:spChg>
      </pc:sldChg>
      <pc:sldChg chg="modSp mod">
        <pc:chgData name="Takeuchi, Koichiro" userId="b3848a05-443b-4434-8fa5-7398ca0c03c9" providerId="ADAL" clId="{8AE3A369-E55C-4573-8F49-6E668EF80783}" dt="2024-07-11T23:56:27.467" v="18760" actId="20577"/>
        <pc:sldMkLst>
          <pc:docMk/>
          <pc:sldMk cId="197750219" sldId="2147480811"/>
        </pc:sldMkLst>
        <pc:spChg chg="mod">
          <ac:chgData name="Takeuchi, Koichiro" userId="b3848a05-443b-4434-8fa5-7398ca0c03c9" providerId="ADAL" clId="{8AE3A369-E55C-4573-8F49-6E668EF80783}" dt="2024-07-11T23:56:27.467" v="18760" actId="20577"/>
          <ac:spMkLst>
            <pc:docMk/>
            <pc:sldMk cId="197750219" sldId="2147480811"/>
            <ac:spMk id="7" creationId="{4C331423-D31E-54C6-B603-3A2DCE7DE991}"/>
          </ac:spMkLst>
        </pc:spChg>
      </pc:sldChg>
      <pc:sldChg chg="modSp mod">
        <pc:chgData name="Takeuchi, Koichiro" userId="b3848a05-443b-4434-8fa5-7398ca0c03c9" providerId="ADAL" clId="{8AE3A369-E55C-4573-8F49-6E668EF80783}" dt="2024-07-11T23:57:56.226" v="18914" actId="20577"/>
        <pc:sldMkLst>
          <pc:docMk/>
          <pc:sldMk cId="3372364919" sldId="2147480812"/>
        </pc:sldMkLst>
        <pc:spChg chg="mod">
          <ac:chgData name="Takeuchi, Koichiro" userId="b3848a05-443b-4434-8fa5-7398ca0c03c9" providerId="ADAL" clId="{8AE3A369-E55C-4573-8F49-6E668EF80783}" dt="2024-07-11T23:57:56.226" v="18914" actId="20577"/>
          <ac:spMkLst>
            <pc:docMk/>
            <pc:sldMk cId="3372364919" sldId="2147480812"/>
            <ac:spMk id="7" creationId="{4C331423-D31E-54C6-B603-3A2DCE7DE991}"/>
          </ac:spMkLst>
        </pc:spChg>
      </pc:sldChg>
      <pc:sldChg chg="modSp mod">
        <pc:chgData name="Takeuchi, Koichiro" userId="b3848a05-443b-4434-8fa5-7398ca0c03c9" providerId="ADAL" clId="{8AE3A369-E55C-4573-8F49-6E668EF80783}" dt="2024-07-12T00:51:28.726" v="20272" actId="20577"/>
        <pc:sldMkLst>
          <pc:docMk/>
          <pc:sldMk cId="982874196" sldId="2147480823"/>
        </pc:sldMkLst>
        <pc:spChg chg="mod">
          <ac:chgData name="Takeuchi, Koichiro" userId="b3848a05-443b-4434-8fa5-7398ca0c03c9" providerId="ADAL" clId="{8AE3A369-E55C-4573-8F49-6E668EF80783}" dt="2024-07-12T00:51:28.726" v="20272" actId="20577"/>
          <ac:spMkLst>
            <pc:docMk/>
            <pc:sldMk cId="982874196" sldId="2147480823"/>
            <ac:spMk id="7" creationId="{4C331423-D31E-54C6-B603-3A2DCE7DE991}"/>
          </ac:spMkLst>
        </pc:spChg>
      </pc:sldChg>
      <pc:sldChg chg="modSp mod">
        <pc:chgData name="Takeuchi, Koichiro" userId="b3848a05-443b-4434-8fa5-7398ca0c03c9" providerId="ADAL" clId="{8AE3A369-E55C-4573-8F49-6E668EF80783}" dt="2024-07-12T00:51:36.052" v="20277" actId="20577"/>
        <pc:sldMkLst>
          <pc:docMk/>
          <pc:sldMk cId="1860587498" sldId="2147480825"/>
        </pc:sldMkLst>
        <pc:spChg chg="mod">
          <ac:chgData name="Takeuchi, Koichiro" userId="b3848a05-443b-4434-8fa5-7398ca0c03c9" providerId="ADAL" clId="{8AE3A369-E55C-4573-8F49-6E668EF80783}" dt="2024-07-12T00:51:36.052" v="20277" actId="20577"/>
          <ac:spMkLst>
            <pc:docMk/>
            <pc:sldMk cId="1860587498" sldId="2147480825"/>
            <ac:spMk id="7" creationId="{4C331423-D31E-54C6-B603-3A2DCE7DE991}"/>
          </ac:spMkLst>
        </pc:spChg>
      </pc:sldChg>
      <pc:sldChg chg="modSp mod">
        <pc:chgData name="Takeuchi, Koichiro" userId="b3848a05-443b-4434-8fa5-7398ca0c03c9" providerId="ADAL" clId="{8AE3A369-E55C-4573-8F49-6E668EF80783}" dt="2024-07-12T02:36:34.835" v="21329" actId="404"/>
        <pc:sldMkLst>
          <pc:docMk/>
          <pc:sldMk cId="2654425851" sldId="2147480826"/>
        </pc:sldMkLst>
        <pc:spChg chg="mod">
          <ac:chgData name="Takeuchi, Koichiro" userId="b3848a05-443b-4434-8fa5-7398ca0c03c9" providerId="ADAL" clId="{8AE3A369-E55C-4573-8F49-6E668EF80783}" dt="2024-07-12T02:36:34.835" v="21329" actId="404"/>
          <ac:spMkLst>
            <pc:docMk/>
            <pc:sldMk cId="2654425851" sldId="2147480826"/>
            <ac:spMk id="2" creationId="{C48FEF3C-FDEA-5C42-6201-82A2ADF1F5CC}"/>
          </ac:spMkLst>
        </pc:spChg>
        <pc:spChg chg="mod">
          <ac:chgData name="Takeuchi, Koichiro" userId="b3848a05-443b-4434-8fa5-7398ca0c03c9" providerId="ADAL" clId="{8AE3A369-E55C-4573-8F49-6E668EF80783}" dt="2024-07-03T11:12:22.293" v="7914" actId="20577"/>
          <ac:spMkLst>
            <pc:docMk/>
            <pc:sldMk cId="2654425851" sldId="2147480826"/>
            <ac:spMk id="9" creationId="{0F43399E-64F5-49DB-5661-038B37BF014F}"/>
          </ac:spMkLst>
        </pc:spChg>
      </pc:sldChg>
      <pc:sldChg chg="delSp modSp mod">
        <pc:chgData name="Takeuchi, Koichiro" userId="b3848a05-443b-4434-8fa5-7398ca0c03c9" providerId="ADAL" clId="{8AE3A369-E55C-4573-8F49-6E668EF80783}" dt="2024-07-12T02:36:22.900" v="21327" actId="404"/>
        <pc:sldMkLst>
          <pc:docMk/>
          <pc:sldMk cId="3308295739" sldId="2147480828"/>
        </pc:sldMkLst>
        <pc:spChg chg="mod">
          <ac:chgData name="Takeuchi, Koichiro" userId="b3848a05-443b-4434-8fa5-7398ca0c03c9" providerId="ADAL" clId="{8AE3A369-E55C-4573-8F49-6E668EF80783}" dt="2024-07-12T02:36:22.900" v="21327" actId="404"/>
          <ac:spMkLst>
            <pc:docMk/>
            <pc:sldMk cId="3308295739" sldId="2147480828"/>
            <ac:spMk id="2" creationId="{1AB4CFF1-42CD-ACEA-E74C-1EDC16198BA8}"/>
          </ac:spMkLst>
        </pc:spChg>
        <pc:spChg chg="del">
          <ac:chgData name="Takeuchi, Koichiro" userId="b3848a05-443b-4434-8fa5-7398ca0c03c9" providerId="ADAL" clId="{8AE3A369-E55C-4573-8F49-6E668EF80783}" dt="2024-07-03T11:21:09.732" v="8480" actId="478"/>
          <ac:spMkLst>
            <pc:docMk/>
            <pc:sldMk cId="3308295739" sldId="2147480828"/>
            <ac:spMk id="7" creationId="{DF14A8A7-F1CE-4347-E4C8-984AEE651925}"/>
          </ac:spMkLst>
        </pc:spChg>
      </pc:sldChg>
      <pc:sldChg chg="modSp mod">
        <pc:chgData name="Takeuchi, Koichiro" userId="b3848a05-443b-4434-8fa5-7398ca0c03c9" providerId="ADAL" clId="{8AE3A369-E55C-4573-8F49-6E668EF80783}" dt="2024-07-12T02:36:28.935" v="21328" actId="404"/>
        <pc:sldMkLst>
          <pc:docMk/>
          <pc:sldMk cId="3580450898" sldId="2147480829"/>
        </pc:sldMkLst>
        <pc:spChg chg="mod">
          <ac:chgData name="Takeuchi, Koichiro" userId="b3848a05-443b-4434-8fa5-7398ca0c03c9" providerId="ADAL" clId="{8AE3A369-E55C-4573-8F49-6E668EF80783}" dt="2024-07-12T02:36:28.935" v="21328" actId="404"/>
          <ac:spMkLst>
            <pc:docMk/>
            <pc:sldMk cId="3580450898" sldId="2147480829"/>
            <ac:spMk id="2" creationId="{7A027AF0-345D-1D56-C59F-79D44873B091}"/>
          </ac:spMkLst>
        </pc:spChg>
        <pc:spChg chg="mod">
          <ac:chgData name="Takeuchi, Koichiro" userId="b3848a05-443b-4434-8fa5-7398ca0c03c9" providerId="ADAL" clId="{8AE3A369-E55C-4573-8F49-6E668EF80783}" dt="2024-07-03T11:36:00.692" v="8757" actId="20577"/>
          <ac:spMkLst>
            <pc:docMk/>
            <pc:sldMk cId="3580450898" sldId="2147480829"/>
            <ac:spMk id="3" creationId="{72D908B1-BE60-7B7E-7720-F2D0CCEBED44}"/>
          </ac:spMkLst>
        </pc:spChg>
        <pc:spChg chg="mod">
          <ac:chgData name="Takeuchi, Koichiro" userId="b3848a05-443b-4434-8fa5-7398ca0c03c9" providerId="ADAL" clId="{8AE3A369-E55C-4573-8F49-6E668EF80783}" dt="2024-07-03T11:21:36.814" v="8481" actId="20577"/>
          <ac:spMkLst>
            <pc:docMk/>
            <pc:sldMk cId="3580450898" sldId="2147480829"/>
            <ac:spMk id="4" creationId="{7BB57390-B03C-647E-6657-7990F778F52F}"/>
          </ac:spMkLst>
        </pc:spChg>
      </pc:sldChg>
      <pc:sldChg chg="addSp delSp modSp mod">
        <pc:chgData name="Takeuchi, Koichiro" userId="b3848a05-443b-4434-8fa5-7398ca0c03c9" providerId="ADAL" clId="{8AE3A369-E55C-4573-8F49-6E668EF80783}" dt="2024-07-12T02:21:45.586" v="21224" actId="20577"/>
        <pc:sldMkLst>
          <pc:docMk/>
          <pc:sldMk cId="2091009357" sldId="2147480830"/>
        </pc:sldMkLst>
        <pc:spChg chg="mod">
          <ac:chgData name="Takeuchi, Koichiro" userId="b3848a05-443b-4434-8fa5-7398ca0c03c9" providerId="ADAL" clId="{8AE3A369-E55C-4573-8F49-6E668EF80783}" dt="2024-07-12T00:02:22.800" v="19097" actId="404"/>
          <ac:spMkLst>
            <pc:docMk/>
            <pc:sldMk cId="2091009357" sldId="2147480830"/>
            <ac:spMk id="2" creationId="{8F3ED2D0-8C64-20C8-AA22-0C1866CAB691}"/>
          </ac:spMkLst>
        </pc:spChg>
        <pc:spChg chg="mod">
          <ac:chgData name="Takeuchi, Koichiro" userId="b3848a05-443b-4434-8fa5-7398ca0c03c9" providerId="ADAL" clId="{8AE3A369-E55C-4573-8F49-6E668EF80783}" dt="2024-07-11T23:58:23.204" v="18944" actId="20577"/>
          <ac:spMkLst>
            <pc:docMk/>
            <pc:sldMk cId="2091009357" sldId="2147480830"/>
            <ac:spMk id="3" creationId="{9E89FA11-8A6A-E7A0-58F7-719585938EF4}"/>
          </ac:spMkLst>
        </pc:spChg>
        <pc:spChg chg="mod">
          <ac:chgData name="Takeuchi, Koichiro" userId="b3848a05-443b-4434-8fa5-7398ca0c03c9" providerId="ADAL" clId="{8AE3A369-E55C-4573-8F49-6E668EF80783}" dt="2024-07-11T23:58:00.393" v="18919" actId="20577"/>
          <ac:spMkLst>
            <pc:docMk/>
            <pc:sldMk cId="2091009357" sldId="2147480830"/>
            <ac:spMk id="4" creationId="{DA0D1BCD-D64A-A21F-43D3-F982DCF0ABA1}"/>
          </ac:spMkLst>
        </pc:spChg>
        <pc:spChg chg="add del mod">
          <ac:chgData name="Takeuchi, Koichiro" userId="b3848a05-443b-4434-8fa5-7398ca0c03c9" providerId="ADAL" clId="{8AE3A369-E55C-4573-8F49-6E668EF80783}" dt="2024-07-11T06:30:22.884" v="11023" actId="478"/>
          <ac:spMkLst>
            <pc:docMk/>
            <pc:sldMk cId="2091009357" sldId="2147480830"/>
            <ac:spMk id="9" creationId="{1891528F-6FA5-C524-6A22-18CF89D19104}"/>
          </ac:spMkLst>
        </pc:spChg>
        <pc:spChg chg="add mod">
          <ac:chgData name="Takeuchi, Koichiro" userId="b3848a05-443b-4434-8fa5-7398ca0c03c9" providerId="ADAL" clId="{8AE3A369-E55C-4573-8F49-6E668EF80783}" dt="2024-07-11T06:40:40.110" v="11708" actId="14100"/>
          <ac:spMkLst>
            <pc:docMk/>
            <pc:sldMk cId="2091009357" sldId="2147480830"/>
            <ac:spMk id="11" creationId="{3D2C8A37-48AE-8E76-8264-E5A57258EE7A}"/>
          </ac:spMkLst>
        </pc:spChg>
        <pc:spChg chg="add del mod">
          <ac:chgData name="Takeuchi, Koichiro" userId="b3848a05-443b-4434-8fa5-7398ca0c03c9" providerId="ADAL" clId="{8AE3A369-E55C-4573-8F49-6E668EF80783}" dt="2024-07-03T11:26:27.801" v="8618" actId="478"/>
          <ac:spMkLst>
            <pc:docMk/>
            <pc:sldMk cId="2091009357" sldId="2147480830"/>
            <ac:spMk id="29" creationId="{33263DEC-6023-5330-3B8F-5DDA2FCF80E5}"/>
          </ac:spMkLst>
        </pc:spChg>
        <pc:spChg chg="mod">
          <ac:chgData name="Takeuchi, Koichiro" userId="b3848a05-443b-4434-8fa5-7398ca0c03c9" providerId="ADAL" clId="{8AE3A369-E55C-4573-8F49-6E668EF80783}" dt="2024-07-11T06:32:25.953" v="11103" actId="20577"/>
          <ac:spMkLst>
            <pc:docMk/>
            <pc:sldMk cId="2091009357" sldId="2147480830"/>
            <ac:spMk id="35" creationId="{98BD3226-E4CE-4491-14D7-94E99E75AD90}"/>
          </ac:spMkLst>
        </pc:spChg>
        <pc:spChg chg="mod">
          <ac:chgData name="Takeuchi, Koichiro" userId="b3848a05-443b-4434-8fa5-7398ca0c03c9" providerId="ADAL" clId="{8AE3A369-E55C-4573-8F49-6E668EF80783}" dt="2024-07-12T02:21:45.586" v="21224" actId="20577"/>
          <ac:spMkLst>
            <pc:docMk/>
            <pc:sldMk cId="2091009357" sldId="2147480830"/>
            <ac:spMk id="36" creationId="{C6E0FCCB-ED58-5A73-95F7-5CEA3CC79C7D}"/>
          </ac:spMkLst>
        </pc:spChg>
        <pc:spChg chg="add del">
          <ac:chgData name="Takeuchi, Koichiro" userId="b3848a05-443b-4434-8fa5-7398ca0c03c9" providerId="ADAL" clId="{8AE3A369-E55C-4573-8F49-6E668EF80783}" dt="2024-07-03T00:53:23.800" v="643" actId="478"/>
          <ac:spMkLst>
            <pc:docMk/>
            <pc:sldMk cId="2091009357" sldId="2147480830"/>
            <ac:spMk id="37" creationId="{025FD6C4-7A51-A19B-064F-EF915E3C564C}"/>
          </ac:spMkLst>
        </pc:spChg>
        <pc:spChg chg="mod topLvl">
          <ac:chgData name="Takeuchi, Koichiro" userId="b3848a05-443b-4434-8fa5-7398ca0c03c9" providerId="ADAL" clId="{8AE3A369-E55C-4573-8F49-6E668EF80783}" dt="2024-07-03T00:51:37.745" v="623" actId="165"/>
          <ac:spMkLst>
            <pc:docMk/>
            <pc:sldMk cId="2091009357" sldId="2147480830"/>
            <ac:spMk id="41" creationId="{561FE3DC-36C4-1185-CB12-3E8C8BCE24CE}"/>
          </ac:spMkLst>
        </pc:spChg>
        <pc:spChg chg="mod topLvl">
          <ac:chgData name="Takeuchi, Koichiro" userId="b3848a05-443b-4434-8fa5-7398ca0c03c9" providerId="ADAL" clId="{8AE3A369-E55C-4573-8F49-6E668EF80783}" dt="2024-07-12T01:55:34.007" v="20665" actId="20577"/>
          <ac:spMkLst>
            <pc:docMk/>
            <pc:sldMk cId="2091009357" sldId="2147480830"/>
            <ac:spMk id="48" creationId="{1C6BD4CC-447B-D0E2-F390-3DEDF1BD455F}"/>
          </ac:spMkLst>
        </pc:spChg>
        <pc:spChg chg="mod topLvl">
          <ac:chgData name="Takeuchi, Koichiro" userId="b3848a05-443b-4434-8fa5-7398ca0c03c9" providerId="ADAL" clId="{8AE3A369-E55C-4573-8F49-6E668EF80783}" dt="2024-07-03T00:54:52.091" v="675" actId="12789"/>
          <ac:spMkLst>
            <pc:docMk/>
            <pc:sldMk cId="2091009357" sldId="2147480830"/>
            <ac:spMk id="49" creationId="{67009D97-F9A5-F933-451D-C62EAE9FD9BE}"/>
          </ac:spMkLst>
        </pc:spChg>
        <pc:grpChg chg="del">
          <ac:chgData name="Takeuchi, Koichiro" userId="b3848a05-443b-4434-8fa5-7398ca0c03c9" providerId="ADAL" clId="{8AE3A369-E55C-4573-8F49-6E668EF80783}" dt="2024-07-03T00:51:37.745" v="623" actId="165"/>
          <ac:grpSpMkLst>
            <pc:docMk/>
            <pc:sldMk cId="2091009357" sldId="2147480830"/>
            <ac:grpSpMk id="50" creationId="{E9AD9524-7630-5F86-94DF-E58F6EB84E5F}"/>
          </ac:grpSpMkLst>
        </pc:grpChg>
        <pc:picChg chg="add mod">
          <ac:chgData name="Takeuchi, Koichiro" userId="b3848a05-443b-4434-8fa5-7398ca0c03c9" providerId="ADAL" clId="{8AE3A369-E55C-4573-8F49-6E668EF80783}" dt="2024-07-03T00:50:13.847" v="607" actId="1035"/>
          <ac:picMkLst>
            <pc:docMk/>
            <pc:sldMk cId="2091009357" sldId="2147480830"/>
            <ac:picMk id="10" creationId="{F52BB1F5-E806-CC91-F6B8-DAEC61FA7B73}"/>
          </ac:picMkLst>
        </pc:picChg>
        <pc:picChg chg="add mod">
          <ac:chgData name="Takeuchi, Koichiro" userId="b3848a05-443b-4434-8fa5-7398ca0c03c9" providerId="ADAL" clId="{8AE3A369-E55C-4573-8F49-6E668EF80783}" dt="2024-07-03T00:51:47.355" v="640" actId="1037"/>
          <ac:picMkLst>
            <pc:docMk/>
            <pc:sldMk cId="2091009357" sldId="2147480830"/>
            <ac:picMk id="12" creationId="{18E2DB79-FCB2-7767-82ED-22F4CFAF9B0E}"/>
          </ac:picMkLst>
        </pc:picChg>
        <pc:picChg chg="add del mod">
          <ac:chgData name="Takeuchi, Koichiro" userId="b3848a05-443b-4434-8fa5-7398ca0c03c9" providerId="ADAL" clId="{8AE3A369-E55C-4573-8F49-6E668EF80783}" dt="2024-07-03T00:53:25.340" v="644" actId="478"/>
          <ac:picMkLst>
            <pc:docMk/>
            <pc:sldMk cId="2091009357" sldId="2147480830"/>
            <ac:picMk id="14" creationId="{79FCA03D-F955-A2D1-7187-6F200CDD48F7}"/>
          </ac:picMkLst>
        </pc:picChg>
        <pc:picChg chg="add del mod">
          <ac:chgData name="Takeuchi, Koichiro" userId="b3848a05-443b-4434-8fa5-7398ca0c03c9" providerId="ADAL" clId="{8AE3A369-E55C-4573-8F49-6E668EF80783}" dt="2024-07-03T00:54:00.412" v="661" actId="478"/>
          <ac:picMkLst>
            <pc:docMk/>
            <pc:sldMk cId="2091009357" sldId="2147480830"/>
            <ac:picMk id="17" creationId="{FC721F39-F601-55A1-86EA-316C68870F04}"/>
          </ac:picMkLst>
        </pc:picChg>
        <pc:picChg chg="add mod">
          <ac:chgData name="Takeuchi, Koichiro" userId="b3848a05-443b-4434-8fa5-7398ca0c03c9" providerId="ADAL" clId="{8AE3A369-E55C-4573-8F49-6E668EF80783}" dt="2024-07-03T00:54:55.674" v="682" actId="1037"/>
          <ac:picMkLst>
            <pc:docMk/>
            <pc:sldMk cId="2091009357" sldId="2147480830"/>
            <ac:picMk id="19" creationId="{4F12E714-ABD5-DEC3-2B76-25B6595E1105}"/>
          </ac:picMkLst>
        </pc:picChg>
      </pc:sldChg>
      <pc:sldChg chg="addSp delSp modSp del mod modShow">
        <pc:chgData name="Takeuchi, Koichiro" userId="b3848a05-443b-4434-8fa5-7398ca0c03c9" providerId="ADAL" clId="{8AE3A369-E55C-4573-8F49-6E668EF80783}" dt="2024-07-11T07:55:29.887" v="16635" actId="47"/>
        <pc:sldMkLst>
          <pc:docMk/>
          <pc:sldMk cId="1256059550" sldId="2147480831"/>
        </pc:sldMkLst>
        <pc:spChg chg="mod">
          <ac:chgData name="Takeuchi, Koichiro" userId="b3848a05-443b-4434-8fa5-7398ca0c03c9" providerId="ADAL" clId="{8AE3A369-E55C-4573-8F49-6E668EF80783}" dt="2024-07-11T07:21:08.646" v="13737" actId="20577"/>
          <ac:spMkLst>
            <pc:docMk/>
            <pc:sldMk cId="1256059550" sldId="2147480831"/>
            <ac:spMk id="2" creationId="{C4050E0A-F4AC-8E52-FCEA-9771083801F3}"/>
          </ac:spMkLst>
        </pc:spChg>
        <pc:spChg chg="add del mod">
          <ac:chgData name="Takeuchi, Koichiro" userId="b3848a05-443b-4434-8fa5-7398ca0c03c9" providerId="ADAL" clId="{8AE3A369-E55C-4573-8F49-6E668EF80783}" dt="2024-07-11T06:40:49.508" v="11709" actId="478"/>
          <ac:spMkLst>
            <pc:docMk/>
            <pc:sldMk cId="1256059550" sldId="2147480831"/>
            <ac:spMk id="3" creationId="{49F411EC-8BF7-2ACD-A1B3-5F6F2D993F16}"/>
          </ac:spMkLst>
        </pc:spChg>
        <pc:spChg chg="mod">
          <ac:chgData name="Takeuchi, Koichiro" userId="b3848a05-443b-4434-8fa5-7398ca0c03c9" providerId="ADAL" clId="{8AE3A369-E55C-4573-8F49-6E668EF80783}" dt="2024-07-11T06:50:31.936" v="12314" actId="1076"/>
          <ac:spMkLst>
            <pc:docMk/>
            <pc:sldMk cId="1256059550" sldId="2147480831"/>
            <ac:spMk id="5" creationId="{72CCA9CC-3A88-7CAC-9089-56B0661016F1}"/>
          </ac:spMkLst>
        </pc:spChg>
        <pc:spChg chg="add del mod">
          <ac:chgData name="Takeuchi, Koichiro" userId="b3848a05-443b-4434-8fa5-7398ca0c03c9" providerId="ADAL" clId="{8AE3A369-E55C-4573-8F49-6E668EF80783}" dt="2024-07-11T07:21:13.136" v="13738" actId="478"/>
          <ac:spMkLst>
            <pc:docMk/>
            <pc:sldMk cId="1256059550" sldId="2147480831"/>
            <ac:spMk id="6" creationId="{9A5B5AA7-CD37-D6AB-42CB-30F50B1CEF78}"/>
          </ac:spMkLst>
        </pc:spChg>
        <pc:spChg chg="add del mod">
          <ac:chgData name="Takeuchi, Koichiro" userId="b3848a05-443b-4434-8fa5-7398ca0c03c9" providerId="ADAL" clId="{8AE3A369-E55C-4573-8F49-6E668EF80783}" dt="2024-07-11T06:58:28.216" v="12631" actId="478"/>
          <ac:spMkLst>
            <pc:docMk/>
            <pc:sldMk cId="1256059550" sldId="2147480831"/>
            <ac:spMk id="7" creationId="{216E948D-DE26-98E9-6D0F-CD05CA56C62E}"/>
          </ac:spMkLst>
        </pc:spChg>
        <pc:spChg chg="add del">
          <ac:chgData name="Takeuchi, Koichiro" userId="b3848a05-443b-4434-8fa5-7398ca0c03c9" providerId="ADAL" clId="{8AE3A369-E55C-4573-8F49-6E668EF80783}" dt="2024-07-03T11:26:29.280" v="8619" actId="478"/>
          <ac:spMkLst>
            <pc:docMk/>
            <pc:sldMk cId="1256059550" sldId="2147480831"/>
            <ac:spMk id="7" creationId="{545A7ACF-B9D1-EEAA-3F01-B786CDD791AC}"/>
          </ac:spMkLst>
        </pc:spChg>
        <pc:spChg chg="mod topLvl">
          <ac:chgData name="Takeuchi, Koichiro" userId="b3848a05-443b-4434-8fa5-7398ca0c03c9" providerId="ADAL" clId="{8AE3A369-E55C-4573-8F49-6E668EF80783}" dt="2024-07-03T00:57:13.852" v="700" actId="555"/>
          <ac:spMkLst>
            <pc:docMk/>
            <pc:sldMk cId="1256059550" sldId="2147480831"/>
            <ac:spMk id="12" creationId="{45EE08F6-DEC4-E349-C3D4-3A0D55311423}"/>
          </ac:spMkLst>
        </pc:spChg>
        <pc:spChg chg="mod topLvl">
          <ac:chgData name="Takeuchi, Koichiro" userId="b3848a05-443b-4434-8fa5-7398ca0c03c9" providerId="ADAL" clId="{8AE3A369-E55C-4573-8F49-6E668EF80783}" dt="2024-07-03T00:57:17.055" v="701" actId="553"/>
          <ac:spMkLst>
            <pc:docMk/>
            <pc:sldMk cId="1256059550" sldId="2147480831"/>
            <ac:spMk id="13" creationId="{F8CADEEC-4DA6-DFCA-EDD3-66F074215B62}"/>
          </ac:spMkLst>
        </pc:spChg>
        <pc:spChg chg="mod">
          <ac:chgData name="Takeuchi, Koichiro" userId="b3848a05-443b-4434-8fa5-7398ca0c03c9" providerId="ADAL" clId="{8AE3A369-E55C-4573-8F49-6E668EF80783}" dt="2024-07-03T00:59:07.048" v="807" actId="1035"/>
          <ac:spMkLst>
            <pc:docMk/>
            <pc:sldMk cId="1256059550" sldId="2147480831"/>
            <ac:spMk id="14" creationId="{EFA41AAB-2D04-0717-2656-A5F1F1A09AEE}"/>
          </ac:spMkLst>
        </pc:spChg>
        <pc:spChg chg="add del mod">
          <ac:chgData name="Takeuchi, Koichiro" userId="b3848a05-443b-4434-8fa5-7398ca0c03c9" providerId="ADAL" clId="{8AE3A369-E55C-4573-8F49-6E668EF80783}" dt="2024-07-11T06:59:09.927" v="12715" actId="478"/>
          <ac:spMkLst>
            <pc:docMk/>
            <pc:sldMk cId="1256059550" sldId="2147480831"/>
            <ac:spMk id="19" creationId="{FD3B4997-3DD1-1F86-EDB8-D20478577061}"/>
          </ac:spMkLst>
        </pc:spChg>
        <pc:spChg chg="mod topLvl">
          <ac:chgData name="Takeuchi, Koichiro" userId="b3848a05-443b-4434-8fa5-7398ca0c03c9" providerId="ADAL" clId="{8AE3A369-E55C-4573-8F49-6E668EF80783}" dt="2024-07-03T00:57:06.029" v="698" actId="555"/>
          <ac:spMkLst>
            <pc:docMk/>
            <pc:sldMk cId="1256059550" sldId="2147480831"/>
            <ac:spMk id="75" creationId="{259D5601-F7A4-9E37-5B38-041897564AC6}"/>
          </ac:spMkLst>
        </pc:spChg>
        <pc:spChg chg="mod topLvl">
          <ac:chgData name="Takeuchi, Koichiro" userId="b3848a05-443b-4434-8fa5-7398ca0c03c9" providerId="ADAL" clId="{8AE3A369-E55C-4573-8F49-6E668EF80783}" dt="2024-07-11T06:49:58.805" v="12311" actId="20577"/>
          <ac:spMkLst>
            <pc:docMk/>
            <pc:sldMk cId="1256059550" sldId="2147480831"/>
            <ac:spMk id="178" creationId="{2B563CE4-997C-0671-1FC0-EF6FB12FF81E}"/>
          </ac:spMkLst>
        </pc:spChg>
        <pc:spChg chg="mod topLvl">
          <ac:chgData name="Takeuchi, Koichiro" userId="b3848a05-443b-4434-8fa5-7398ca0c03c9" providerId="ADAL" clId="{8AE3A369-E55C-4573-8F49-6E668EF80783}" dt="2024-07-04T03:16:49.220" v="10375" actId="165"/>
          <ac:spMkLst>
            <pc:docMk/>
            <pc:sldMk cId="1256059550" sldId="2147480831"/>
            <ac:spMk id="179" creationId="{662C7231-C89D-AD70-52F5-24E6573A6A5A}"/>
          </ac:spMkLst>
        </pc:spChg>
        <pc:spChg chg="mod topLvl">
          <ac:chgData name="Takeuchi, Koichiro" userId="b3848a05-443b-4434-8fa5-7398ca0c03c9" providerId="ADAL" clId="{8AE3A369-E55C-4573-8F49-6E668EF80783}" dt="2024-07-11T06:45:19.552" v="12037" actId="20577"/>
          <ac:spMkLst>
            <pc:docMk/>
            <pc:sldMk cId="1256059550" sldId="2147480831"/>
            <ac:spMk id="181" creationId="{7CC81AB1-594D-AFC0-78BD-DD4119777380}"/>
          </ac:spMkLst>
        </pc:spChg>
        <pc:spChg chg="mod topLvl">
          <ac:chgData name="Takeuchi, Koichiro" userId="b3848a05-443b-4434-8fa5-7398ca0c03c9" providerId="ADAL" clId="{8AE3A369-E55C-4573-8F49-6E668EF80783}" dt="2024-07-04T03:16:49.220" v="10375" actId="165"/>
          <ac:spMkLst>
            <pc:docMk/>
            <pc:sldMk cId="1256059550" sldId="2147480831"/>
            <ac:spMk id="182" creationId="{7196C57E-D78B-E515-F1E1-EC3D446F3914}"/>
          </ac:spMkLst>
        </pc:spChg>
        <pc:spChg chg="mod topLvl">
          <ac:chgData name="Takeuchi, Koichiro" userId="b3848a05-443b-4434-8fa5-7398ca0c03c9" providerId="ADAL" clId="{8AE3A369-E55C-4573-8F49-6E668EF80783}" dt="2024-07-04T03:16:49.220" v="10375" actId="165"/>
          <ac:spMkLst>
            <pc:docMk/>
            <pc:sldMk cId="1256059550" sldId="2147480831"/>
            <ac:spMk id="183" creationId="{1A18D167-BC4A-F171-4B12-2CE48CBFEEBD}"/>
          </ac:spMkLst>
        </pc:spChg>
        <pc:spChg chg="mod topLvl">
          <ac:chgData name="Takeuchi, Koichiro" userId="b3848a05-443b-4434-8fa5-7398ca0c03c9" providerId="ADAL" clId="{8AE3A369-E55C-4573-8F49-6E668EF80783}" dt="2024-07-11T06:47:45.360" v="12306" actId="20577"/>
          <ac:spMkLst>
            <pc:docMk/>
            <pc:sldMk cId="1256059550" sldId="2147480831"/>
            <ac:spMk id="184" creationId="{07B6781A-0002-6C91-118A-9595F68C98A9}"/>
          </ac:spMkLst>
        </pc:spChg>
        <pc:spChg chg="mod topLvl">
          <ac:chgData name="Takeuchi, Koichiro" userId="b3848a05-443b-4434-8fa5-7398ca0c03c9" providerId="ADAL" clId="{8AE3A369-E55C-4573-8F49-6E668EF80783}" dt="2024-07-04T03:16:49.220" v="10375" actId="165"/>
          <ac:spMkLst>
            <pc:docMk/>
            <pc:sldMk cId="1256059550" sldId="2147480831"/>
            <ac:spMk id="185" creationId="{3090B859-B839-0E03-1FF5-529BE25B523D}"/>
          </ac:spMkLst>
        </pc:spChg>
        <pc:spChg chg="mod topLvl">
          <ac:chgData name="Takeuchi, Koichiro" userId="b3848a05-443b-4434-8fa5-7398ca0c03c9" providerId="ADAL" clId="{8AE3A369-E55C-4573-8F49-6E668EF80783}" dt="2024-07-04T03:16:49.220" v="10375" actId="165"/>
          <ac:spMkLst>
            <pc:docMk/>
            <pc:sldMk cId="1256059550" sldId="2147480831"/>
            <ac:spMk id="186" creationId="{F57B6D85-F5F5-2003-1A35-08ABD8FDC9F0}"/>
          </ac:spMkLst>
        </pc:spChg>
        <pc:spChg chg="mod topLvl">
          <ac:chgData name="Takeuchi, Koichiro" userId="b3848a05-443b-4434-8fa5-7398ca0c03c9" providerId="ADAL" clId="{8AE3A369-E55C-4573-8F49-6E668EF80783}" dt="2024-07-04T03:16:49.220" v="10375" actId="165"/>
          <ac:spMkLst>
            <pc:docMk/>
            <pc:sldMk cId="1256059550" sldId="2147480831"/>
            <ac:spMk id="187" creationId="{AA240F69-AE43-A9F6-02D9-3B3597305FD4}"/>
          </ac:spMkLst>
        </pc:spChg>
        <pc:spChg chg="mod topLvl">
          <ac:chgData name="Takeuchi, Koichiro" userId="b3848a05-443b-4434-8fa5-7398ca0c03c9" providerId="ADAL" clId="{8AE3A369-E55C-4573-8F49-6E668EF80783}" dt="2024-07-04T03:16:49.220" v="10375" actId="165"/>
          <ac:spMkLst>
            <pc:docMk/>
            <pc:sldMk cId="1256059550" sldId="2147480831"/>
            <ac:spMk id="188" creationId="{F4F321B6-A683-A81D-33EC-FA0B944FF201}"/>
          </ac:spMkLst>
        </pc:spChg>
        <pc:spChg chg="mod topLvl">
          <ac:chgData name="Takeuchi, Koichiro" userId="b3848a05-443b-4434-8fa5-7398ca0c03c9" providerId="ADAL" clId="{8AE3A369-E55C-4573-8F49-6E668EF80783}" dt="2024-07-04T03:16:49.220" v="10375" actId="165"/>
          <ac:spMkLst>
            <pc:docMk/>
            <pc:sldMk cId="1256059550" sldId="2147480831"/>
            <ac:spMk id="189" creationId="{E8F97E9A-8132-2D11-6001-9A3F3AECEF9F}"/>
          </ac:spMkLst>
        </pc:spChg>
        <pc:spChg chg="mod">
          <ac:chgData name="Takeuchi, Koichiro" userId="b3848a05-443b-4434-8fa5-7398ca0c03c9" providerId="ADAL" clId="{8AE3A369-E55C-4573-8F49-6E668EF80783}" dt="2024-07-11T07:05:30.106" v="12930" actId="20577"/>
          <ac:spMkLst>
            <pc:docMk/>
            <pc:sldMk cId="1256059550" sldId="2147480831"/>
            <ac:spMk id="208" creationId="{531F8940-1EFE-DA00-53F1-5015FAE21735}"/>
          </ac:spMkLst>
        </pc:spChg>
        <pc:spChg chg="mod">
          <ac:chgData name="Takeuchi, Koichiro" userId="b3848a05-443b-4434-8fa5-7398ca0c03c9" providerId="ADAL" clId="{8AE3A369-E55C-4573-8F49-6E668EF80783}" dt="2024-07-11T07:00:13.284" v="12810" actId="20577"/>
          <ac:spMkLst>
            <pc:docMk/>
            <pc:sldMk cId="1256059550" sldId="2147480831"/>
            <ac:spMk id="209" creationId="{30B282B6-9750-FA8B-6C51-A5917F777134}"/>
          </ac:spMkLst>
        </pc:spChg>
        <pc:spChg chg="mod">
          <ac:chgData name="Takeuchi, Koichiro" userId="b3848a05-443b-4434-8fa5-7398ca0c03c9" providerId="ADAL" clId="{8AE3A369-E55C-4573-8F49-6E668EF80783}" dt="2024-07-11T06:59:03.846" v="12714" actId="20577"/>
          <ac:spMkLst>
            <pc:docMk/>
            <pc:sldMk cId="1256059550" sldId="2147480831"/>
            <ac:spMk id="210" creationId="{35CE46D5-A796-E027-5CAC-CF70DF116A4B}"/>
          </ac:spMkLst>
        </pc:spChg>
        <pc:spChg chg="mod">
          <ac:chgData name="Takeuchi, Koichiro" userId="b3848a05-443b-4434-8fa5-7398ca0c03c9" providerId="ADAL" clId="{8AE3A369-E55C-4573-8F49-6E668EF80783}" dt="2024-07-11T06:59:29.389" v="12760" actId="20577"/>
          <ac:spMkLst>
            <pc:docMk/>
            <pc:sldMk cId="1256059550" sldId="2147480831"/>
            <ac:spMk id="211" creationId="{AFF9BE76-BCFA-CBD5-8E5B-971A0279D4FD}"/>
          </ac:spMkLst>
        </pc:spChg>
        <pc:spChg chg="mod">
          <ac:chgData name="Takeuchi, Koichiro" userId="b3848a05-443b-4434-8fa5-7398ca0c03c9" providerId="ADAL" clId="{8AE3A369-E55C-4573-8F49-6E668EF80783}" dt="2024-07-11T07:01:16.051" v="12878" actId="20577"/>
          <ac:spMkLst>
            <pc:docMk/>
            <pc:sldMk cId="1256059550" sldId="2147480831"/>
            <ac:spMk id="213" creationId="{4E7C820E-2345-BB83-143F-E8B2E618B28D}"/>
          </ac:spMkLst>
        </pc:spChg>
        <pc:spChg chg="mod">
          <ac:chgData name="Takeuchi, Koichiro" userId="b3848a05-443b-4434-8fa5-7398ca0c03c9" providerId="ADAL" clId="{8AE3A369-E55C-4573-8F49-6E668EF80783}" dt="2024-07-03T01:00:29.873" v="820" actId="20577"/>
          <ac:spMkLst>
            <pc:docMk/>
            <pc:sldMk cId="1256059550" sldId="2147480831"/>
            <ac:spMk id="214" creationId="{8912081A-38C7-6169-5113-49BD0264F6FF}"/>
          </ac:spMkLst>
        </pc:spChg>
        <pc:spChg chg="mod">
          <ac:chgData name="Takeuchi, Koichiro" userId="b3848a05-443b-4434-8fa5-7398ca0c03c9" providerId="ADAL" clId="{8AE3A369-E55C-4573-8F49-6E668EF80783}" dt="2024-07-11T07:01:30.726" v="12914" actId="20577"/>
          <ac:spMkLst>
            <pc:docMk/>
            <pc:sldMk cId="1256059550" sldId="2147480831"/>
            <ac:spMk id="215" creationId="{43FD22A2-8270-CE73-7B7D-6930666C3742}"/>
          </ac:spMkLst>
        </pc:spChg>
        <pc:spChg chg="mod">
          <ac:chgData name="Takeuchi, Koichiro" userId="b3848a05-443b-4434-8fa5-7398ca0c03c9" providerId="ADAL" clId="{8AE3A369-E55C-4573-8F49-6E668EF80783}" dt="2024-07-03T01:01:09.934" v="851" actId="20577"/>
          <ac:spMkLst>
            <pc:docMk/>
            <pc:sldMk cId="1256059550" sldId="2147480831"/>
            <ac:spMk id="217" creationId="{040B7B0C-2E0B-336E-FC0D-9741329C79D8}"/>
          </ac:spMkLst>
        </pc:spChg>
        <pc:spChg chg="mod topLvl">
          <ac:chgData name="Takeuchi, Koichiro" userId="b3848a05-443b-4434-8fa5-7398ca0c03c9" providerId="ADAL" clId="{8AE3A369-E55C-4573-8F49-6E668EF80783}" dt="2024-07-11T06:46:09.502" v="12062" actId="20577"/>
          <ac:spMkLst>
            <pc:docMk/>
            <pc:sldMk cId="1256059550" sldId="2147480831"/>
            <ac:spMk id="222" creationId="{35CDF988-BC75-346A-892B-F1012C18B7ED}"/>
          </ac:spMkLst>
        </pc:spChg>
        <pc:spChg chg="mod">
          <ac:chgData name="Takeuchi, Koichiro" userId="b3848a05-443b-4434-8fa5-7398ca0c03c9" providerId="ADAL" clId="{8AE3A369-E55C-4573-8F49-6E668EF80783}" dt="2024-07-11T07:00:41.409" v="12862" actId="20577"/>
          <ac:spMkLst>
            <pc:docMk/>
            <pc:sldMk cId="1256059550" sldId="2147480831"/>
            <ac:spMk id="224" creationId="{85BC9C2E-C34B-E93D-65E3-92129BE29BF3}"/>
          </ac:spMkLst>
        </pc:spChg>
        <pc:spChg chg="mod topLvl">
          <ac:chgData name="Takeuchi, Koichiro" userId="b3848a05-443b-4434-8fa5-7398ca0c03c9" providerId="ADAL" clId="{8AE3A369-E55C-4573-8F49-6E668EF80783}" dt="2024-07-04T03:16:49.220" v="10375" actId="165"/>
          <ac:spMkLst>
            <pc:docMk/>
            <pc:sldMk cId="1256059550" sldId="2147480831"/>
            <ac:spMk id="225" creationId="{513D32F9-642B-3EFA-3570-EFC5C5499E57}"/>
          </ac:spMkLst>
        </pc:spChg>
        <pc:spChg chg="mod">
          <ac:chgData name="Takeuchi, Koichiro" userId="b3848a05-443b-4434-8fa5-7398ca0c03c9" providerId="ADAL" clId="{8AE3A369-E55C-4573-8F49-6E668EF80783}" dt="2024-07-03T01:00:50.792" v="829" actId="20577"/>
          <ac:spMkLst>
            <pc:docMk/>
            <pc:sldMk cId="1256059550" sldId="2147480831"/>
            <ac:spMk id="227" creationId="{3791F0AB-B144-EA72-B581-3B967285A068}"/>
          </ac:spMkLst>
        </pc:spChg>
        <pc:spChg chg="mod topLvl">
          <ac:chgData name="Takeuchi, Koichiro" userId="b3848a05-443b-4434-8fa5-7398ca0c03c9" providerId="ADAL" clId="{8AE3A369-E55C-4573-8F49-6E668EF80783}" dt="2024-07-04T03:16:49.220" v="10375" actId="165"/>
          <ac:spMkLst>
            <pc:docMk/>
            <pc:sldMk cId="1256059550" sldId="2147480831"/>
            <ac:spMk id="251" creationId="{81507707-9F80-FF46-842A-73FC5851881F}"/>
          </ac:spMkLst>
        </pc:spChg>
        <pc:spChg chg="mod">
          <ac:chgData name="Takeuchi, Koichiro" userId="b3848a05-443b-4434-8fa5-7398ca0c03c9" providerId="ADAL" clId="{8AE3A369-E55C-4573-8F49-6E668EF80783}" dt="2024-07-04T03:16:49.220" v="10375" actId="165"/>
          <ac:spMkLst>
            <pc:docMk/>
            <pc:sldMk cId="1256059550" sldId="2147480831"/>
            <ac:spMk id="255" creationId="{8DF0C800-9480-1D55-C3A5-A90B83D54F6D}"/>
          </ac:spMkLst>
        </pc:spChg>
        <pc:spChg chg="mod topLvl">
          <ac:chgData name="Takeuchi, Koichiro" userId="b3848a05-443b-4434-8fa5-7398ca0c03c9" providerId="ADAL" clId="{8AE3A369-E55C-4573-8F49-6E668EF80783}" dt="2024-07-11T06:47:21.254" v="12248" actId="20577"/>
          <ac:spMkLst>
            <pc:docMk/>
            <pc:sldMk cId="1256059550" sldId="2147480831"/>
            <ac:spMk id="307" creationId="{A30F2A7E-74DF-AB94-8078-83D7E13CCB00}"/>
          </ac:spMkLst>
        </pc:spChg>
        <pc:spChg chg="mod">
          <ac:chgData name="Takeuchi, Koichiro" userId="b3848a05-443b-4434-8fa5-7398ca0c03c9" providerId="ADAL" clId="{8AE3A369-E55C-4573-8F49-6E668EF80783}" dt="2024-07-11T07:06:06.613" v="12990" actId="20577"/>
          <ac:spMkLst>
            <pc:docMk/>
            <pc:sldMk cId="1256059550" sldId="2147480831"/>
            <ac:spMk id="308" creationId="{48AD3ECE-2A9A-A9F8-0CBE-5B277B5774CE}"/>
          </ac:spMkLst>
        </pc:spChg>
        <pc:grpChg chg="del">
          <ac:chgData name="Takeuchi, Koichiro" userId="b3848a05-443b-4434-8fa5-7398ca0c03c9" providerId="ADAL" clId="{8AE3A369-E55C-4573-8F49-6E668EF80783}" dt="2024-07-03T00:57:01.966" v="696" actId="165"/>
          <ac:grpSpMkLst>
            <pc:docMk/>
            <pc:sldMk cId="1256059550" sldId="2147480831"/>
            <ac:grpSpMk id="3" creationId="{E7C2F6B4-B08F-1C31-681A-3B6EB5A30FD3}"/>
          </ac:grpSpMkLst>
        </pc:grpChg>
        <pc:grpChg chg="del">
          <ac:chgData name="Takeuchi, Koichiro" userId="b3848a05-443b-4434-8fa5-7398ca0c03c9" providerId="ADAL" clId="{8AE3A369-E55C-4573-8F49-6E668EF80783}" dt="2024-07-04T03:16:49.220" v="10375" actId="165"/>
          <ac:grpSpMkLst>
            <pc:docMk/>
            <pc:sldMk cId="1256059550" sldId="2147480831"/>
            <ac:grpSpMk id="6" creationId="{700CCA30-8242-5458-5993-8558AF2A708C}"/>
          </ac:grpSpMkLst>
        </pc:grpChg>
        <pc:grpChg chg="mod topLvl">
          <ac:chgData name="Takeuchi, Koichiro" userId="b3848a05-443b-4434-8fa5-7398ca0c03c9" providerId="ADAL" clId="{8AE3A369-E55C-4573-8F49-6E668EF80783}" dt="2024-07-04T03:16:49.220" v="10375" actId="165"/>
          <ac:grpSpMkLst>
            <pc:docMk/>
            <pc:sldMk cId="1256059550" sldId="2147480831"/>
            <ac:grpSpMk id="253" creationId="{57EDF151-EDB9-13C6-5073-717E1CB3AEBB}"/>
          </ac:grpSpMkLst>
        </pc:grpChg>
        <pc:picChg chg="add mod">
          <ac:chgData name="Takeuchi, Koichiro" userId="b3848a05-443b-4434-8fa5-7398ca0c03c9" providerId="ADAL" clId="{8AE3A369-E55C-4573-8F49-6E668EF80783}" dt="2024-07-03T00:57:06.029" v="698" actId="555"/>
          <ac:picMkLst>
            <pc:docMk/>
            <pc:sldMk cId="1256059550" sldId="2147480831"/>
            <ac:picMk id="8" creationId="{5D68DA90-B67E-55DC-F4BC-AD4AFF3E6148}"/>
          </ac:picMkLst>
        </pc:picChg>
        <pc:picChg chg="add mod">
          <ac:chgData name="Takeuchi, Koichiro" userId="b3848a05-443b-4434-8fa5-7398ca0c03c9" providerId="ADAL" clId="{8AE3A369-E55C-4573-8F49-6E668EF80783}" dt="2024-07-03T00:57:13.852" v="700" actId="555"/>
          <ac:picMkLst>
            <pc:docMk/>
            <pc:sldMk cId="1256059550" sldId="2147480831"/>
            <ac:picMk id="10" creationId="{BE5EFDB0-217F-F65B-CE02-B3E34096D7EA}"/>
          </ac:picMkLst>
        </pc:picChg>
        <pc:picChg chg="add mod">
          <ac:chgData name="Takeuchi, Koichiro" userId="b3848a05-443b-4434-8fa5-7398ca0c03c9" providerId="ADAL" clId="{8AE3A369-E55C-4573-8F49-6E668EF80783}" dt="2024-07-03T00:57:17.055" v="701" actId="553"/>
          <ac:picMkLst>
            <pc:docMk/>
            <pc:sldMk cId="1256059550" sldId="2147480831"/>
            <ac:picMk id="11" creationId="{6ACE522A-DB4F-19F1-338C-B761D0B2699E}"/>
          </ac:picMkLst>
        </pc:picChg>
        <pc:cxnChg chg="mod">
          <ac:chgData name="Takeuchi, Koichiro" userId="b3848a05-443b-4434-8fa5-7398ca0c03c9" providerId="ADAL" clId="{8AE3A369-E55C-4573-8F49-6E668EF80783}" dt="2024-07-03T00:57:17.055" v="701" actId="553"/>
          <ac:cxnSpMkLst>
            <pc:docMk/>
            <pc:sldMk cId="1256059550" sldId="2147480831"/>
            <ac:cxnSpMk id="22" creationId="{130F5DBF-645B-D8CF-3BD2-17554BC75219}"/>
          </ac:cxnSpMkLst>
        </pc:cxnChg>
        <pc:cxnChg chg="mod">
          <ac:chgData name="Takeuchi, Koichiro" userId="b3848a05-443b-4434-8fa5-7398ca0c03c9" providerId="ADAL" clId="{8AE3A369-E55C-4573-8F49-6E668EF80783}" dt="2024-07-03T00:57:06.029" v="698" actId="555"/>
          <ac:cxnSpMkLst>
            <pc:docMk/>
            <pc:sldMk cId="1256059550" sldId="2147480831"/>
            <ac:cxnSpMk id="23" creationId="{9A7CA008-4115-3C2A-02F7-6DD94000A43F}"/>
          </ac:cxnSpMkLst>
        </pc:cxnChg>
        <pc:cxnChg chg="mod">
          <ac:chgData name="Takeuchi, Koichiro" userId="b3848a05-443b-4434-8fa5-7398ca0c03c9" providerId="ADAL" clId="{8AE3A369-E55C-4573-8F49-6E668EF80783}" dt="2024-07-03T00:57:13.852" v="700" actId="555"/>
          <ac:cxnSpMkLst>
            <pc:docMk/>
            <pc:sldMk cId="1256059550" sldId="2147480831"/>
            <ac:cxnSpMk id="27" creationId="{DE7AA20C-F602-DBEA-0FB0-4C3CE1A0FA43}"/>
          </ac:cxnSpMkLst>
        </pc:cxnChg>
        <pc:cxnChg chg="mod">
          <ac:chgData name="Takeuchi, Koichiro" userId="b3848a05-443b-4434-8fa5-7398ca0c03c9" providerId="ADAL" clId="{8AE3A369-E55C-4573-8F49-6E668EF80783}" dt="2024-07-03T00:57:17.055" v="701" actId="553"/>
          <ac:cxnSpMkLst>
            <pc:docMk/>
            <pc:sldMk cId="1256059550" sldId="2147480831"/>
            <ac:cxnSpMk id="109" creationId="{3275AEDC-025C-4B1F-4533-4B10EE78329F}"/>
          </ac:cxnSpMkLst>
        </pc:cxnChg>
        <pc:cxnChg chg="mod">
          <ac:chgData name="Takeuchi, Koichiro" userId="b3848a05-443b-4434-8fa5-7398ca0c03c9" providerId="ADAL" clId="{8AE3A369-E55C-4573-8F49-6E668EF80783}" dt="2024-07-03T00:57:17.055" v="701" actId="553"/>
          <ac:cxnSpMkLst>
            <pc:docMk/>
            <pc:sldMk cId="1256059550" sldId="2147480831"/>
            <ac:cxnSpMk id="125" creationId="{8787CE3C-CA7A-A3BE-09AF-744A7190F664}"/>
          </ac:cxnSpMkLst>
        </pc:cxnChg>
        <pc:cxnChg chg="mod">
          <ac:chgData name="Takeuchi, Koichiro" userId="b3848a05-443b-4434-8fa5-7398ca0c03c9" providerId="ADAL" clId="{8AE3A369-E55C-4573-8F49-6E668EF80783}" dt="2024-07-03T00:57:13.852" v="700" actId="555"/>
          <ac:cxnSpMkLst>
            <pc:docMk/>
            <pc:sldMk cId="1256059550" sldId="2147480831"/>
            <ac:cxnSpMk id="139" creationId="{8DC7AD91-655E-054E-7D1E-D98A085B9247}"/>
          </ac:cxnSpMkLst>
        </pc:cxnChg>
        <pc:cxnChg chg="mod">
          <ac:chgData name="Takeuchi, Koichiro" userId="b3848a05-443b-4434-8fa5-7398ca0c03c9" providerId="ADAL" clId="{8AE3A369-E55C-4573-8F49-6E668EF80783}" dt="2024-07-03T00:57:13.852" v="700" actId="555"/>
          <ac:cxnSpMkLst>
            <pc:docMk/>
            <pc:sldMk cId="1256059550" sldId="2147480831"/>
            <ac:cxnSpMk id="143" creationId="{3D096BD8-6E6E-D250-30BE-A545DA8F82A5}"/>
          </ac:cxnSpMkLst>
        </pc:cxnChg>
        <pc:cxnChg chg="mod">
          <ac:chgData name="Takeuchi, Koichiro" userId="b3848a05-443b-4434-8fa5-7398ca0c03c9" providerId="ADAL" clId="{8AE3A369-E55C-4573-8F49-6E668EF80783}" dt="2024-07-03T00:57:06.029" v="698" actId="555"/>
          <ac:cxnSpMkLst>
            <pc:docMk/>
            <pc:sldMk cId="1256059550" sldId="2147480831"/>
            <ac:cxnSpMk id="166" creationId="{748D00FA-2792-8498-BF5D-97F9B7851A9B}"/>
          </ac:cxnSpMkLst>
        </pc:cxnChg>
        <pc:cxnChg chg="mod">
          <ac:chgData name="Takeuchi, Koichiro" userId="b3848a05-443b-4434-8fa5-7398ca0c03c9" providerId="ADAL" clId="{8AE3A369-E55C-4573-8F49-6E668EF80783}" dt="2024-07-03T00:57:06.029" v="698" actId="555"/>
          <ac:cxnSpMkLst>
            <pc:docMk/>
            <pc:sldMk cId="1256059550" sldId="2147480831"/>
            <ac:cxnSpMk id="170" creationId="{2ADDD7AE-3528-F939-719E-C0D38A3797CB}"/>
          </ac:cxnSpMkLst>
        </pc:cxnChg>
        <pc:cxnChg chg="mod">
          <ac:chgData name="Takeuchi, Koichiro" userId="b3848a05-443b-4434-8fa5-7398ca0c03c9" providerId="ADAL" clId="{8AE3A369-E55C-4573-8F49-6E668EF80783}" dt="2024-07-04T03:16:49.220" v="10375" actId="165"/>
          <ac:cxnSpMkLst>
            <pc:docMk/>
            <pc:sldMk cId="1256059550" sldId="2147480831"/>
            <ac:cxnSpMk id="254" creationId="{5C861572-EEC9-BBEF-2F11-DFB023AA7061}"/>
          </ac:cxnSpMkLst>
        </pc:cxnChg>
      </pc:sldChg>
      <pc:sldChg chg="addSp delSp modSp del mod">
        <pc:chgData name="Takeuchi, Koichiro" userId="b3848a05-443b-4434-8fa5-7398ca0c03c9" providerId="ADAL" clId="{8AE3A369-E55C-4573-8F49-6E668EF80783}" dt="2024-07-11T23:28:30.504" v="17527" actId="47"/>
        <pc:sldMkLst>
          <pc:docMk/>
          <pc:sldMk cId="3440771626" sldId="2147480832"/>
        </pc:sldMkLst>
        <pc:spChg chg="add mod">
          <ac:chgData name="Takeuchi, Koichiro" userId="b3848a05-443b-4434-8fa5-7398ca0c03c9" providerId="ADAL" clId="{8AE3A369-E55C-4573-8F49-6E668EF80783}" dt="2024-07-11T07:08:41.544" v="13097" actId="20577"/>
          <ac:spMkLst>
            <pc:docMk/>
            <pc:sldMk cId="3440771626" sldId="2147480832"/>
            <ac:spMk id="6" creationId="{90EE92DB-DBB3-C63E-C631-8747CA2DC46E}"/>
          </ac:spMkLst>
        </pc:spChg>
        <pc:spChg chg="add mod">
          <ac:chgData name="Takeuchi, Koichiro" userId="b3848a05-443b-4434-8fa5-7398ca0c03c9" providerId="ADAL" clId="{8AE3A369-E55C-4573-8F49-6E668EF80783}" dt="2024-07-11T07:11:30.483" v="13176" actId="1076"/>
          <ac:spMkLst>
            <pc:docMk/>
            <pc:sldMk cId="3440771626" sldId="2147480832"/>
            <ac:spMk id="8" creationId="{E1B1D180-8A6C-7442-250A-CC4087A6B9D5}"/>
          </ac:spMkLst>
        </pc:spChg>
        <pc:spChg chg="mod">
          <ac:chgData name="Takeuchi, Koichiro" userId="b3848a05-443b-4434-8fa5-7398ca0c03c9" providerId="ADAL" clId="{8AE3A369-E55C-4573-8F49-6E668EF80783}" dt="2024-07-03T01:09:04.111" v="872" actId="20577"/>
          <ac:spMkLst>
            <pc:docMk/>
            <pc:sldMk cId="3440771626" sldId="2147480832"/>
            <ac:spMk id="9" creationId="{B86D8330-0B1A-E587-FA07-0AAE4A76EC6B}"/>
          </ac:spMkLst>
        </pc:spChg>
        <pc:spChg chg="add del mod">
          <ac:chgData name="Takeuchi, Koichiro" userId="b3848a05-443b-4434-8fa5-7398ca0c03c9" providerId="ADAL" clId="{8AE3A369-E55C-4573-8F49-6E668EF80783}" dt="2024-07-11T07:10:20.474" v="13100" actId="478"/>
          <ac:spMkLst>
            <pc:docMk/>
            <pc:sldMk cId="3440771626" sldId="2147480832"/>
            <ac:spMk id="11" creationId="{D376799E-BBF7-F544-CFA1-BFB4EB99088D}"/>
          </ac:spMkLst>
        </pc:spChg>
        <pc:spChg chg="add mod">
          <ac:chgData name="Takeuchi, Koichiro" userId="b3848a05-443b-4434-8fa5-7398ca0c03c9" providerId="ADAL" clId="{8AE3A369-E55C-4573-8F49-6E668EF80783}" dt="2024-07-11T07:11:52.878" v="13221" actId="14100"/>
          <ac:spMkLst>
            <pc:docMk/>
            <pc:sldMk cId="3440771626" sldId="2147480832"/>
            <ac:spMk id="21" creationId="{A4DE7A8D-6B64-4CED-DAF5-F1F1D2D469D9}"/>
          </ac:spMkLst>
        </pc:spChg>
        <pc:spChg chg="add mod">
          <ac:chgData name="Takeuchi, Koichiro" userId="b3848a05-443b-4434-8fa5-7398ca0c03c9" providerId="ADAL" clId="{8AE3A369-E55C-4573-8F49-6E668EF80783}" dt="2024-07-11T07:17:15.620" v="13614" actId="1037"/>
          <ac:spMkLst>
            <pc:docMk/>
            <pc:sldMk cId="3440771626" sldId="2147480832"/>
            <ac:spMk id="26" creationId="{1DA32650-B045-D9BC-3CCD-DDEEDB2D602D}"/>
          </ac:spMkLst>
        </pc:spChg>
        <pc:spChg chg="add mod">
          <ac:chgData name="Takeuchi, Koichiro" userId="b3848a05-443b-4434-8fa5-7398ca0c03c9" providerId="ADAL" clId="{8AE3A369-E55C-4573-8F49-6E668EF80783}" dt="2024-07-11T07:17:15.620" v="13614" actId="1037"/>
          <ac:spMkLst>
            <pc:docMk/>
            <pc:sldMk cId="3440771626" sldId="2147480832"/>
            <ac:spMk id="28" creationId="{0EDA5138-D410-C67E-2E37-6B97332AEEAC}"/>
          </ac:spMkLst>
        </pc:spChg>
        <pc:spChg chg="add mod">
          <ac:chgData name="Takeuchi, Koichiro" userId="b3848a05-443b-4434-8fa5-7398ca0c03c9" providerId="ADAL" clId="{8AE3A369-E55C-4573-8F49-6E668EF80783}" dt="2024-07-11T07:17:15.620" v="13614" actId="1037"/>
          <ac:spMkLst>
            <pc:docMk/>
            <pc:sldMk cId="3440771626" sldId="2147480832"/>
            <ac:spMk id="29" creationId="{978C9B17-67C8-E6DD-A757-00973BE33D30}"/>
          </ac:spMkLst>
        </pc:spChg>
        <pc:spChg chg="add mod">
          <ac:chgData name="Takeuchi, Koichiro" userId="b3848a05-443b-4434-8fa5-7398ca0c03c9" providerId="ADAL" clId="{8AE3A369-E55C-4573-8F49-6E668EF80783}" dt="2024-07-11T07:17:23.929" v="13631" actId="20577"/>
          <ac:spMkLst>
            <pc:docMk/>
            <pc:sldMk cId="3440771626" sldId="2147480832"/>
            <ac:spMk id="30" creationId="{DC79760C-355C-E00E-F8C9-BF089296F00E}"/>
          </ac:spMkLst>
        </pc:spChg>
        <pc:spChg chg="add mod">
          <ac:chgData name="Takeuchi, Koichiro" userId="b3848a05-443b-4434-8fa5-7398ca0c03c9" providerId="ADAL" clId="{8AE3A369-E55C-4573-8F49-6E668EF80783}" dt="2024-07-11T07:17:15.620" v="13614" actId="1037"/>
          <ac:spMkLst>
            <pc:docMk/>
            <pc:sldMk cId="3440771626" sldId="2147480832"/>
            <ac:spMk id="31" creationId="{F9C953D7-060B-4103-0A38-78D36EFCE9DF}"/>
          </ac:spMkLst>
        </pc:spChg>
        <pc:spChg chg="add mod">
          <ac:chgData name="Takeuchi, Koichiro" userId="b3848a05-443b-4434-8fa5-7398ca0c03c9" providerId="ADAL" clId="{8AE3A369-E55C-4573-8F49-6E668EF80783}" dt="2024-07-11T07:17:15.620" v="13614" actId="1037"/>
          <ac:spMkLst>
            <pc:docMk/>
            <pc:sldMk cId="3440771626" sldId="2147480832"/>
            <ac:spMk id="32" creationId="{EA3D5716-DA44-36C3-FC91-611D3BEF2DC1}"/>
          </ac:spMkLst>
        </pc:spChg>
        <pc:spChg chg="add mod">
          <ac:chgData name="Takeuchi, Koichiro" userId="b3848a05-443b-4434-8fa5-7398ca0c03c9" providerId="ADAL" clId="{8AE3A369-E55C-4573-8F49-6E668EF80783}" dt="2024-07-11T07:17:15.620" v="13614" actId="1037"/>
          <ac:spMkLst>
            <pc:docMk/>
            <pc:sldMk cId="3440771626" sldId="2147480832"/>
            <ac:spMk id="33" creationId="{42702711-B423-8CC4-51E5-EA10A15B4813}"/>
          </ac:spMkLst>
        </pc:spChg>
        <pc:spChg chg="mod">
          <ac:chgData name="Takeuchi, Koichiro" userId="b3848a05-443b-4434-8fa5-7398ca0c03c9" providerId="ADAL" clId="{8AE3A369-E55C-4573-8F49-6E668EF80783}" dt="2024-07-11T07:11:35.712" v="13218" actId="1038"/>
          <ac:spMkLst>
            <pc:docMk/>
            <pc:sldMk cId="3440771626" sldId="2147480832"/>
            <ac:spMk id="37" creationId="{78CE2519-3690-9D0C-EBDA-40E10BFFA4B6}"/>
          </ac:spMkLst>
        </pc:spChg>
        <pc:spChg chg="mod">
          <ac:chgData name="Takeuchi, Koichiro" userId="b3848a05-443b-4434-8fa5-7398ca0c03c9" providerId="ADAL" clId="{8AE3A369-E55C-4573-8F49-6E668EF80783}" dt="2024-07-11T07:13:42.673" v="13243" actId="20577"/>
          <ac:spMkLst>
            <pc:docMk/>
            <pc:sldMk cId="3440771626" sldId="2147480832"/>
            <ac:spMk id="38" creationId="{5DEB7BA9-9E32-B9D5-263B-C3DB1357F0A4}"/>
          </ac:spMkLst>
        </pc:spChg>
        <pc:spChg chg="mod">
          <ac:chgData name="Takeuchi, Koichiro" userId="b3848a05-443b-4434-8fa5-7398ca0c03c9" providerId="ADAL" clId="{8AE3A369-E55C-4573-8F49-6E668EF80783}" dt="2024-07-11T07:11:35.712" v="13218" actId="1038"/>
          <ac:spMkLst>
            <pc:docMk/>
            <pc:sldMk cId="3440771626" sldId="2147480832"/>
            <ac:spMk id="39" creationId="{80627AC9-02C1-4AD6-42AA-2390DD110274}"/>
          </ac:spMkLst>
        </pc:spChg>
        <pc:spChg chg="del mod">
          <ac:chgData name="Takeuchi, Koichiro" userId="b3848a05-443b-4434-8fa5-7398ca0c03c9" providerId="ADAL" clId="{8AE3A369-E55C-4573-8F49-6E668EF80783}" dt="2024-07-11T07:10:20.474" v="13100" actId="478"/>
          <ac:spMkLst>
            <pc:docMk/>
            <pc:sldMk cId="3440771626" sldId="2147480832"/>
            <ac:spMk id="40" creationId="{85C6D18A-C021-EB48-F30E-47ADFA9791B9}"/>
          </ac:spMkLst>
        </pc:spChg>
        <pc:spChg chg="del mod">
          <ac:chgData name="Takeuchi, Koichiro" userId="b3848a05-443b-4434-8fa5-7398ca0c03c9" providerId="ADAL" clId="{8AE3A369-E55C-4573-8F49-6E668EF80783}" dt="2024-07-11T07:10:20.474" v="13100" actId="478"/>
          <ac:spMkLst>
            <pc:docMk/>
            <pc:sldMk cId="3440771626" sldId="2147480832"/>
            <ac:spMk id="41" creationId="{ED086DC3-4B3A-142A-7F46-60A4CEC174BC}"/>
          </ac:spMkLst>
        </pc:spChg>
        <pc:spChg chg="del mod">
          <ac:chgData name="Takeuchi, Koichiro" userId="b3848a05-443b-4434-8fa5-7398ca0c03c9" providerId="ADAL" clId="{8AE3A369-E55C-4573-8F49-6E668EF80783}" dt="2024-07-11T07:10:20.474" v="13100" actId="478"/>
          <ac:spMkLst>
            <pc:docMk/>
            <pc:sldMk cId="3440771626" sldId="2147480832"/>
            <ac:spMk id="42" creationId="{B8080A17-2410-D0B5-BAB5-06262A35607F}"/>
          </ac:spMkLst>
        </pc:spChg>
        <pc:spChg chg="del mod">
          <ac:chgData name="Takeuchi, Koichiro" userId="b3848a05-443b-4434-8fa5-7398ca0c03c9" providerId="ADAL" clId="{8AE3A369-E55C-4573-8F49-6E668EF80783}" dt="2024-07-11T07:10:20.474" v="13100" actId="478"/>
          <ac:spMkLst>
            <pc:docMk/>
            <pc:sldMk cId="3440771626" sldId="2147480832"/>
            <ac:spMk id="43" creationId="{0A9FC8A7-B932-2551-075A-B7962C8FA380}"/>
          </ac:spMkLst>
        </pc:spChg>
        <pc:spChg chg="del mod">
          <ac:chgData name="Takeuchi, Koichiro" userId="b3848a05-443b-4434-8fa5-7398ca0c03c9" providerId="ADAL" clId="{8AE3A369-E55C-4573-8F49-6E668EF80783}" dt="2024-07-11T07:10:20.474" v="13100" actId="478"/>
          <ac:spMkLst>
            <pc:docMk/>
            <pc:sldMk cId="3440771626" sldId="2147480832"/>
            <ac:spMk id="48" creationId="{CECBC456-FFEF-6176-F4CA-C75F5D0B31EA}"/>
          </ac:spMkLst>
        </pc:spChg>
        <pc:spChg chg="del mod">
          <ac:chgData name="Takeuchi, Koichiro" userId="b3848a05-443b-4434-8fa5-7398ca0c03c9" providerId="ADAL" clId="{8AE3A369-E55C-4573-8F49-6E668EF80783}" dt="2024-07-11T07:10:20.474" v="13100" actId="478"/>
          <ac:spMkLst>
            <pc:docMk/>
            <pc:sldMk cId="3440771626" sldId="2147480832"/>
            <ac:spMk id="53" creationId="{D64545CF-0FDC-31D7-C419-55F774764529}"/>
          </ac:spMkLst>
        </pc:spChg>
        <pc:spChg chg="mod">
          <ac:chgData name="Takeuchi, Koichiro" userId="b3848a05-443b-4434-8fa5-7398ca0c03c9" providerId="ADAL" clId="{8AE3A369-E55C-4573-8F49-6E668EF80783}" dt="2024-07-03T10:47:49.536" v="6392" actId="1582"/>
          <ac:spMkLst>
            <pc:docMk/>
            <pc:sldMk cId="3440771626" sldId="2147480832"/>
            <ac:spMk id="57" creationId="{8CB8B048-6EAE-0492-6BF5-326113B693F2}"/>
          </ac:spMkLst>
        </pc:spChg>
        <pc:spChg chg="mod">
          <ac:chgData name="Takeuchi, Koichiro" userId="b3848a05-443b-4434-8fa5-7398ca0c03c9" providerId="ADAL" clId="{8AE3A369-E55C-4573-8F49-6E668EF80783}" dt="2024-07-03T01:09:26.591" v="877" actId="164"/>
          <ac:spMkLst>
            <pc:docMk/>
            <pc:sldMk cId="3440771626" sldId="2147480832"/>
            <ac:spMk id="58" creationId="{AABD8749-57B8-AF52-1FB7-26C4A59ED276}"/>
          </ac:spMkLst>
        </pc:spChg>
        <pc:spChg chg="mod">
          <ac:chgData name="Takeuchi, Koichiro" userId="b3848a05-443b-4434-8fa5-7398ca0c03c9" providerId="ADAL" clId="{8AE3A369-E55C-4573-8F49-6E668EF80783}" dt="2024-07-03T01:09:26.591" v="877" actId="164"/>
          <ac:spMkLst>
            <pc:docMk/>
            <pc:sldMk cId="3440771626" sldId="2147480832"/>
            <ac:spMk id="59" creationId="{6001F6B1-87D8-4D8B-EC90-8427622B5573}"/>
          </ac:spMkLst>
        </pc:spChg>
        <pc:spChg chg="mod">
          <ac:chgData name="Takeuchi, Koichiro" userId="b3848a05-443b-4434-8fa5-7398ca0c03c9" providerId="ADAL" clId="{8AE3A369-E55C-4573-8F49-6E668EF80783}" dt="2024-07-03T01:09:26.591" v="877" actId="164"/>
          <ac:spMkLst>
            <pc:docMk/>
            <pc:sldMk cId="3440771626" sldId="2147480832"/>
            <ac:spMk id="60" creationId="{A5C6F4A6-C728-042C-D90A-E5F90C3F2832}"/>
          </ac:spMkLst>
        </pc:spChg>
        <pc:spChg chg="mod">
          <ac:chgData name="Takeuchi, Koichiro" userId="b3848a05-443b-4434-8fa5-7398ca0c03c9" providerId="ADAL" clId="{8AE3A369-E55C-4573-8F49-6E668EF80783}" dt="2024-07-03T01:09:26.591" v="877" actId="164"/>
          <ac:spMkLst>
            <pc:docMk/>
            <pc:sldMk cId="3440771626" sldId="2147480832"/>
            <ac:spMk id="66" creationId="{5ABF45A9-CCB1-66DA-C124-C0E52D599EA6}"/>
          </ac:spMkLst>
        </pc:spChg>
        <pc:spChg chg="mod">
          <ac:chgData name="Takeuchi, Koichiro" userId="b3848a05-443b-4434-8fa5-7398ca0c03c9" providerId="ADAL" clId="{8AE3A369-E55C-4573-8F49-6E668EF80783}" dt="2024-07-03T01:09:26.591" v="877" actId="164"/>
          <ac:spMkLst>
            <pc:docMk/>
            <pc:sldMk cId="3440771626" sldId="2147480832"/>
            <ac:spMk id="67" creationId="{886FD268-E29F-3C85-6C72-CD6DC97276EB}"/>
          </ac:spMkLst>
        </pc:spChg>
        <pc:spChg chg="mod">
          <ac:chgData name="Takeuchi, Koichiro" userId="b3848a05-443b-4434-8fa5-7398ca0c03c9" providerId="ADAL" clId="{8AE3A369-E55C-4573-8F49-6E668EF80783}" dt="2024-07-03T01:09:26.591" v="877" actId="164"/>
          <ac:spMkLst>
            <pc:docMk/>
            <pc:sldMk cId="3440771626" sldId="2147480832"/>
            <ac:spMk id="68" creationId="{E52D3180-113A-9911-EA73-5CFAAAED888F}"/>
          </ac:spMkLst>
        </pc:spChg>
        <pc:spChg chg="del">
          <ac:chgData name="Takeuchi, Koichiro" userId="b3848a05-443b-4434-8fa5-7398ca0c03c9" providerId="ADAL" clId="{8AE3A369-E55C-4573-8F49-6E668EF80783}" dt="2024-07-11T07:10:13.440" v="13099" actId="478"/>
          <ac:spMkLst>
            <pc:docMk/>
            <pc:sldMk cId="3440771626" sldId="2147480832"/>
            <ac:spMk id="73" creationId="{24229A36-26B6-143E-63E1-F8AF144C6AC1}"/>
          </ac:spMkLst>
        </pc:spChg>
        <pc:spChg chg="mod">
          <ac:chgData name="Takeuchi, Koichiro" userId="b3848a05-443b-4434-8fa5-7398ca0c03c9" providerId="ADAL" clId="{8AE3A369-E55C-4573-8F49-6E668EF80783}" dt="2024-07-11T07:13:19.435" v="13237" actId="14100"/>
          <ac:spMkLst>
            <pc:docMk/>
            <pc:sldMk cId="3440771626" sldId="2147480832"/>
            <ac:spMk id="74" creationId="{C3E3AD82-E1D5-D1A1-56BB-1922A92AC7BD}"/>
          </ac:spMkLst>
        </pc:spChg>
        <pc:spChg chg="del mod topLvl">
          <ac:chgData name="Takeuchi, Koichiro" userId="b3848a05-443b-4434-8fa5-7398ca0c03c9" providerId="ADAL" clId="{8AE3A369-E55C-4573-8F49-6E668EF80783}" dt="2024-07-11T06:50:49.950" v="12315" actId="478"/>
          <ac:spMkLst>
            <pc:docMk/>
            <pc:sldMk cId="3440771626" sldId="2147480832"/>
            <ac:spMk id="178" creationId="{2B563CE4-997C-0671-1FC0-EF6FB12FF81E}"/>
          </ac:spMkLst>
        </pc:spChg>
        <pc:spChg chg="del mod topLvl">
          <ac:chgData name="Takeuchi, Koichiro" userId="b3848a05-443b-4434-8fa5-7398ca0c03c9" providerId="ADAL" clId="{8AE3A369-E55C-4573-8F49-6E668EF80783}" dt="2024-07-11T06:50:49.950" v="12315" actId="478"/>
          <ac:spMkLst>
            <pc:docMk/>
            <pc:sldMk cId="3440771626" sldId="2147480832"/>
            <ac:spMk id="179" creationId="{662C7231-C89D-AD70-52F5-24E6573A6A5A}"/>
          </ac:spMkLst>
        </pc:spChg>
        <pc:spChg chg="del mod topLvl">
          <ac:chgData name="Takeuchi, Koichiro" userId="b3848a05-443b-4434-8fa5-7398ca0c03c9" providerId="ADAL" clId="{8AE3A369-E55C-4573-8F49-6E668EF80783}" dt="2024-07-11T06:50:49.950" v="12315" actId="478"/>
          <ac:spMkLst>
            <pc:docMk/>
            <pc:sldMk cId="3440771626" sldId="2147480832"/>
            <ac:spMk id="181" creationId="{7CC81AB1-594D-AFC0-78BD-DD4119777380}"/>
          </ac:spMkLst>
        </pc:spChg>
        <pc:spChg chg="del mod topLvl">
          <ac:chgData name="Takeuchi, Koichiro" userId="b3848a05-443b-4434-8fa5-7398ca0c03c9" providerId="ADAL" clId="{8AE3A369-E55C-4573-8F49-6E668EF80783}" dt="2024-07-11T06:50:49.950" v="12315" actId="478"/>
          <ac:spMkLst>
            <pc:docMk/>
            <pc:sldMk cId="3440771626" sldId="2147480832"/>
            <ac:spMk id="182" creationId="{7196C57E-D78B-E515-F1E1-EC3D446F3914}"/>
          </ac:spMkLst>
        </pc:spChg>
        <pc:spChg chg="del mod topLvl">
          <ac:chgData name="Takeuchi, Koichiro" userId="b3848a05-443b-4434-8fa5-7398ca0c03c9" providerId="ADAL" clId="{8AE3A369-E55C-4573-8F49-6E668EF80783}" dt="2024-07-11T06:50:49.950" v="12315" actId="478"/>
          <ac:spMkLst>
            <pc:docMk/>
            <pc:sldMk cId="3440771626" sldId="2147480832"/>
            <ac:spMk id="183" creationId="{1A18D167-BC4A-F171-4B12-2CE48CBFEEBD}"/>
          </ac:spMkLst>
        </pc:spChg>
        <pc:spChg chg="del mod topLvl">
          <ac:chgData name="Takeuchi, Koichiro" userId="b3848a05-443b-4434-8fa5-7398ca0c03c9" providerId="ADAL" clId="{8AE3A369-E55C-4573-8F49-6E668EF80783}" dt="2024-07-11T06:50:49.950" v="12315" actId="478"/>
          <ac:spMkLst>
            <pc:docMk/>
            <pc:sldMk cId="3440771626" sldId="2147480832"/>
            <ac:spMk id="184" creationId="{07B6781A-0002-6C91-118A-9595F68C98A9}"/>
          </ac:spMkLst>
        </pc:spChg>
        <pc:spChg chg="del mod topLvl">
          <ac:chgData name="Takeuchi, Koichiro" userId="b3848a05-443b-4434-8fa5-7398ca0c03c9" providerId="ADAL" clId="{8AE3A369-E55C-4573-8F49-6E668EF80783}" dt="2024-07-11T06:50:49.950" v="12315" actId="478"/>
          <ac:spMkLst>
            <pc:docMk/>
            <pc:sldMk cId="3440771626" sldId="2147480832"/>
            <ac:spMk id="185" creationId="{3090B859-B839-0E03-1FF5-529BE25B523D}"/>
          </ac:spMkLst>
        </pc:spChg>
        <pc:spChg chg="del mod topLvl">
          <ac:chgData name="Takeuchi, Koichiro" userId="b3848a05-443b-4434-8fa5-7398ca0c03c9" providerId="ADAL" clId="{8AE3A369-E55C-4573-8F49-6E668EF80783}" dt="2024-07-11T06:50:49.950" v="12315" actId="478"/>
          <ac:spMkLst>
            <pc:docMk/>
            <pc:sldMk cId="3440771626" sldId="2147480832"/>
            <ac:spMk id="186" creationId="{F57B6D85-F5F5-2003-1A35-08ABD8FDC9F0}"/>
          </ac:spMkLst>
        </pc:spChg>
        <pc:spChg chg="del mod topLvl">
          <ac:chgData name="Takeuchi, Koichiro" userId="b3848a05-443b-4434-8fa5-7398ca0c03c9" providerId="ADAL" clId="{8AE3A369-E55C-4573-8F49-6E668EF80783}" dt="2024-07-11T06:50:49.950" v="12315" actId="478"/>
          <ac:spMkLst>
            <pc:docMk/>
            <pc:sldMk cId="3440771626" sldId="2147480832"/>
            <ac:spMk id="187" creationId="{AA240F69-AE43-A9F6-02D9-3B3597305FD4}"/>
          </ac:spMkLst>
        </pc:spChg>
        <pc:spChg chg="del mod topLvl">
          <ac:chgData name="Takeuchi, Koichiro" userId="b3848a05-443b-4434-8fa5-7398ca0c03c9" providerId="ADAL" clId="{8AE3A369-E55C-4573-8F49-6E668EF80783}" dt="2024-07-11T06:50:49.950" v="12315" actId="478"/>
          <ac:spMkLst>
            <pc:docMk/>
            <pc:sldMk cId="3440771626" sldId="2147480832"/>
            <ac:spMk id="188" creationId="{F4F321B6-A683-A81D-33EC-FA0B944FF201}"/>
          </ac:spMkLst>
        </pc:spChg>
        <pc:spChg chg="del mod topLvl">
          <ac:chgData name="Takeuchi, Koichiro" userId="b3848a05-443b-4434-8fa5-7398ca0c03c9" providerId="ADAL" clId="{8AE3A369-E55C-4573-8F49-6E668EF80783}" dt="2024-07-11T06:50:49.950" v="12315" actId="478"/>
          <ac:spMkLst>
            <pc:docMk/>
            <pc:sldMk cId="3440771626" sldId="2147480832"/>
            <ac:spMk id="189" creationId="{E8F97E9A-8132-2D11-6001-9A3F3AECEF9F}"/>
          </ac:spMkLst>
        </pc:spChg>
        <pc:spChg chg="del mod topLvl">
          <ac:chgData name="Takeuchi, Koichiro" userId="b3848a05-443b-4434-8fa5-7398ca0c03c9" providerId="ADAL" clId="{8AE3A369-E55C-4573-8F49-6E668EF80783}" dt="2024-07-11T06:50:49.950" v="12315" actId="478"/>
          <ac:spMkLst>
            <pc:docMk/>
            <pc:sldMk cId="3440771626" sldId="2147480832"/>
            <ac:spMk id="222" creationId="{35CDF988-BC75-346A-892B-F1012C18B7ED}"/>
          </ac:spMkLst>
        </pc:spChg>
        <pc:spChg chg="del mod topLvl">
          <ac:chgData name="Takeuchi, Koichiro" userId="b3848a05-443b-4434-8fa5-7398ca0c03c9" providerId="ADAL" clId="{8AE3A369-E55C-4573-8F49-6E668EF80783}" dt="2024-07-11T06:50:49.950" v="12315" actId="478"/>
          <ac:spMkLst>
            <pc:docMk/>
            <pc:sldMk cId="3440771626" sldId="2147480832"/>
            <ac:spMk id="225" creationId="{513D32F9-642B-3EFA-3570-EFC5C5499E57}"/>
          </ac:spMkLst>
        </pc:spChg>
        <pc:spChg chg="del mod topLvl">
          <ac:chgData name="Takeuchi, Koichiro" userId="b3848a05-443b-4434-8fa5-7398ca0c03c9" providerId="ADAL" clId="{8AE3A369-E55C-4573-8F49-6E668EF80783}" dt="2024-07-11T06:50:49.950" v="12315" actId="478"/>
          <ac:spMkLst>
            <pc:docMk/>
            <pc:sldMk cId="3440771626" sldId="2147480832"/>
            <ac:spMk id="251" creationId="{81507707-9F80-FF46-842A-73FC5851881F}"/>
          </ac:spMkLst>
        </pc:spChg>
        <pc:spChg chg="mod">
          <ac:chgData name="Takeuchi, Koichiro" userId="b3848a05-443b-4434-8fa5-7398ca0c03c9" providerId="ADAL" clId="{8AE3A369-E55C-4573-8F49-6E668EF80783}" dt="2024-07-03T01:24:30.928" v="1787" actId="165"/>
          <ac:spMkLst>
            <pc:docMk/>
            <pc:sldMk cId="3440771626" sldId="2147480832"/>
            <ac:spMk id="255" creationId="{8DF0C800-9480-1D55-C3A5-A90B83D54F6D}"/>
          </ac:spMkLst>
        </pc:spChg>
        <pc:spChg chg="del mod topLvl">
          <ac:chgData name="Takeuchi, Koichiro" userId="b3848a05-443b-4434-8fa5-7398ca0c03c9" providerId="ADAL" clId="{8AE3A369-E55C-4573-8F49-6E668EF80783}" dt="2024-07-11T06:50:49.950" v="12315" actId="478"/>
          <ac:spMkLst>
            <pc:docMk/>
            <pc:sldMk cId="3440771626" sldId="2147480832"/>
            <ac:spMk id="307" creationId="{A30F2A7E-74DF-AB94-8078-83D7E13CCB00}"/>
          </ac:spMkLst>
        </pc:spChg>
        <pc:grpChg chg="mod">
          <ac:chgData name="Takeuchi, Koichiro" userId="b3848a05-443b-4434-8fa5-7398ca0c03c9" providerId="ADAL" clId="{8AE3A369-E55C-4573-8F49-6E668EF80783}" dt="2024-07-11T07:10:33.893" v="13165" actId="408"/>
          <ac:grpSpMkLst>
            <pc:docMk/>
            <pc:sldMk cId="3440771626" sldId="2147480832"/>
            <ac:grpSpMk id="3" creationId="{E7C2F6B4-B08F-1C31-681A-3B6EB5A30FD3}"/>
          </ac:grpSpMkLst>
        </pc:grpChg>
        <pc:grpChg chg="del">
          <ac:chgData name="Takeuchi, Koichiro" userId="b3848a05-443b-4434-8fa5-7398ca0c03c9" providerId="ADAL" clId="{8AE3A369-E55C-4573-8F49-6E668EF80783}" dt="2024-07-03T01:24:30.928" v="1787" actId="165"/>
          <ac:grpSpMkLst>
            <pc:docMk/>
            <pc:sldMk cId="3440771626" sldId="2147480832"/>
            <ac:grpSpMk id="6" creationId="{700CCA30-8242-5458-5993-8558AF2A708C}"/>
          </ac:grpSpMkLst>
        </pc:grpChg>
        <pc:grpChg chg="add mod">
          <ac:chgData name="Takeuchi, Koichiro" userId="b3848a05-443b-4434-8fa5-7398ca0c03c9" providerId="ADAL" clId="{8AE3A369-E55C-4573-8F49-6E668EF80783}" dt="2024-07-03T01:09:32.204" v="882" actId="1035"/>
          <ac:grpSpMkLst>
            <pc:docMk/>
            <pc:sldMk cId="3440771626" sldId="2147480832"/>
            <ac:grpSpMk id="7" creationId="{E336E46D-2C2A-708A-9009-89BDEB85DDBC}"/>
          </ac:grpSpMkLst>
        </pc:grpChg>
        <pc:grpChg chg="mod">
          <ac:chgData name="Takeuchi, Koichiro" userId="b3848a05-443b-4434-8fa5-7398ca0c03c9" providerId="ADAL" clId="{8AE3A369-E55C-4573-8F49-6E668EF80783}" dt="2024-07-11T07:10:28.316" v="13164" actId="1038"/>
          <ac:grpSpMkLst>
            <pc:docMk/>
            <pc:sldMk cId="3440771626" sldId="2147480832"/>
            <ac:grpSpMk id="25" creationId="{2A54FA47-0E35-1A7B-2118-B7581D0D08E2}"/>
          </ac:grpSpMkLst>
        </pc:grpChg>
        <pc:grpChg chg="mod">
          <ac:chgData name="Takeuchi, Koichiro" userId="b3848a05-443b-4434-8fa5-7398ca0c03c9" providerId="ADAL" clId="{8AE3A369-E55C-4573-8F49-6E668EF80783}" dt="2024-07-11T07:11:22.391" v="13173" actId="14100"/>
          <ac:grpSpMkLst>
            <pc:docMk/>
            <pc:sldMk cId="3440771626" sldId="2147480832"/>
            <ac:grpSpMk id="44" creationId="{0268E6E6-0163-7AB8-FE04-4731C4A726D4}"/>
          </ac:grpSpMkLst>
        </pc:grpChg>
        <pc:grpChg chg="mod">
          <ac:chgData name="Takeuchi, Koichiro" userId="b3848a05-443b-4434-8fa5-7398ca0c03c9" providerId="ADAL" clId="{8AE3A369-E55C-4573-8F49-6E668EF80783}" dt="2024-07-11T07:12:21.450" v="13235" actId="14100"/>
          <ac:grpSpMkLst>
            <pc:docMk/>
            <pc:sldMk cId="3440771626" sldId="2147480832"/>
            <ac:grpSpMk id="50" creationId="{ACEFCF3C-2616-77E0-F8EF-14862CC5C5D9}"/>
          </ac:grpSpMkLst>
        </pc:grpChg>
        <pc:grpChg chg="del mod topLvl">
          <ac:chgData name="Takeuchi, Koichiro" userId="b3848a05-443b-4434-8fa5-7398ca0c03c9" providerId="ADAL" clId="{8AE3A369-E55C-4573-8F49-6E668EF80783}" dt="2024-07-11T06:50:49.950" v="12315" actId="478"/>
          <ac:grpSpMkLst>
            <pc:docMk/>
            <pc:sldMk cId="3440771626" sldId="2147480832"/>
            <ac:grpSpMk id="253" creationId="{57EDF151-EDB9-13C6-5073-717E1CB3AEBB}"/>
          </ac:grpSpMkLst>
        </pc:grpChg>
        <pc:picChg chg="add del mod">
          <ac:chgData name="Takeuchi, Koichiro" userId="b3848a05-443b-4434-8fa5-7398ca0c03c9" providerId="ADAL" clId="{8AE3A369-E55C-4573-8F49-6E668EF80783}" dt="2024-07-11T07:11:16.393" v="13172" actId="478"/>
          <ac:picMkLst>
            <pc:docMk/>
            <pc:sldMk cId="3440771626" sldId="2147480832"/>
            <ac:picMk id="10" creationId="{1A572791-1210-CE80-87E4-E89AC22DB5C1}"/>
          </ac:picMkLst>
        </pc:picChg>
        <pc:cxnChg chg="mod">
          <ac:chgData name="Takeuchi, Koichiro" userId="b3848a05-443b-4434-8fa5-7398ca0c03c9" providerId="ADAL" clId="{8AE3A369-E55C-4573-8F49-6E668EF80783}" dt="2024-07-11T07:10:33.893" v="13165" actId="408"/>
          <ac:cxnSpMkLst>
            <pc:docMk/>
            <pc:sldMk cId="3440771626" sldId="2147480832"/>
            <ac:cxnSpMk id="22" creationId="{130F5DBF-645B-D8CF-3BD2-17554BC75219}"/>
          </ac:cxnSpMkLst>
        </pc:cxnChg>
        <pc:cxnChg chg="mod">
          <ac:chgData name="Takeuchi, Koichiro" userId="b3848a05-443b-4434-8fa5-7398ca0c03c9" providerId="ADAL" clId="{8AE3A369-E55C-4573-8F49-6E668EF80783}" dt="2024-07-11T07:10:33.893" v="13165" actId="408"/>
          <ac:cxnSpMkLst>
            <pc:docMk/>
            <pc:sldMk cId="3440771626" sldId="2147480832"/>
            <ac:cxnSpMk id="23" creationId="{9A7CA008-4115-3C2A-02F7-6DD94000A43F}"/>
          </ac:cxnSpMkLst>
        </pc:cxnChg>
        <pc:cxnChg chg="mod">
          <ac:chgData name="Takeuchi, Koichiro" userId="b3848a05-443b-4434-8fa5-7398ca0c03c9" providerId="ADAL" clId="{8AE3A369-E55C-4573-8F49-6E668EF80783}" dt="2024-07-11T07:10:33.893" v="13165" actId="408"/>
          <ac:cxnSpMkLst>
            <pc:docMk/>
            <pc:sldMk cId="3440771626" sldId="2147480832"/>
            <ac:cxnSpMk id="27" creationId="{DE7AA20C-F602-DBEA-0FB0-4C3CE1A0FA43}"/>
          </ac:cxnSpMkLst>
        </pc:cxnChg>
        <pc:cxnChg chg="mod">
          <ac:chgData name="Takeuchi, Koichiro" userId="b3848a05-443b-4434-8fa5-7398ca0c03c9" providerId="ADAL" clId="{8AE3A369-E55C-4573-8F49-6E668EF80783}" dt="2024-07-11T07:13:19.435" v="13237" actId="14100"/>
          <ac:cxnSpMkLst>
            <pc:docMk/>
            <pc:sldMk cId="3440771626" sldId="2147480832"/>
            <ac:cxnSpMk id="76" creationId="{0BAFDF68-54E0-523B-45C2-C793ED8C36BB}"/>
          </ac:cxnSpMkLst>
        </pc:cxnChg>
        <pc:cxnChg chg="mod">
          <ac:chgData name="Takeuchi, Koichiro" userId="b3848a05-443b-4434-8fa5-7398ca0c03c9" providerId="ADAL" clId="{8AE3A369-E55C-4573-8F49-6E668EF80783}" dt="2024-07-11T07:10:33.893" v="13165" actId="408"/>
          <ac:cxnSpMkLst>
            <pc:docMk/>
            <pc:sldMk cId="3440771626" sldId="2147480832"/>
            <ac:cxnSpMk id="109" creationId="{3275AEDC-025C-4B1F-4533-4B10EE78329F}"/>
          </ac:cxnSpMkLst>
        </pc:cxnChg>
        <pc:cxnChg chg="mod">
          <ac:chgData name="Takeuchi, Koichiro" userId="b3848a05-443b-4434-8fa5-7398ca0c03c9" providerId="ADAL" clId="{8AE3A369-E55C-4573-8F49-6E668EF80783}" dt="2024-07-11T07:10:33.893" v="13165" actId="408"/>
          <ac:cxnSpMkLst>
            <pc:docMk/>
            <pc:sldMk cId="3440771626" sldId="2147480832"/>
            <ac:cxnSpMk id="125" creationId="{8787CE3C-CA7A-A3BE-09AF-744A7190F664}"/>
          </ac:cxnSpMkLst>
        </pc:cxnChg>
        <pc:cxnChg chg="mod">
          <ac:chgData name="Takeuchi, Koichiro" userId="b3848a05-443b-4434-8fa5-7398ca0c03c9" providerId="ADAL" clId="{8AE3A369-E55C-4573-8F49-6E668EF80783}" dt="2024-07-11T07:10:33.893" v="13165" actId="408"/>
          <ac:cxnSpMkLst>
            <pc:docMk/>
            <pc:sldMk cId="3440771626" sldId="2147480832"/>
            <ac:cxnSpMk id="139" creationId="{8DC7AD91-655E-054E-7D1E-D98A085B9247}"/>
          </ac:cxnSpMkLst>
        </pc:cxnChg>
        <pc:cxnChg chg="mod">
          <ac:chgData name="Takeuchi, Koichiro" userId="b3848a05-443b-4434-8fa5-7398ca0c03c9" providerId="ADAL" clId="{8AE3A369-E55C-4573-8F49-6E668EF80783}" dt="2024-07-11T07:10:33.893" v="13165" actId="408"/>
          <ac:cxnSpMkLst>
            <pc:docMk/>
            <pc:sldMk cId="3440771626" sldId="2147480832"/>
            <ac:cxnSpMk id="143" creationId="{3D096BD8-6E6E-D250-30BE-A545DA8F82A5}"/>
          </ac:cxnSpMkLst>
        </pc:cxnChg>
        <pc:cxnChg chg="mod">
          <ac:chgData name="Takeuchi, Koichiro" userId="b3848a05-443b-4434-8fa5-7398ca0c03c9" providerId="ADAL" clId="{8AE3A369-E55C-4573-8F49-6E668EF80783}" dt="2024-07-11T07:11:03.242" v="13170" actId="14100"/>
          <ac:cxnSpMkLst>
            <pc:docMk/>
            <pc:sldMk cId="3440771626" sldId="2147480832"/>
            <ac:cxnSpMk id="157" creationId="{764E6D94-9419-4754-ED19-BFD46C6C1A65}"/>
          </ac:cxnSpMkLst>
        </pc:cxnChg>
        <pc:cxnChg chg="mod">
          <ac:chgData name="Takeuchi, Koichiro" userId="b3848a05-443b-4434-8fa5-7398ca0c03c9" providerId="ADAL" clId="{8AE3A369-E55C-4573-8F49-6E668EF80783}" dt="2024-07-11T07:10:33.893" v="13165" actId="408"/>
          <ac:cxnSpMkLst>
            <pc:docMk/>
            <pc:sldMk cId="3440771626" sldId="2147480832"/>
            <ac:cxnSpMk id="166" creationId="{748D00FA-2792-8498-BF5D-97F9B7851A9B}"/>
          </ac:cxnSpMkLst>
        </pc:cxnChg>
        <pc:cxnChg chg="mod">
          <ac:chgData name="Takeuchi, Koichiro" userId="b3848a05-443b-4434-8fa5-7398ca0c03c9" providerId="ADAL" clId="{8AE3A369-E55C-4573-8F49-6E668EF80783}" dt="2024-07-11T07:11:09.785" v="13171" actId="14100"/>
          <ac:cxnSpMkLst>
            <pc:docMk/>
            <pc:sldMk cId="3440771626" sldId="2147480832"/>
            <ac:cxnSpMk id="170" creationId="{2ADDD7AE-3528-F939-719E-C0D38A3797CB}"/>
          </ac:cxnSpMkLst>
        </pc:cxnChg>
        <pc:cxnChg chg="mod">
          <ac:chgData name="Takeuchi, Koichiro" userId="b3848a05-443b-4434-8fa5-7398ca0c03c9" providerId="ADAL" clId="{8AE3A369-E55C-4573-8F49-6E668EF80783}" dt="2024-07-03T01:24:30.928" v="1787" actId="165"/>
          <ac:cxnSpMkLst>
            <pc:docMk/>
            <pc:sldMk cId="3440771626" sldId="2147480832"/>
            <ac:cxnSpMk id="254" creationId="{5C861572-EEC9-BBEF-2F11-DFB023AA7061}"/>
          </ac:cxnSpMkLst>
        </pc:cxnChg>
        <pc:cxnChg chg="del mod">
          <ac:chgData name="Takeuchi, Koichiro" userId="b3848a05-443b-4434-8fa5-7398ca0c03c9" providerId="ADAL" clId="{8AE3A369-E55C-4573-8F49-6E668EF80783}" dt="2024-07-11T06:51:10.360" v="12318" actId="478"/>
          <ac:cxnSpMkLst>
            <pc:docMk/>
            <pc:sldMk cId="3440771626" sldId="2147480832"/>
            <ac:cxnSpMk id="264" creationId="{385B9B26-B71D-9B4C-F7A0-8961317E1B61}"/>
          </ac:cxnSpMkLst>
        </pc:cxnChg>
        <pc:cxnChg chg="del mod">
          <ac:chgData name="Takeuchi, Koichiro" userId="b3848a05-443b-4434-8fa5-7398ca0c03c9" providerId="ADAL" clId="{8AE3A369-E55C-4573-8F49-6E668EF80783}" dt="2024-07-11T06:51:08.161" v="12317" actId="478"/>
          <ac:cxnSpMkLst>
            <pc:docMk/>
            <pc:sldMk cId="3440771626" sldId="2147480832"/>
            <ac:cxnSpMk id="267" creationId="{7E1275D6-8FA2-56D3-B25F-A5E28E63D9E7}"/>
          </ac:cxnSpMkLst>
        </pc:cxnChg>
        <pc:cxnChg chg="del mod">
          <ac:chgData name="Takeuchi, Koichiro" userId="b3848a05-443b-4434-8fa5-7398ca0c03c9" providerId="ADAL" clId="{8AE3A369-E55C-4573-8F49-6E668EF80783}" dt="2024-07-11T06:51:08.161" v="12317" actId="478"/>
          <ac:cxnSpMkLst>
            <pc:docMk/>
            <pc:sldMk cId="3440771626" sldId="2147480832"/>
            <ac:cxnSpMk id="270" creationId="{4FD0BED1-7F6D-FC1C-A1A1-6E4499C52AA9}"/>
          </ac:cxnSpMkLst>
        </pc:cxnChg>
        <pc:cxnChg chg="del mod">
          <ac:chgData name="Takeuchi, Koichiro" userId="b3848a05-443b-4434-8fa5-7398ca0c03c9" providerId="ADAL" clId="{8AE3A369-E55C-4573-8F49-6E668EF80783}" dt="2024-07-11T06:51:02.115" v="12316" actId="478"/>
          <ac:cxnSpMkLst>
            <pc:docMk/>
            <pc:sldMk cId="3440771626" sldId="2147480832"/>
            <ac:cxnSpMk id="273" creationId="{7ED6C6F1-6270-F8AB-F2C3-61EDDCEDB5FF}"/>
          </ac:cxnSpMkLst>
        </pc:cxnChg>
        <pc:cxnChg chg="del mod">
          <ac:chgData name="Takeuchi, Koichiro" userId="b3848a05-443b-4434-8fa5-7398ca0c03c9" providerId="ADAL" clId="{8AE3A369-E55C-4573-8F49-6E668EF80783}" dt="2024-07-11T06:51:02.115" v="12316" actId="478"/>
          <ac:cxnSpMkLst>
            <pc:docMk/>
            <pc:sldMk cId="3440771626" sldId="2147480832"/>
            <ac:cxnSpMk id="276" creationId="{B7276D31-C93D-296A-6B31-EE4D9C0BAEF7}"/>
          </ac:cxnSpMkLst>
        </pc:cxnChg>
        <pc:cxnChg chg="del mod">
          <ac:chgData name="Takeuchi, Koichiro" userId="b3848a05-443b-4434-8fa5-7398ca0c03c9" providerId="ADAL" clId="{8AE3A369-E55C-4573-8F49-6E668EF80783}" dt="2024-07-11T06:51:02.115" v="12316" actId="478"/>
          <ac:cxnSpMkLst>
            <pc:docMk/>
            <pc:sldMk cId="3440771626" sldId="2147480832"/>
            <ac:cxnSpMk id="279" creationId="{EA21D8E7-AC6E-5461-1DE2-318A1AEB9EB4}"/>
          </ac:cxnSpMkLst>
        </pc:cxnChg>
        <pc:cxnChg chg="del mod">
          <ac:chgData name="Takeuchi, Koichiro" userId="b3848a05-443b-4434-8fa5-7398ca0c03c9" providerId="ADAL" clId="{8AE3A369-E55C-4573-8F49-6E668EF80783}" dt="2024-07-11T06:51:02.115" v="12316" actId="478"/>
          <ac:cxnSpMkLst>
            <pc:docMk/>
            <pc:sldMk cId="3440771626" sldId="2147480832"/>
            <ac:cxnSpMk id="282" creationId="{41FC49F5-5EF5-27B0-D673-189168D5938B}"/>
          </ac:cxnSpMkLst>
        </pc:cxnChg>
        <pc:cxnChg chg="del mod">
          <ac:chgData name="Takeuchi, Koichiro" userId="b3848a05-443b-4434-8fa5-7398ca0c03c9" providerId="ADAL" clId="{8AE3A369-E55C-4573-8F49-6E668EF80783}" dt="2024-07-11T06:51:02.115" v="12316" actId="478"/>
          <ac:cxnSpMkLst>
            <pc:docMk/>
            <pc:sldMk cId="3440771626" sldId="2147480832"/>
            <ac:cxnSpMk id="285" creationId="{5B0750F1-A170-B72D-56A7-FE74DB211E79}"/>
          </ac:cxnSpMkLst>
        </pc:cxnChg>
        <pc:cxnChg chg="del mod">
          <ac:chgData name="Takeuchi, Koichiro" userId="b3848a05-443b-4434-8fa5-7398ca0c03c9" providerId="ADAL" clId="{8AE3A369-E55C-4573-8F49-6E668EF80783}" dt="2024-07-11T06:51:02.115" v="12316" actId="478"/>
          <ac:cxnSpMkLst>
            <pc:docMk/>
            <pc:sldMk cId="3440771626" sldId="2147480832"/>
            <ac:cxnSpMk id="288" creationId="{EFE089F9-0576-7D01-B1DA-10EDEB39A5E6}"/>
          </ac:cxnSpMkLst>
        </pc:cxnChg>
        <pc:cxnChg chg="del mod">
          <ac:chgData name="Takeuchi, Koichiro" userId="b3848a05-443b-4434-8fa5-7398ca0c03c9" providerId="ADAL" clId="{8AE3A369-E55C-4573-8F49-6E668EF80783}" dt="2024-07-11T06:51:02.115" v="12316" actId="478"/>
          <ac:cxnSpMkLst>
            <pc:docMk/>
            <pc:sldMk cId="3440771626" sldId="2147480832"/>
            <ac:cxnSpMk id="291" creationId="{1E4027AE-5EAE-20A0-0ED0-05364FF26DA6}"/>
          </ac:cxnSpMkLst>
        </pc:cxnChg>
        <pc:cxnChg chg="del mod">
          <ac:chgData name="Takeuchi, Koichiro" userId="b3848a05-443b-4434-8fa5-7398ca0c03c9" providerId="ADAL" clId="{8AE3A369-E55C-4573-8F49-6E668EF80783}" dt="2024-07-11T06:51:02.115" v="12316" actId="478"/>
          <ac:cxnSpMkLst>
            <pc:docMk/>
            <pc:sldMk cId="3440771626" sldId="2147480832"/>
            <ac:cxnSpMk id="294" creationId="{314DE63A-1CB0-461A-F339-45D9651EB506}"/>
          </ac:cxnSpMkLst>
        </pc:cxnChg>
        <pc:cxnChg chg="del mod">
          <ac:chgData name="Takeuchi, Koichiro" userId="b3848a05-443b-4434-8fa5-7398ca0c03c9" providerId="ADAL" clId="{8AE3A369-E55C-4573-8F49-6E668EF80783}" dt="2024-07-11T06:51:02.115" v="12316" actId="478"/>
          <ac:cxnSpMkLst>
            <pc:docMk/>
            <pc:sldMk cId="3440771626" sldId="2147480832"/>
            <ac:cxnSpMk id="297" creationId="{A1B46B9E-66AA-6CF7-1245-5EAAC32721DA}"/>
          </ac:cxnSpMkLst>
        </pc:cxnChg>
        <pc:cxnChg chg="del mod">
          <ac:chgData name="Takeuchi, Koichiro" userId="b3848a05-443b-4434-8fa5-7398ca0c03c9" providerId="ADAL" clId="{8AE3A369-E55C-4573-8F49-6E668EF80783}" dt="2024-07-11T06:51:02.115" v="12316" actId="478"/>
          <ac:cxnSpMkLst>
            <pc:docMk/>
            <pc:sldMk cId="3440771626" sldId="2147480832"/>
            <ac:cxnSpMk id="301" creationId="{77B0A4DE-FBEB-9B25-9D1E-898256CCED89}"/>
          </ac:cxnSpMkLst>
        </pc:cxnChg>
        <pc:cxnChg chg="del mod">
          <ac:chgData name="Takeuchi, Koichiro" userId="b3848a05-443b-4434-8fa5-7398ca0c03c9" providerId="ADAL" clId="{8AE3A369-E55C-4573-8F49-6E668EF80783}" dt="2024-07-11T06:51:02.115" v="12316" actId="478"/>
          <ac:cxnSpMkLst>
            <pc:docMk/>
            <pc:sldMk cId="3440771626" sldId="2147480832"/>
            <ac:cxnSpMk id="304" creationId="{428FDA51-AF2D-DB73-D5BF-5ECB0BEC3EB2}"/>
          </ac:cxnSpMkLst>
        </pc:cxnChg>
        <pc:cxnChg chg="del mod">
          <ac:chgData name="Takeuchi, Koichiro" userId="b3848a05-443b-4434-8fa5-7398ca0c03c9" providerId="ADAL" clId="{8AE3A369-E55C-4573-8F49-6E668EF80783}" dt="2024-07-11T06:51:02.115" v="12316" actId="478"/>
          <ac:cxnSpMkLst>
            <pc:docMk/>
            <pc:sldMk cId="3440771626" sldId="2147480832"/>
            <ac:cxnSpMk id="309" creationId="{4973AAB7-99A5-EED4-289B-5F9EA26BE47C}"/>
          </ac:cxnSpMkLst>
        </pc:cxnChg>
      </pc:sldChg>
      <pc:sldChg chg="addSp delSp modSp add mod">
        <pc:chgData name="Takeuchi, Koichiro" userId="b3848a05-443b-4434-8fa5-7398ca0c03c9" providerId="ADAL" clId="{8AE3A369-E55C-4573-8F49-6E668EF80783}" dt="2024-07-12T00:58:24.069" v="20565" actId="1076"/>
        <pc:sldMkLst>
          <pc:docMk/>
          <pc:sldMk cId="4048553935" sldId="2147480833"/>
        </pc:sldMkLst>
        <pc:spChg chg="mod">
          <ac:chgData name="Takeuchi, Koichiro" userId="b3848a05-443b-4434-8fa5-7398ca0c03c9" providerId="ADAL" clId="{8AE3A369-E55C-4573-8F49-6E668EF80783}" dt="2024-07-12T00:02:41.156" v="19101" actId="404"/>
          <ac:spMkLst>
            <pc:docMk/>
            <pc:sldMk cId="4048553935" sldId="2147480833"/>
            <ac:spMk id="2" creationId="{C4050E0A-F4AC-8E52-FCEA-9771083801F3}"/>
          </ac:spMkLst>
        </pc:spChg>
        <pc:spChg chg="mod">
          <ac:chgData name="Takeuchi, Koichiro" userId="b3848a05-443b-4434-8fa5-7398ca0c03c9" providerId="ADAL" clId="{8AE3A369-E55C-4573-8F49-6E668EF80783}" dt="2024-07-11T23:59:11.173" v="19024" actId="20577"/>
          <ac:spMkLst>
            <pc:docMk/>
            <pc:sldMk cId="4048553935" sldId="2147480833"/>
            <ac:spMk id="4" creationId="{00A5FE04-EC3A-89E5-9EA0-6E07FBF47F13}"/>
          </ac:spMkLst>
        </pc:spChg>
        <pc:spChg chg="mod">
          <ac:chgData name="Takeuchi, Koichiro" userId="b3848a05-443b-4434-8fa5-7398ca0c03c9" providerId="ADAL" clId="{8AE3A369-E55C-4573-8F49-6E668EF80783}" dt="2024-07-03T01:24:37.613" v="1789" actId="1076"/>
          <ac:spMkLst>
            <pc:docMk/>
            <pc:sldMk cId="4048553935" sldId="2147480833"/>
            <ac:spMk id="5" creationId="{72CCA9CC-3A88-7CAC-9089-56B0661016F1}"/>
          </ac:spMkLst>
        </pc:spChg>
        <pc:spChg chg="add del mod">
          <ac:chgData name="Takeuchi, Koichiro" userId="b3848a05-443b-4434-8fa5-7398ca0c03c9" providerId="ADAL" clId="{8AE3A369-E55C-4573-8F49-6E668EF80783}" dt="2024-07-12T00:01:40.581" v="19095" actId="478"/>
          <ac:spMkLst>
            <pc:docMk/>
            <pc:sldMk cId="4048553935" sldId="2147480833"/>
            <ac:spMk id="6" creationId="{C2568709-3613-50F7-E24F-25302E80B19C}"/>
          </ac:spMkLst>
        </pc:spChg>
        <pc:spChg chg="add del mod">
          <ac:chgData name="Takeuchi, Koichiro" userId="b3848a05-443b-4434-8fa5-7398ca0c03c9" providerId="ADAL" clId="{8AE3A369-E55C-4573-8F49-6E668EF80783}" dt="2024-07-03T10:28:58.605" v="5500" actId="478"/>
          <ac:spMkLst>
            <pc:docMk/>
            <pc:sldMk cId="4048553935" sldId="2147480833"/>
            <ac:spMk id="6" creationId="{EF58D58B-91E7-9BE7-919D-1DCD6B7B10F0}"/>
          </ac:spMkLst>
        </pc:spChg>
        <pc:spChg chg="del">
          <ac:chgData name="Takeuchi, Koichiro" userId="b3848a05-443b-4434-8fa5-7398ca0c03c9" providerId="ADAL" clId="{8AE3A369-E55C-4573-8F49-6E668EF80783}" dt="2024-07-03T01:14:50.057" v="1314" actId="478"/>
          <ac:spMkLst>
            <pc:docMk/>
            <pc:sldMk cId="4048553935" sldId="2147480833"/>
            <ac:spMk id="7" creationId="{545A7ACF-B9D1-EEAA-3F01-B786CDD791AC}"/>
          </ac:spMkLst>
        </pc:spChg>
        <pc:spChg chg="add mod">
          <ac:chgData name="Takeuchi, Koichiro" userId="b3848a05-443b-4434-8fa5-7398ca0c03c9" providerId="ADAL" clId="{8AE3A369-E55C-4573-8F49-6E668EF80783}" dt="2024-07-03T10:32:16.727" v="5632" actId="1037"/>
          <ac:spMkLst>
            <pc:docMk/>
            <pc:sldMk cId="4048553935" sldId="2147480833"/>
            <ac:spMk id="7" creationId="{FDB5C035-5C42-3749-E7F8-532EF2D9112C}"/>
          </ac:spMkLst>
        </pc:spChg>
        <pc:spChg chg="add mod ord">
          <ac:chgData name="Takeuchi, Koichiro" userId="b3848a05-443b-4434-8fa5-7398ca0c03c9" providerId="ADAL" clId="{8AE3A369-E55C-4573-8F49-6E668EF80783}" dt="2024-07-03T10:34:04.070" v="5640" actId="166"/>
          <ac:spMkLst>
            <pc:docMk/>
            <pc:sldMk cId="4048553935" sldId="2147480833"/>
            <ac:spMk id="8" creationId="{C0E637D8-E78D-3CB8-DD4A-8FEC858C1A94}"/>
          </ac:spMkLst>
        </pc:spChg>
        <pc:spChg chg="add mod">
          <ac:chgData name="Takeuchi, Koichiro" userId="b3848a05-443b-4434-8fa5-7398ca0c03c9" providerId="ADAL" clId="{8AE3A369-E55C-4573-8F49-6E668EF80783}" dt="2024-07-03T10:32:16.727" v="5632" actId="1037"/>
          <ac:spMkLst>
            <pc:docMk/>
            <pc:sldMk cId="4048553935" sldId="2147480833"/>
            <ac:spMk id="9" creationId="{7D613C7A-A2E6-268A-62E8-B2BC0D0FF0F5}"/>
          </ac:spMkLst>
        </pc:spChg>
        <pc:spChg chg="del">
          <ac:chgData name="Takeuchi, Koichiro" userId="b3848a05-443b-4434-8fa5-7398ca0c03c9" providerId="ADAL" clId="{8AE3A369-E55C-4573-8F49-6E668EF80783}" dt="2024-07-03T01:14:44.211" v="1312" actId="478"/>
          <ac:spMkLst>
            <pc:docMk/>
            <pc:sldMk cId="4048553935" sldId="2147480833"/>
            <ac:spMk id="9" creationId="{B86D8330-0B1A-E587-FA07-0AAE4A76EC6B}"/>
          </ac:spMkLst>
        </pc:spChg>
        <pc:spChg chg="add mod">
          <ac:chgData name="Takeuchi, Koichiro" userId="b3848a05-443b-4434-8fa5-7398ca0c03c9" providerId="ADAL" clId="{8AE3A369-E55C-4573-8F49-6E668EF80783}" dt="2024-07-03T10:32:16.727" v="5632" actId="1037"/>
          <ac:spMkLst>
            <pc:docMk/>
            <pc:sldMk cId="4048553935" sldId="2147480833"/>
            <ac:spMk id="10" creationId="{F2F677A4-4DCF-7BA6-86A3-62943AF9BAC1}"/>
          </ac:spMkLst>
        </pc:spChg>
        <pc:spChg chg="add mod">
          <ac:chgData name="Takeuchi, Koichiro" userId="b3848a05-443b-4434-8fa5-7398ca0c03c9" providerId="ADAL" clId="{8AE3A369-E55C-4573-8F49-6E668EF80783}" dt="2024-07-03T11:30:29.358" v="8631" actId="208"/>
          <ac:spMkLst>
            <pc:docMk/>
            <pc:sldMk cId="4048553935" sldId="2147480833"/>
            <ac:spMk id="11" creationId="{0FFB9ADA-42A4-8006-6EEB-3E138A678307}"/>
          </ac:spMkLst>
        </pc:spChg>
        <pc:spChg chg="del">
          <ac:chgData name="Takeuchi, Koichiro" userId="b3848a05-443b-4434-8fa5-7398ca0c03c9" providerId="ADAL" clId="{8AE3A369-E55C-4573-8F49-6E668EF80783}" dt="2024-07-03T01:14:44.211" v="1312" actId="478"/>
          <ac:spMkLst>
            <pc:docMk/>
            <pc:sldMk cId="4048553935" sldId="2147480833"/>
            <ac:spMk id="12" creationId="{45EE08F6-DEC4-E349-C3D4-3A0D55311423}"/>
          </ac:spMkLst>
        </pc:spChg>
        <pc:spChg chg="add del mod">
          <ac:chgData name="Takeuchi, Koichiro" userId="b3848a05-443b-4434-8fa5-7398ca0c03c9" providerId="ADAL" clId="{8AE3A369-E55C-4573-8F49-6E668EF80783}" dt="2024-07-12T00:01:40.581" v="19095" actId="478"/>
          <ac:spMkLst>
            <pc:docMk/>
            <pc:sldMk cId="4048553935" sldId="2147480833"/>
            <ac:spMk id="12" creationId="{9600964C-C933-CD21-D6C4-26CD09653D7F}"/>
          </ac:spMkLst>
        </pc:spChg>
        <pc:spChg chg="add del mod">
          <ac:chgData name="Takeuchi, Koichiro" userId="b3848a05-443b-4434-8fa5-7398ca0c03c9" providerId="ADAL" clId="{8AE3A369-E55C-4573-8F49-6E668EF80783}" dt="2024-07-03T10:34:38.256" v="5646" actId="478"/>
          <ac:spMkLst>
            <pc:docMk/>
            <pc:sldMk cId="4048553935" sldId="2147480833"/>
            <ac:spMk id="12" creationId="{DC1B8B49-8B2A-643F-6E7F-7B0A756D0EA8}"/>
          </ac:spMkLst>
        </pc:spChg>
        <pc:spChg chg="add del mod">
          <ac:chgData name="Takeuchi, Koichiro" userId="b3848a05-443b-4434-8fa5-7398ca0c03c9" providerId="ADAL" clId="{8AE3A369-E55C-4573-8F49-6E668EF80783}" dt="2024-07-12T00:01:40.581" v="19095" actId="478"/>
          <ac:spMkLst>
            <pc:docMk/>
            <pc:sldMk cId="4048553935" sldId="2147480833"/>
            <ac:spMk id="13" creationId="{21D780A7-B960-4434-A847-9048E6FF26B4}"/>
          </ac:spMkLst>
        </pc:spChg>
        <pc:spChg chg="del">
          <ac:chgData name="Takeuchi, Koichiro" userId="b3848a05-443b-4434-8fa5-7398ca0c03c9" providerId="ADAL" clId="{8AE3A369-E55C-4573-8F49-6E668EF80783}" dt="2024-07-03T01:14:44.211" v="1312" actId="478"/>
          <ac:spMkLst>
            <pc:docMk/>
            <pc:sldMk cId="4048553935" sldId="2147480833"/>
            <ac:spMk id="13" creationId="{F8CADEEC-4DA6-DFCA-EDD3-66F074215B62}"/>
          </ac:spMkLst>
        </pc:spChg>
        <pc:spChg chg="mod topLvl">
          <ac:chgData name="Takeuchi, Koichiro" userId="b3848a05-443b-4434-8fa5-7398ca0c03c9" providerId="ADAL" clId="{8AE3A369-E55C-4573-8F49-6E668EF80783}" dt="2024-07-03T10:36:43.905" v="5792" actId="14100"/>
          <ac:spMkLst>
            <pc:docMk/>
            <pc:sldMk cId="4048553935" sldId="2147480833"/>
            <ac:spMk id="14" creationId="{44CD1C24-3350-0235-0EC4-1A3E738F7A79}"/>
          </ac:spMkLst>
        </pc:spChg>
        <pc:spChg chg="del">
          <ac:chgData name="Takeuchi, Koichiro" userId="b3848a05-443b-4434-8fa5-7398ca0c03c9" providerId="ADAL" clId="{8AE3A369-E55C-4573-8F49-6E668EF80783}" dt="2024-07-03T01:14:39.895" v="1311" actId="478"/>
          <ac:spMkLst>
            <pc:docMk/>
            <pc:sldMk cId="4048553935" sldId="2147480833"/>
            <ac:spMk id="14" creationId="{EFA41AAB-2D04-0717-2656-A5F1F1A09AEE}"/>
          </ac:spMkLst>
        </pc:spChg>
        <pc:spChg chg="mod topLvl">
          <ac:chgData name="Takeuchi, Koichiro" userId="b3848a05-443b-4434-8fa5-7398ca0c03c9" providerId="ADAL" clId="{8AE3A369-E55C-4573-8F49-6E668EF80783}" dt="2024-07-03T10:36:43.905" v="5792" actId="14100"/>
          <ac:spMkLst>
            <pc:docMk/>
            <pc:sldMk cId="4048553935" sldId="2147480833"/>
            <ac:spMk id="15" creationId="{1E1D342F-0594-BE79-1C64-81C5EB7B0FFF}"/>
          </ac:spMkLst>
        </pc:spChg>
        <pc:spChg chg="mod topLvl">
          <ac:chgData name="Takeuchi, Koichiro" userId="b3848a05-443b-4434-8fa5-7398ca0c03c9" providerId="ADAL" clId="{8AE3A369-E55C-4573-8F49-6E668EF80783}" dt="2024-07-03T10:36:58.437" v="5819" actId="20577"/>
          <ac:spMkLst>
            <pc:docMk/>
            <pc:sldMk cId="4048553935" sldId="2147480833"/>
            <ac:spMk id="16" creationId="{7FCF0E5E-1F19-3185-C141-A5BE671C7B15}"/>
          </ac:spMkLst>
        </pc:spChg>
        <pc:spChg chg="del mod topLvl">
          <ac:chgData name="Takeuchi, Koichiro" userId="b3848a05-443b-4434-8fa5-7398ca0c03c9" providerId="ADAL" clId="{8AE3A369-E55C-4573-8F49-6E668EF80783}" dt="2024-07-03T10:35:02.622" v="5651" actId="478"/>
          <ac:spMkLst>
            <pc:docMk/>
            <pc:sldMk cId="4048553935" sldId="2147480833"/>
            <ac:spMk id="17" creationId="{77C333A5-09F8-889F-022B-FA082B5B5111}"/>
          </ac:spMkLst>
        </pc:spChg>
        <pc:spChg chg="add del mod">
          <ac:chgData name="Takeuchi, Koichiro" userId="b3848a05-443b-4434-8fa5-7398ca0c03c9" providerId="ADAL" clId="{8AE3A369-E55C-4573-8F49-6E668EF80783}" dt="2024-07-12T00:01:40.581" v="19095" actId="478"/>
          <ac:spMkLst>
            <pc:docMk/>
            <pc:sldMk cId="4048553935" sldId="2147480833"/>
            <ac:spMk id="17" creationId="{DF4C559D-D981-0904-117D-12E33A80D630}"/>
          </ac:spMkLst>
        </pc:spChg>
        <pc:spChg chg="add del mod">
          <ac:chgData name="Takeuchi, Koichiro" userId="b3848a05-443b-4434-8fa5-7398ca0c03c9" providerId="ADAL" clId="{8AE3A369-E55C-4573-8F49-6E668EF80783}" dt="2024-07-12T00:01:40.581" v="19095" actId="478"/>
          <ac:spMkLst>
            <pc:docMk/>
            <pc:sldMk cId="4048553935" sldId="2147480833"/>
            <ac:spMk id="18" creationId="{7422DC1E-681E-7405-EE3D-1E0A7D8F4DD2}"/>
          </ac:spMkLst>
        </pc:spChg>
        <pc:spChg chg="del mod topLvl">
          <ac:chgData name="Takeuchi, Koichiro" userId="b3848a05-443b-4434-8fa5-7398ca0c03c9" providerId="ADAL" clId="{8AE3A369-E55C-4573-8F49-6E668EF80783}" dt="2024-07-03T10:35:00.473" v="5650" actId="478"/>
          <ac:spMkLst>
            <pc:docMk/>
            <pc:sldMk cId="4048553935" sldId="2147480833"/>
            <ac:spMk id="18" creationId="{B2C7A117-D55E-EF28-E016-AD6F9845F5C9}"/>
          </ac:spMkLst>
        </pc:spChg>
        <pc:spChg chg="mod">
          <ac:chgData name="Takeuchi, Koichiro" userId="b3848a05-443b-4434-8fa5-7398ca0c03c9" providerId="ADAL" clId="{8AE3A369-E55C-4573-8F49-6E668EF80783}" dt="2024-07-12T00:00:10.806" v="19065" actId="20577"/>
          <ac:spMkLst>
            <pc:docMk/>
            <pc:sldMk cId="4048553935" sldId="2147480833"/>
            <ac:spMk id="20" creationId="{D192C52C-576B-2748-47A5-A50393D62D26}"/>
          </ac:spMkLst>
        </pc:spChg>
        <pc:spChg chg="del mod topLvl">
          <ac:chgData name="Takeuchi, Koichiro" userId="b3848a05-443b-4434-8fa5-7398ca0c03c9" providerId="ADAL" clId="{8AE3A369-E55C-4573-8F49-6E668EF80783}" dt="2024-07-03T10:35:00.473" v="5650" actId="478"/>
          <ac:spMkLst>
            <pc:docMk/>
            <pc:sldMk cId="4048553935" sldId="2147480833"/>
            <ac:spMk id="22" creationId="{62CC717A-5A94-D33F-33AE-6D412C9D8697}"/>
          </ac:spMkLst>
        </pc:spChg>
        <pc:spChg chg="add del mod">
          <ac:chgData name="Takeuchi, Koichiro" userId="b3848a05-443b-4434-8fa5-7398ca0c03c9" providerId="ADAL" clId="{8AE3A369-E55C-4573-8F49-6E668EF80783}" dt="2024-07-12T00:01:40.581" v="19095" actId="478"/>
          <ac:spMkLst>
            <pc:docMk/>
            <pc:sldMk cId="4048553935" sldId="2147480833"/>
            <ac:spMk id="22" creationId="{E3C38DEA-7E85-1AA7-91C7-8E70128791EA}"/>
          </ac:spMkLst>
        </pc:spChg>
        <pc:spChg chg="add mod">
          <ac:chgData name="Takeuchi, Koichiro" userId="b3848a05-443b-4434-8fa5-7398ca0c03c9" providerId="ADAL" clId="{8AE3A369-E55C-4573-8F49-6E668EF80783}" dt="2024-07-03T11:30:37.230" v="8632" actId="208"/>
          <ac:spMkLst>
            <pc:docMk/>
            <pc:sldMk cId="4048553935" sldId="2147480833"/>
            <ac:spMk id="23" creationId="{07609FEF-6838-93C2-4660-8221F445D9C9}"/>
          </ac:spMkLst>
        </pc:spChg>
        <pc:spChg chg="add mod">
          <ac:chgData name="Takeuchi, Koichiro" userId="b3848a05-443b-4434-8fa5-7398ca0c03c9" providerId="ADAL" clId="{8AE3A369-E55C-4573-8F49-6E668EF80783}" dt="2024-07-03T10:47:58.689" v="6394" actId="1582"/>
          <ac:spMkLst>
            <pc:docMk/>
            <pc:sldMk cId="4048553935" sldId="2147480833"/>
            <ac:spMk id="25" creationId="{F023A492-9DAF-BE19-05B8-996206114230}"/>
          </ac:spMkLst>
        </pc:spChg>
        <pc:spChg chg="mod">
          <ac:chgData name="Takeuchi, Koichiro" userId="b3848a05-443b-4434-8fa5-7398ca0c03c9" providerId="ADAL" clId="{8AE3A369-E55C-4573-8F49-6E668EF80783}" dt="2024-07-03T01:24:53.747" v="1794" actId="165"/>
          <ac:spMkLst>
            <pc:docMk/>
            <pc:sldMk cId="4048553935" sldId="2147480833"/>
            <ac:spMk id="26" creationId="{2A0BEBC1-3926-5791-E072-D5E323549DEE}"/>
          </ac:spMkLst>
        </pc:spChg>
        <pc:spChg chg="add del mod">
          <ac:chgData name="Takeuchi, Koichiro" userId="b3848a05-443b-4434-8fa5-7398ca0c03c9" providerId="ADAL" clId="{8AE3A369-E55C-4573-8F49-6E668EF80783}" dt="2024-07-12T00:01:40.581" v="19095" actId="478"/>
          <ac:spMkLst>
            <pc:docMk/>
            <pc:sldMk cId="4048553935" sldId="2147480833"/>
            <ac:spMk id="27" creationId="{5D3067A1-69FC-C60E-A67B-287AEDEFD7FA}"/>
          </ac:spMkLst>
        </pc:spChg>
        <pc:spChg chg="add mod topLvl">
          <ac:chgData name="Takeuchi, Koichiro" userId="b3848a05-443b-4434-8fa5-7398ca0c03c9" providerId="ADAL" clId="{8AE3A369-E55C-4573-8F49-6E668EF80783}" dt="2024-07-03T10:31:04.432" v="5590" actId="1037"/>
          <ac:spMkLst>
            <pc:docMk/>
            <pc:sldMk cId="4048553935" sldId="2147480833"/>
            <ac:spMk id="28" creationId="{510DA44F-02B5-7AF2-814A-D16A3DD48465}"/>
          </ac:spMkLst>
        </pc:spChg>
        <pc:spChg chg="add mod topLvl">
          <ac:chgData name="Takeuchi, Koichiro" userId="b3848a05-443b-4434-8fa5-7398ca0c03c9" providerId="ADAL" clId="{8AE3A369-E55C-4573-8F49-6E668EF80783}" dt="2024-07-03T10:42:51.849" v="6200" actId="465"/>
          <ac:spMkLst>
            <pc:docMk/>
            <pc:sldMk cId="4048553935" sldId="2147480833"/>
            <ac:spMk id="29" creationId="{9DAE2696-52E4-67EB-674A-E5289C91652E}"/>
          </ac:spMkLst>
        </pc:spChg>
        <pc:spChg chg="add mod topLvl">
          <ac:chgData name="Takeuchi, Koichiro" userId="b3848a05-443b-4434-8fa5-7398ca0c03c9" providerId="ADAL" clId="{8AE3A369-E55C-4573-8F49-6E668EF80783}" dt="2024-07-03T10:42:51.849" v="6200" actId="465"/>
          <ac:spMkLst>
            <pc:docMk/>
            <pc:sldMk cId="4048553935" sldId="2147480833"/>
            <ac:spMk id="30" creationId="{D07BFEEC-92E2-72C4-E8D5-3E227B064688}"/>
          </ac:spMkLst>
        </pc:spChg>
        <pc:spChg chg="add mod topLvl">
          <ac:chgData name="Takeuchi, Koichiro" userId="b3848a05-443b-4434-8fa5-7398ca0c03c9" providerId="ADAL" clId="{8AE3A369-E55C-4573-8F49-6E668EF80783}" dt="2024-07-03T10:42:51.849" v="6200" actId="465"/>
          <ac:spMkLst>
            <pc:docMk/>
            <pc:sldMk cId="4048553935" sldId="2147480833"/>
            <ac:spMk id="31" creationId="{E72F0E76-16CC-8AC2-A68C-5440BD678842}"/>
          </ac:spMkLst>
        </pc:spChg>
        <pc:spChg chg="add mod topLvl">
          <ac:chgData name="Takeuchi, Koichiro" userId="b3848a05-443b-4434-8fa5-7398ca0c03c9" providerId="ADAL" clId="{8AE3A369-E55C-4573-8F49-6E668EF80783}" dt="2024-07-03T10:42:51.849" v="6200" actId="465"/>
          <ac:spMkLst>
            <pc:docMk/>
            <pc:sldMk cId="4048553935" sldId="2147480833"/>
            <ac:spMk id="32" creationId="{C464F41F-2A60-B1E0-85F3-A288757537DC}"/>
          </ac:spMkLst>
        </pc:spChg>
        <pc:spChg chg="add mod topLvl">
          <ac:chgData name="Takeuchi, Koichiro" userId="b3848a05-443b-4434-8fa5-7398ca0c03c9" providerId="ADAL" clId="{8AE3A369-E55C-4573-8F49-6E668EF80783}" dt="2024-07-03T10:42:51.849" v="6200" actId="465"/>
          <ac:spMkLst>
            <pc:docMk/>
            <pc:sldMk cId="4048553935" sldId="2147480833"/>
            <ac:spMk id="33" creationId="{8D774EA4-80B7-0473-0A01-03208167E016}"/>
          </ac:spMkLst>
        </pc:spChg>
        <pc:spChg chg="add mod topLvl">
          <ac:chgData name="Takeuchi, Koichiro" userId="b3848a05-443b-4434-8fa5-7398ca0c03c9" providerId="ADAL" clId="{8AE3A369-E55C-4573-8F49-6E668EF80783}" dt="2024-07-03T10:42:51.849" v="6200" actId="465"/>
          <ac:spMkLst>
            <pc:docMk/>
            <pc:sldMk cId="4048553935" sldId="2147480833"/>
            <ac:spMk id="34" creationId="{495779AA-0B6A-BAF4-DC47-92E1DE94398D}"/>
          </ac:spMkLst>
        </pc:spChg>
        <pc:spChg chg="add mod topLvl">
          <ac:chgData name="Takeuchi, Koichiro" userId="b3848a05-443b-4434-8fa5-7398ca0c03c9" providerId="ADAL" clId="{8AE3A369-E55C-4573-8F49-6E668EF80783}" dt="2024-07-03T10:42:51.849" v="6200" actId="465"/>
          <ac:spMkLst>
            <pc:docMk/>
            <pc:sldMk cId="4048553935" sldId="2147480833"/>
            <ac:spMk id="35" creationId="{F12AD671-0833-F58A-9CD7-DB7B5965F594}"/>
          </ac:spMkLst>
        </pc:spChg>
        <pc:spChg chg="add mod topLvl">
          <ac:chgData name="Takeuchi, Koichiro" userId="b3848a05-443b-4434-8fa5-7398ca0c03c9" providerId="ADAL" clId="{8AE3A369-E55C-4573-8F49-6E668EF80783}" dt="2024-07-03T10:42:51.849" v="6200" actId="465"/>
          <ac:spMkLst>
            <pc:docMk/>
            <pc:sldMk cId="4048553935" sldId="2147480833"/>
            <ac:spMk id="36" creationId="{3061A659-358A-11D8-67A3-909B619B34A6}"/>
          </ac:spMkLst>
        </pc:spChg>
        <pc:spChg chg="add mod topLvl">
          <ac:chgData name="Takeuchi, Koichiro" userId="b3848a05-443b-4434-8fa5-7398ca0c03c9" providerId="ADAL" clId="{8AE3A369-E55C-4573-8F49-6E668EF80783}" dt="2024-07-03T10:42:51.849" v="6200" actId="465"/>
          <ac:spMkLst>
            <pc:docMk/>
            <pc:sldMk cId="4048553935" sldId="2147480833"/>
            <ac:spMk id="37" creationId="{07A85324-BB1D-1DA4-42FD-F22B70743A75}"/>
          </ac:spMkLst>
        </pc:spChg>
        <pc:spChg chg="add mod topLvl">
          <ac:chgData name="Takeuchi, Koichiro" userId="b3848a05-443b-4434-8fa5-7398ca0c03c9" providerId="ADAL" clId="{8AE3A369-E55C-4573-8F49-6E668EF80783}" dt="2024-07-03T10:42:51.849" v="6200" actId="465"/>
          <ac:spMkLst>
            <pc:docMk/>
            <pc:sldMk cId="4048553935" sldId="2147480833"/>
            <ac:spMk id="38" creationId="{70128370-8098-ABE3-4B63-77E4C3647556}"/>
          </ac:spMkLst>
        </pc:spChg>
        <pc:spChg chg="add mod topLvl">
          <ac:chgData name="Takeuchi, Koichiro" userId="b3848a05-443b-4434-8fa5-7398ca0c03c9" providerId="ADAL" clId="{8AE3A369-E55C-4573-8F49-6E668EF80783}" dt="2024-07-03T10:42:51.849" v="6200" actId="465"/>
          <ac:spMkLst>
            <pc:docMk/>
            <pc:sldMk cId="4048553935" sldId="2147480833"/>
            <ac:spMk id="39" creationId="{11628D6F-0F90-92F0-16BC-F690CE2D9A0B}"/>
          </ac:spMkLst>
        </pc:spChg>
        <pc:spChg chg="add mod topLvl">
          <ac:chgData name="Takeuchi, Koichiro" userId="b3848a05-443b-4434-8fa5-7398ca0c03c9" providerId="ADAL" clId="{8AE3A369-E55C-4573-8F49-6E668EF80783}" dt="2024-07-03T10:42:51.849" v="6200" actId="465"/>
          <ac:spMkLst>
            <pc:docMk/>
            <pc:sldMk cId="4048553935" sldId="2147480833"/>
            <ac:spMk id="40" creationId="{01A019AC-7EF6-C9C4-77E7-B8D9B577E6A0}"/>
          </ac:spMkLst>
        </pc:spChg>
        <pc:spChg chg="add mod topLvl">
          <ac:chgData name="Takeuchi, Koichiro" userId="b3848a05-443b-4434-8fa5-7398ca0c03c9" providerId="ADAL" clId="{8AE3A369-E55C-4573-8F49-6E668EF80783}" dt="2024-07-03T10:42:24.006" v="6195" actId="1035"/>
          <ac:spMkLst>
            <pc:docMk/>
            <pc:sldMk cId="4048553935" sldId="2147480833"/>
            <ac:spMk id="41" creationId="{4C24F8FA-3580-DBD9-5474-7C52EADE9C85}"/>
          </ac:spMkLst>
        </pc:spChg>
        <pc:spChg chg="add mod topLvl">
          <ac:chgData name="Takeuchi, Koichiro" userId="b3848a05-443b-4434-8fa5-7398ca0c03c9" providerId="ADAL" clId="{8AE3A369-E55C-4573-8F49-6E668EF80783}" dt="2024-07-03T10:42:51.849" v="6200" actId="465"/>
          <ac:spMkLst>
            <pc:docMk/>
            <pc:sldMk cId="4048553935" sldId="2147480833"/>
            <ac:spMk id="42" creationId="{7B5BC3BB-1150-A9EE-0E00-6A9EE0121F3D}"/>
          </ac:spMkLst>
        </pc:spChg>
        <pc:spChg chg="add del mod">
          <ac:chgData name="Takeuchi, Koichiro" userId="b3848a05-443b-4434-8fa5-7398ca0c03c9" providerId="ADAL" clId="{8AE3A369-E55C-4573-8F49-6E668EF80783}" dt="2024-07-12T00:01:40.581" v="19095" actId="478"/>
          <ac:spMkLst>
            <pc:docMk/>
            <pc:sldMk cId="4048553935" sldId="2147480833"/>
            <ac:spMk id="43" creationId="{19A87071-085C-0C71-B16A-96D8F4517775}"/>
          </ac:spMkLst>
        </pc:spChg>
        <pc:spChg chg="add del mod">
          <ac:chgData name="Takeuchi, Koichiro" userId="b3848a05-443b-4434-8fa5-7398ca0c03c9" providerId="ADAL" clId="{8AE3A369-E55C-4573-8F49-6E668EF80783}" dt="2024-07-12T00:01:40.581" v="19095" actId="478"/>
          <ac:spMkLst>
            <pc:docMk/>
            <pc:sldMk cId="4048553935" sldId="2147480833"/>
            <ac:spMk id="44" creationId="{FED3F289-7A0B-DA76-03AC-06B7FA847CCF}"/>
          </ac:spMkLst>
        </pc:spChg>
        <pc:spChg chg="add del mod">
          <ac:chgData name="Takeuchi, Koichiro" userId="b3848a05-443b-4434-8fa5-7398ca0c03c9" providerId="ADAL" clId="{8AE3A369-E55C-4573-8F49-6E668EF80783}" dt="2024-07-12T00:01:40.581" v="19095" actId="478"/>
          <ac:spMkLst>
            <pc:docMk/>
            <pc:sldMk cId="4048553935" sldId="2147480833"/>
            <ac:spMk id="45" creationId="{32FF10FC-CD44-BFB7-14F1-99A2A2C3A169}"/>
          </ac:spMkLst>
        </pc:spChg>
        <pc:spChg chg="add del mod">
          <ac:chgData name="Takeuchi, Koichiro" userId="b3848a05-443b-4434-8fa5-7398ca0c03c9" providerId="ADAL" clId="{8AE3A369-E55C-4573-8F49-6E668EF80783}" dt="2024-07-12T00:01:40.581" v="19095" actId="478"/>
          <ac:spMkLst>
            <pc:docMk/>
            <pc:sldMk cId="4048553935" sldId="2147480833"/>
            <ac:spMk id="46" creationId="{FCC8EEAF-28B9-9FCA-F77C-CF91F3FC74C5}"/>
          </ac:spMkLst>
        </pc:spChg>
        <pc:spChg chg="add del mod">
          <ac:chgData name="Takeuchi, Koichiro" userId="b3848a05-443b-4434-8fa5-7398ca0c03c9" providerId="ADAL" clId="{8AE3A369-E55C-4573-8F49-6E668EF80783}" dt="2024-07-12T00:01:40.581" v="19095" actId="478"/>
          <ac:spMkLst>
            <pc:docMk/>
            <pc:sldMk cId="4048553935" sldId="2147480833"/>
            <ac:spMk id="47" creationId="{4C9018D0-6749-806E-FD41-7B3722E4803F}"/>
          </ac:spMkLst>
        </pc:spChg>
        <pc:spChg chg="add del mod">
          <ac:chgData name="Takeuchi, Koichiro" userId="b3848a05-443b-4434-8fa5-7398ca0c03c9" providerId="ADAL" clId="{8AE3A369-E55C-4573-8F49-6E668EF80783}" dt="2024-07-12T00:01:40.581" v="19095" actId="478"/>
          <ac:spMkLst>
            <pc:docMk/>
            <pc:sldMk cId="4048553935" sldId="2147480833"/>
            <ac:spMk id="48" creationId="{E14C1DC2-0328-A4C2-9E67-57FB19BA09EA}"/>
          </ac:spMkLst>
        </pc:spChg>
        <pc:spChg chg="add mod">
          <ac:chgData name="Takeuchi, Koichiro" userId="b3848a05-443b-4434-8fa5-7398ca0c03c9" providerId="ADAL" clId="{8AE3A369-E55C-4573-8F49-6E668EF80783}" dt="2024-07-03T11:30:05.002" v="8629" actId="207"/>
          <ac:spMkLst>
            <pc:docMk/>
            <pc:sldMk cId="4048553935" sldId="2147480833"/>
            <ac:spMk id="49" creationId="{A75C6212-14F7-8248-16B4-8C6FF8EB5BF7}"/>
          </ac:spMkLst>
        </pc:spChg>
        <pc:spChg chg="add del mod">
          <ac:chgData name="Takeuchi, Koichiro" userId="b3848a05-443b-4434-8fa5-7398ca0c03c9" providerId="ADAL" clId="{8AE3A369-E55C-4573-8F49-6E668EF80783}" dt="2024-07-12T00:01:40.581" v="19095" actId="478"/>
          <ac:spMkLst>
            <pc:docMk/>
            <pc:sldMk cId="4048553935" sldId="2147480833"/>
            <ac:spMk id="50" creationId="{CB8E9E37-1612-F267-41BF-C75B2C9FC81E}"/>
          </ac:spMkLst>
        </pc:spChg>
        <pc:spChg chg="add mod">
          <ac:chgData name="Takeuchi, Koichiro" userId="b3848a05-443b-4434-8fa5-7398ca0c03c9" providerId="ADAL" clId="{8AE3A369-E55C-4573-8F49-6E668EF80783}" dt="2024-07-03T11:30:05.002" v="8629" actId="207"/>
          <ac:spMkLst>
            <pc:docMk/>
            <pc:sldMk cId="4048553935" sldId="2147480833"/>
            <ac:spMk id="53" creationId="{69F9B7B4-9037-9389-C720-9D3F7FB92155}"/>
          </ac:spMkLst>
        </pc:spChg>
        <pc:spChg chg="add mod">
          <ac:chgData name="Takeuchi, Koichiro" userId="b3848a05-443b-4434-8fa5-7398ca0c03c9" providerId="ADAL" clId="{8AE3A369-E55C-4573-8F49-6E668EF80783}" dt="2024-07-03T11:30:20.993" v="8630" actId="207"/>
          <ac:spMkLst>
            <pc:docMk/>
            <pc:sldMk cId="4048553935" sldId="2147480833"/>
            <ac:spMk id="54" creationId="{20E8816E-B6F2-6649-AE24-63169D4C7A4D}"/>
          </ac:spMkLst>
        </pc:spChg>
        <pc:spChg chg="add mod">
          <ac:chgData name="Takeuchi, Koichiro" userId="b3848a05-443b-4434-8fa5-7398ca0c03c9" providerId="ADAL" clId="{8AE3A369-E55C-4573-8F49-6E668EF80783}" dt="2024-07-03T11:30:05.002" v="8629" actId="207"/>
          <ac:spMkLst>
            <pc:docMk/>
            <pc:sldMk cId="4048553935" sldId="2147480833"/>
            <ac:spMk id="55" creationId="{471C1036-55B1-00A6-EF71-3B3CA3B2CC00}"/>
          </ac:spMkLst>
        </pc:spChg>
        <pc:spChg chg="add mod">
          <ac:chgData name="Takeuchi, Koichiro" userId="b3848a05-443b-4434-8fa5-7398ca0c03c9" providerId="ADAL" clId="{8AE3A369-E55C-4573-8F49-6E668EF80783}" dt="2024-07-03T11:30:05.002" v="8629" actId="207"/>
          <ac:spMkLst>
            <pc:docMk/>
            <pc:sldMk cId="4048553935" sldId="2147480833"/>
            <ac:spMk id="56" creationId="{CB18D79F-F01C-DA1F-64C9-1A07FD5FB997}"/>
          </ac:spMkLst>
        </pc:spChg>
        <pc:spChg chg="add mod">
          <ac:chgData name="Takeuchi, Koichiro" userId="b3848a05-443b-4434-8fa5-7398ca0c03c9" providerId="ADAL" clId="{8AE3A369-E55C-4573-8F49-6E668EF80783}" dt="2024-07-03T11:30:05.002" v="8629" actId="207"/>
          <ac:spMkLst>
            <pc:docMk/>
            <pc:sldMk cId="4048553935" sldId="2147480833"/>
            <ac:spMk id="57" creationId="{9A8A523C-F519-8EDF-2BFE-39D3D400E8B6}"/>
          </ac:spMkLst>
        </pc:spChg>
        <pc:spChg chg="add mod">
          <ac:chgData name="Takeuchi, Koichiro" userId="b3848a05-443b-4434-8fa5-7398ca0c03c9" providerId="ADAL" clId="{8AE3A369-E55C-4573-8F49-6E668EF80783}" dt="2024-07-03T11:30:05.002" v="8629" actId="207"/>
          <ac:spMkLst>
            <pc:docMk/>
            <pc:sldMk cId="4048553935" sldId="2147480833"/>
            <ac:spMk id="58" creationId="{AF262FBE-E372-52E8-572A-5E9128293FFD}"/>
          </ac:spMkLst>
        </pc:spChg>
        <pc:spChg chg="add mod">
          <ac:chgData name="Takeuchi, Koichiro" userId="b3848a05-443b-4434-8fa5-7398ca0c03c9" providerId="ADAL" clId="{8AE3A369-E55C-4573-8F49-6E668EF80783}" dt="2024-07-03T11:30:05.002" v="8629" actId="207"/>
          <ac:spMkLst>
            <pc:docMk/>
            <pc:sldMk cId="4048553935" sldId="2147480833"/>
            <ac:spMk id="59" creationId="{282DB6E1-7718-AC05-01CA-F1F9993AAE73}"/>
          </ac:spMkLst>
        </pc:spChg>
        <pc:spChg chg="add mod">
          <ac:chgData name="Takeuchi, Koichiro" userId="b3848a05-443b-4434-8fa5-7398ca0c03c9" providerId="ADAL" clId="{8AE3A369-E55C-4573-8F49-6E668EF80783}" dt="2024-07-03T11:30:20.993" v="8630" actId="207"/>
          <ac:spMkLst>
            <pc:docMk/>
            <pc:sldMk cId="4048553935" sldId="2147480833"/>
            <ac:spMk id="60" creationId="{8DC4E122-EBD7-8B74-4122-C2D5ADA26C01}"/>
          </ac:spMkLst>
        </pc:spChg>
        <pc:spChg chg="add mod">
          <ac:chgData name="Takeuchi, Koichiro" userId="b3848a05-443b-4434-8fa5-7398ca0c03c9" providerId="ADAL" clId="{8AE3A369-E55C-4573-8F49-6E668EF80783}" dt="2024-07-03T11:30:05.002" v="8629" actId="207"/>
          <ac:spMkLst>
            <pc:docMk/>
            <pc:sldMk cId="4048553935" sldId="2147480833"/>
            <ac:spMk id="61" creationId="{2484D56B-E34B-4E8E-47C2-2471626707FA}"/>
          </ac:spMkLst>
        </pc:spChg>
        <pc:spChg chg="add mod">
          <ac:chgData name="Takeuchi, Koichiro" userId="b3848a05-443b-4434-8fa5-7398ca0c03c9" providerId="ADAL" clId="{8AE3A369-E55C-4573-8F49-6E668EF80783}" dt="2024-07-03T11:30:05.002" v="8629" actId="207"/>
          <ac:spMkLst>
            <pc:docMk/>
            <pc:sldMk cId="4048553935" sldId="2147480833"/>
            <ac:spMk id="62" creationId="{F2E29107-A1BE-8E91-E320-73AB83D50739}"/>
          </ac:spMkLst>
        </pc:spChg>
        <pc:spChg chg="add mod">
          <ac:chgData name="Takeuchi, Koichiro" userId="b3848a05-443b-4434-8fa5-7398ca0c03c9" providerId="ADAL" clId="{8AE3A369-E55C-4573-8F49-6E668EF80783}" dt="2024-07-03T11:30:05.002" v="8629" actId="207"/>
          <ac:spMkLst>
            <pc:docMk/>
            <pc:sldMk cId="4048553935" sldId="2147480833"/>
            <ac:spMk id="63" creationId="{0F3FEEE5-2AC4-3DAB-D181-58A946C14C2F}"/>
          </ac:spMkLst>
        </pc:spChg>
        <pc:spChg chg="add mod">
          <ac:chgData name="Takeuchi, Koichiro" userId="b3848a05-443b-4434-8fa5-7398ca0c03c9" providerId="ADAL" clId="{8AE3A369-E55C-4573-8F49-6E668EF80783}" dt="2024-07-12T00:03:02.917" v="19105"/>
          <ac:spMkLst>
            <pc:docMk/>
            <pc:sldMk cId="4048553935" sldId="2147480833"/>
            <ac:spMk id="64" creationId="{F6C949E7-D8EE-07D6-1DA6-EEE2E60C3B3B}"/>
          </ac:spMkLst>
        </pc:spChg>
        <pc:spChg chg="add mod">
          <ac:chgData name="Takeuchi, Koichiro" userId="b3848a05-443b-4434-8fa5-7398ca0c03c9" providerId="ADAL" clId="{8AE3A369-E55C-4573-8F49-6E668EF80783}" dt="2024-07-03T11:30:05.002" v="8629" actId="207"/>
          <ac:spMkLst>
            <pc:docMk/>
            <pc:sldMk cId="4048553935" sldId="2147480833"/>
            <ac:spMk id="65" creationId="{49AB85B6-7E04-2D34-2CEA-A9623C459CE9}"/>
          </ac:spMkLst>
        </pc:spChg>
        <pc:spChg chg="add mod">
          <ac:chgData name="Takeuchi, Koichiro" userId="b3848a05-443b-4434-8fa5-7398ca0c03c9" providerId="ADAL" clId="{8AE3A369-E55C-4573-8F49-6E668EF80783}" dt="2024-07-03T11:30:20.993" v="8630" actId="207"/>
          <ac:spMkLst>
            <pc:docMk/>
            <pc:sldMk cId="4048553935" sldId="2147480833"/>
            <ac:spMk id="66" creationId="{E7A5AA01-3CE1-B271-743B-F7B017EB099F}"/>
          </ac:spMkLst>
        </pc:spChg>
        <pc:spChg chg="add mod">
          <ac:chgData name="Takeuchi, Koichiro" userId="b3848a05-443b-4434-8fa5-7398ca0c03c9" providerId="ADAL" clId="{8AE3A369-E55C-4573-8F49-6E668EF80783}" dt="2024-07-03T10:31:04.432" v="5590" actId="1037"/>
          <ac:spMkLst>
            <pc:docMk/>
            <pc:sldMk cId="4048553935" sldId="2147480833"/>
            <ac:spMk id="67" creationId="{3A1C4440-FED8-DF1C-9F53-3C386FBF895A}"/>
          </ac:spMkLst>
        </pc:spChg>
        <pc:spChg chg="add mod">
          <ac:chgData name="Takeuchi, Koichiro" userId="b3848a05-443b-4434-8fa5-7398ca0c03c9" providerId="ADAL" clId="{8AE3A369-E55C-4573-8F49-6E668EF80783}" dt="2024-07-03T10:42:37.739" v="6197" actId="465"/>
          <ac:spMkLst>
            <pc:docMk/>
            <pc:sldMk cId="4048553935" sldId="2147480833"/>
            <ac:spMk id="68" creationId="{B404D93B-51B2-B1FD-1ACA-80A2DA72A2BA}"/>
          </ac:spMkLst>
        </pc:spChg>
        <pc:spChg chg="add mod">
          <ac:chgData name="Takeuchi, Koichiro" userId="b3848a05-443b-4434-8fa5-7398ca0c03c9" providerId="ADAL" clId="{8AE3A369-E55C-4573-8F49-6E668EF80783}" dt="2024-07-03T10:42:37.739" v="6197" actId="465"/>
          <ac:spMkLst>
            <pc:docMk/>
            <pc:sldMk cId="4048553935" sldId="2147480833"/>
            <ac:spMk id="69" creationId="{61764C8A-A166-829B-FC1A-810A5620C1E3}"/>
          </ac:spMkLst>
        </pc:spChg>
        <pc:spChg chg="add mod">
          <ac:chgData name="Takeuchi, Koichiro" userId="b3848a05-443b-4434-8fa5-7398ca0c03c9" providerId="ADAL" clId="{8AE3A369-E55C-4573-8F49-6E668EF80783}" dt="2024-07-03T10:42:37.739" v="6197" actId="465"/>
          <ac:spMkLst>
            <pc:docMk/>
            <pc:sldMk cId="4048553935" sldId="2147480833"/>
            <ac:spMk id="70" creationId="{8D6B50F1-D31F-31FD-BF6F-6379176FE413}"/>
          </ac:spMkLst>
        </pc:spChg>
        <pc:spChg chg="add mod">
          <ac:chgData name="Takeuchi, Koichiro" userId="b3848a05-443b-4434-8fa5-7398ca0c03c9" providerId="ADAL" clId="{8AE3A369-E55C-4573-8F49-6E668EF80783}" dt="2024-07-03T10:42:37.739" v="6197" actId="465"/>
          <ac:spMkLst>
            <pc:docMk/>
            <pc:sldMk cId="4048553935" sldId="2147480833"/>
            <ac:spMk id="71" creationId="{5D0A430A-8D2B-FA23-A223-086A02356E19}"/>
          </ac:spMkLst>
        </pc:spChg>
        <pc:spChg chg="add mod">
          <ac:chgData name="Takeuchi, Koichiro" userId="b3848a05-443b-4434-8fa5-7398ca0c03c9" providerId="ADAL" clId="{8AE3A369-E55C-4573-8F49-6E668EF80783}" dt="2024-07-03T10:42:37.739" v="6197" actId="465"/>
          <ac:spMkLst>
            <pc:docMk/>
            <pc:sldMk cId="4048553935" sldId="2147480833"/>
            <ac:spMk id="72" creationId="{6EBD7034-538D-D8D5-2960-1D9D4B7829AF}"/>
          </ac:spMkLst>
        </pc:spChg>
        <pc:spChg chg="add mod">
          <ac:chgData name="Takeuchi, Koichiro" userId="b3848a05-443b-4434-8fa5-7398ca0c03c9" providerId="ADAL" clId="{8AE3A369-E55C-4573-8F49-6E668EF80783}" dt="2024-07-03T11:31:06.975" v="8653"/>
          <ac:spMkLst>
            <pc:docMk/>
            <pc:sldMk cId="4048553935" sldId="2147480833"/>
            <ac:spMk id="73" creationId="{6A31A565-3E4A-0907-DEFE-258657F63D60}"/>
          </ac:spMkLst>
        </pc:spChg>
        <pc:spChg chg="add mod">
          <ac:chgData name="Takeuchi, Koichiro" userId="b3848a05-443b-4434-8fa5-7398ca0c03c9" providerId="ADAL" clId="{8AE3A369-E55C-4573-8F49-6E668EF80783}" dt="2024-07-03T10:42:37.739" v="6197" actId="465"/>
          <ac:spMkLst>
            <pc:docMk/>
            <pc:sldMk cId="4048553935" sldId="2147480833"/>
            <ac:spMk id="74" creationId="{D18F1ECA-D541-9B0D-509C-11292B1C707F}"/>
          </ac:spMkLst>
        </pc:spChg>
        <pc:spChg chg="del">
          <ac:chgData name="Takeuchi, Koichiro" userId="b3848a05-443b-4434-8fa5-7398ca0c03c9" providerId="ADAL" clId="{8AE3A369-E55C-4573-8F49-6E668EF80783}" dt="2024-07-03T01:14:44.211" v="1312" actId="478"/>
          <ac:spMkLst>
            <pc:docMk/>
            <pc:sldMk cId="4048553935" sldId="2147480833"/>
            <ac:spMk id="75" creationId="{259D5601-F7A4-9E37-5B38-041897564AC6}"/>
          </ac:spMkLst>
        </pc:spChg>
        <pc:spChg chg="mod">
          <ac:chgData name="Takeuchi, Koichiro" userId="b3848a05-443b-4434-8fa5-7398ca0c03c9" providerId="ADAL" clId="{8AE3A369-E55C-4573-8F49-6E668EF80783}" dt="2024-07-12T00:00:49.835" v="19066"/>
          <ac:spMkLst>
            <pc:docMk/>
            <pc:sldMk cId="4048553935" sldId="2147480833"/>
            <ac:spMk id="75" creationId="{4D28DCD2-3B38-C242-9FC6-493D0D964D34}"/>
          </ac:spMkLst>
        </pc:spChg>
        <pc:spChg chg="add mod">
          <ac:chgData name="Takeuchi, Koichiro" userId="b3848a05-443b-4434-8fa5-7398ca0c03c9" providerId="ADAL" clId="{8AE3A369-E55C-4573-8F49-6E668EF80783}" dt="2024-07-03T10:42:37.739" v="6197" actId="465"/>
          <ac:spMkLst>
            <pc:docMk/>
            <pc:sldMk cId="4048553935" sldId="2147480833"/>
            <ac:spMk id="76" creationId="{17E8C073-662A-502D-2202-B793038E4FB2}"/>
          </ac:spMkLst>
        </pc:spChg>
        <pc:spChg chg="add del mod">
          <ac:chgData name="Takeuchi, Koichiro" userId="b3848a05-443b-4434-8fa5-7398ca0c03c9" providerId="ADAL" clId="{8AE3A369-E55C-4573-8F49-6E668EF80783}" dt="2024-07-12T00:01:40.581" v="19095" actId="478"/>
          <ac:spMkLst>
            <pc:docMk/>
            <pc:sldMk cId="4048553935" sldId="2147480833"/>
            <ac:spMk id="77" creationId="{77563EB6-2893-0B67-1344-974C8E77DF8D}"/>
          </ac:spMkLst>
        </pc:spChg>
        <pc:spChg chg="add mod">
          <ac:chgData name="Takeuchi, Koichiro" userId="b3848a05-443b-4434-8fa5-7398ca0c03c9" providerId="ADAL" clId="{8AE3A369-E55C-4573-8F49-6E668EF80783}" dt="2024-07-12T00:58:24.069" v="20565" actId="1076"/>
          <ac:spMkLst>
            <pc:docMk/>
            <pc:sldMk cId="4048553935" sldId="2147480833"/>
            <ac:spMk id="78" creationId="{E4AEAC44-03FC-0C44-1F4E-E3EBFDF5071E}"/>
          </ac:spMkLst>
        </pc:spChg>
        <pc:spChg chg="add mod">
          <ac:chgData name="Takeuchi, Koichiro" userId="b3848a05-443b-4434-8fa5-7398ca0c03c9" providerId="ADAL" clId="{8AE3A369-E55C-4573-8F49-6E668EF80783}" dt="2024-07-03T10:42:37.739" v="6197" actId="465"/>
          <ac:spMkLst>
            <pc:docMk/>
            <pc:sldMk cId="4048553935" sldId="2147480833"/>
            <ac:spMk id="79" creationId="{0AD0D53D-8684-9D05-89E1-0C1366B5C32A}"/>
          </ac:spMkLst>
        </pc:spChg>
        <pc:spChg chg="add mod">
          <ac:chgData name="Takeuchi, Koichiro" userId="b3848a05-443b-4434-8fa5-7398ca0c03c9" providerId="ADAL" clId="{8AE3A369-E55C-4573-8F49-6E668EF80783}" dt="2024-07-03T10:42:37.739" v="6197" actId="465"/>
          <ac:spMkLst>
            <pc:docMk/>
            <pc:sldMk cId="4048553935" sldId="2147480833"/>
            <ac:spMk id="80" creationId="{983D8F6A-BD52-10FC-030A-EBB13BDDA401}"/>
          </ac:spMkLst>
        </pc:spChg>
        <pc:spChg chg="add mod">
          <ac:chgData name="Takeuchi, Koichiro" userId="b3848a05-443b-4434-8fa5-7398ca0c03c9" providerId="ADAL" clId="{8AE3A369-E55C-4573-8F49-6E668EF80783}" dt="2024-07-03T10:42:37.739" v="6197" actId="465"/>
          <ac:spMkLst>
            <pc:docMk/>
            <pc:sldMk cId="4048553935" sldId="2147480833"/>
            <ac:spMk id="81" creationId="{EFFEDC3F-1BED-EB59-2797-D5C7F42501F0}"/>
          </ac:spMkLst>
        </pc:spChg>
        <pc:spChg chg="add mod">
          <ac:chgData name="Takeuchi, Koichiro" userId="b3848a05-443b-4434-8fa5-7398ca0c03c9" providerId="ADAL" clId="{8AE3A369-E55C-4573-8F49-6E668EF80783}" dt="2024-07-12T00:08:10.486" v="19351" actId="207"/>
          <ac:spMkLst>
            <pc:docMk/>
            <pc:sldMk cId="4048553935" sldId="2147480833"/>
            <ac:spMk id="82" creationId="{658DB428-1FDD-A7D2-46D1-C508DE96081A}"/>
          </ac:spMkLst>
        </pc:spChg>
        <pc:spChg chg="add mod">
          <ac:chgData name="Takeuchi, Koichiro" userId="b3848a05-443b-4434-8fa5-7398ca0c03c9" providerId="ADAL" clId="{8AE3A369-E55C-4573-8F49-6E668EF80783}" dt="2024-07-03T10:42:37.739" v="6197" actId="465"/>
          <ac:spMkLst>
            <pc:docMk/>
            <pc:sldMk cId="4048553935" sldId="2147480833"/>
            <ac:spMk id="83" creationId="{BF1CB10D-9064-A79F-ECB1-4665A25F1DFD}"/>
          </ac:spMkLst>
        </pc:spChg>
        <pc:spChg chg="add mod">
          <ac:chgData name="Takeuchi, Koichiro" userId="b3848a05-443b-4434-8fa5-7398ca0c03c9" providerId="ADAL" clId="{8AE3A369-E55C-4573-8F49-6E668EF80783}" dt="2024-07-03T10:42:24.006" v="6195" actId="1035"/>
          <ac:spMkLst>
            <pc:docMk/>
            <pc:sldMk cId="4048553935" sldId="2147480833"/>
            <ac:spMk id="84" creationId="{A54D528C-5D56-F96E-2EEB-63AE7C5041F9}"/>
          </ac:spMkLst>
        </pc:spChg>
        <pc:spChg chg="mod">
          <ac:chgData name="Takeuchi, Koichiro" userId="b3848a05-443b-4434-8fa5-7398ca0c03c9" providerId="ADAL" clId="{8AE3A369-E55C-4573-8F49-6E668EF80783}" dt="2024-07-03T01:45:11.237" v="3888" actId="20577"/>
          <ac:spMkLst>
            <pc:docMk/>
            <pc:sldMk cId="4048553935" sldId="2147480833"/>
            <ac:spMk id="87" creationId="{52308AAA-23D3-4DBA-059D-30065E6873DA}"/>
          </ac:spMkLst>
        </pc:spChg>
        <pc:spChg chg="mod">
          <ac:chgData name="Takeuchi, Koichiro" userId="b3848a05-443b-4434-8fa5-7398ca0c03c9" providerId="ADAL" clId="{8AE3A369-E55C-4573-8F49-6E668EF80783}" dt="2024-07-03T01:45:51.882" v="3913" actId="20577"/>
          <ac:spMkLst>
            <pc:docMk/>
            <pc:sldMk cId="4048553935" sldId="2147480833"/>
            <ac:spMk id="90" creationId="{2234EB1F-7358-0707-BBAC-D0DD65331314}"/>
          </ac:spMkLst>
        </pc:spChg>
        <pc:spChg chg="add mod">
          <ac:chgData name="Takeuchi, Koichiro" userId="b3848a05-443b-4434-8fa5-7398ca0c03c9" providerId="ADAL" clId="{8AE3A369-E55C-4573-8F49-6E668EF80783}" dt="2024-07-03T11:32:09.406" v="8686" actId="20577"/>
          <ac:spMkLst>
            <pc:docMk/>
            <pc:sldMk cId="4048553935" sldId="2147480833"/>
            <ac:spMk id="91" creationId="{D5494E2A-554C-9928-A636-2F5C1D207D34}"/>
          </ac:spMkLst>
        </pc:spChg>
        <pc:spChg chg="add mod">
          <ac:chgData name="Takeuchi, Koichiro" userId="b3848a05-443b-4434-8fa5-7398ca0c03c9" providerId="ADAL" clId="{8AE3A369-E55C-4573-8F49-6E668EF80783}" dt="2024-07-03T10:42:32.233" v="6196" actId="465"/>
          <ac:spMkLst>
            <pc:docMk/>
            <pc:sldMk cId="4048553935" sldId="2147480833"/>
            <ac:spMk id="92" creationId="{6C260746-7787-3B65-0EA6-C78282F0808A}"/>
          </ac:spMkLst>
        </pc:spChg>
        <pc:spChg chg="add mod">
          <ac:chgData name="Takeuchi, Koichiro" userId="b3848a05-443b-4434-8fa5-7398ca0c03c9" providerId="ADAL" clId="{8AE3A369-E55C-4573-8F49-6E668EF80783}" dt="2024-07-03T11:32:11.510" v="8688" actId="20577"/>
          <ac:spMkLst>
            <pc:docMk/>
            <pc:sldMk cId="4048553935" sldId="2147480833"/>
            <ac:spMk id="93" creationId="{03DCCEF6-EDAE-E03E-60EB-D6AA5475BA19}"/>
          </ac:spMkLst>
        </pc:spChg>
        <pc:spChg chg="add mod">
          <ac:chgData name="Takeuchi, Koichiro" userId="b3848a05-443b-4434-8fa5-7398ca0c03c9" providerId="ADAL" clId="{8AE3A369-E55C-4573-8F49-6E668EF80783}" dt="2024-07-03T10:42:32.233" v="6196" actId="465"/>
          <ac:spMkLst>
            <pc:docMk/>
            <pc:sldMk cId="4048553935" sldId="2147480833"/>
            <ac:spMk id="94" creationId="{F53D39E3-3C64-0C3E-F86F-61E3FD1492C3}"/>
          </ac:spMkLst>
        </pc:spChg>
        <pc:spChg chg="add mod">
          <ac:chgData name="Takeuchi, Koichiro" userId="b3848a05-443b-4434-8fa5-7398ca0c03c9" providerId="ADAL" clId="{8AE3A369-E55C-4573-8F49-6E668EF80783}" dt="2024-07-03T10:42:32.233" v="6196" actId="465"/>
          <ac:spMkLst>
            <pc:docMk/>
            <pc:sldMk cId="4048553935" sldId="2147480833"/>
            <ac:spMk id="95" creationId="{8A9E3F86-BBA2-CD50-C086-E9AAD831185D}"/>
          </ac:spMkLst>
        </pc:spChg>
        <pc:spChg chg="add mod">
          <ac:chgData name="Takeuchi, Koichiro" userId="b3848a05-443b-4434-8fa5-7398ca0c03c9" providerId="ADAL" clId="{8AE3A369-E55C-4573-8F49-6E668EF80783}" dt="2024-07-03T10:42:32.233" v="6196" actId="465"/>
          <ac:spMkLst>
            <pc:docMk/>
            <pc:sldMk cId="4048553935" sldId="2147480833"/>
            <ac:spMk id="96" creationId="{8B422858-1781-34DD-5893-487D4ABE2569}"/>
          </ac:spMkLst>
        </pc:spChg>
        <pc:spChg chg="add mod">
          <ac:chgData name="Takeuchi, Koichiro" userId="b3848a05-443b-4434-8fa5-7398ca0c03c9" providerId="ADAL" clId="{8AE3A369-E55C-4573-8F49-6E668EF80783}" dt="2024-07-03T10:42:32.233" v="6196" actId="465"/>
          <ac:spMkLst>
            <pc:docMk/>
            <pc:sldMk cId="4048553935" sldId="2147480833"/>
            <ac:spMk id="97" creationId="{D36755E5-E797-E8C9-6F06-E3345C787E8F}"/>
          </ac:spMkLst>
        </pc:spChg>
        <pc:spChg chg="add mod">
          <ac:chgData name="Takeuchi, Koichiro" userId="b3848a05-443b-4434-8fa5-7398ca0c03c9" providerId="ADAL" clId="{8AE3A369-E55C-4573-8F49-6E668EF80783}" dt="2024-07-03T10:42:32.233" v="6196" actId="465"/>
          <ac:spMkLst>
            <pc:docMk/>
            <pc:sldMk cId="4048553935" sldId="2147480833"/>
            <ac:spMk id="98" creationId="{094EA698-24DD-2D64-B461-322B47F30378}"/>
          </ac:spMkLst>
        </pc:spChg>
        <pc:spChg chg="add mod">
          <ac:chgData name="Takeuchi, Koichiro" userId="b3848a05-443b-4434-8fa5-7398ca0c03c9" providerId="ADAL" clId="{8AE3A369-E55C-4573-8F49-6E668EF80783}" dt="2024-07-03T10:42:32.233" v="6196" actId="465"/>
          <ac:spMkLst>
            <pc:docMk/>
            <pc:sldMk cId="4048553935" sldId="2147480833"/>
            <ac:spMk id="99" creationId="{8EA22104-19FC-9FA7-2EB8-684ED287A52D}"/>
          </ac:spMkLst>
        </pc:spChg>
        <pc:spChg chg="add mod">
          <ac:chgData name="Takeuchi, Koichiro" userId="b3848a05-443b-4434-8fa5-7398ca0c03c9" providerId="ADAL" clId="{8AE3A369-E55C-4573-8F49-6E668EF80783}" dt="2024-07-03T10:42:32.233" v="6196" actId="465"/>
          <ac:spMkLst>
            <pc:docMk/>
            <pc:sldMk cId="4048553935" sldId="2147480833"/>
            <ac:spMk id="100" creationId="{FDB668D4-20A6-D4E5-CA60-79393E041CDA}"/>
          </ac:spMkLst>
        </pc:spChg>
        <pc:spChg chg="add mod">
          <ac:chgData name="Takeuchi, Koichiro" userId="b3848a05-443b-4434-8fa5-7398ca0c03c9" providerId="ADAL" clId="{8AE3A369-E55C-4573-8F49-6E668EF80783}" dt="2024-07-03T11:32:29.404" v="8739" actId="20577"/>
          <ac:spMkLst>
            <pc:docMk/>
            <pc:sldMk cId="4048553935" sldId="2147480833"/>
            <ac:spMk id="101" creationId="{53DEB7EA-547D-0D41-2105-639D6406EB78}"/>
          </ac:spMkLst>
        </pc:spChg>
        <pc:spChg chg="add mod">
          <ac:chgData name="Takeuchi, Koichiro" userId="b3848a05-443b-4434-8fa5-7398ca0c03c9" providerId="ADAL" clId="{8AE3A369-E55C-4573-8F49-6E668EF80783}" dt="2024-07-03T10:42:32.233" v="6196" actId="465"/>
          <ac:spMkLst>
            <pc:docMk/>
            <pc:sldMk cId="4048553935" sldId="2147480833"/>
            <ac:spMk id="102" creationId="{65AF4625-EB88-757F-CB69-0651DAA91ECA}"/>
          </ac:spMkLst>
        </pc:spChg>
        <pc:spChg chg="add mod">
          <ac:chgData name="Takeuchi, Koichiro" userId="b3848a05-443b-4434-8fa5-7398ca0c03c9" providerId="ADAL" clId="{8AE3A369-E55C-4573-8F49-6E668EF80783}" dt="2024-07-03T10:42:32.233" v="6196" actId="465"/>
          <ac:spMkLst>
            <pc:docMk/>
            <pc:sldMk cId="4048553935" sldId="2147480833"/>
            <ac:spMk id="103" creationId="{982A4875-0261-2419-8867-1FF5AF269E77}"/>
          </ac:spMkLst>
        </pc:spChg>
        <pc:spChg chg="add mod">
          <ac:chgData name="Takeuchi, Koichiro" userId="b3848a05-443b-4434-8fa5-7398ca0c03c9" providerId="ADAL" clId="{8AE3A369-E55C-4573-8F49-6E668EF80783}" dt="2024-07-03T10:42:32.233" v="6196" actId="465"/>
          <ac:spMkLst>
            <pc:docMk/>
            <pc:sldMk cId="4048553935" sldId="2147480833"/>
            <ac:spMk id="104" creationId="{53354AB1-71B9-CD59-E83B-003057016691}"/>
          </ac:spMkLst>
        </pc:spChg>
        <pc:spChg chg="add mod">
          <ac:chgData name="Takeuchi, Koichiro" userId="b3848a05-443b-4434-8fa5-7398ca0c03c9" providerId="ADAL" clId="{8AE3A369-E55C-4573-8F49-6E668EF80783}" dt="2024-07-03T10:42:24.006" v="6195" actId="1035"/>
          <ac:spMkLst>
            <pc:docMk/>
            <pc:sldMk cId="4048553935" sldId="2147480833"/>
            <ac:spMk id="105" creationId="{99B22893-E6B8-7B22-AA88-BB875987B864}"/>
          </ac:spMkLst>
        </pc:spChg>
        <pc:spChg chg="mod">
          <ac:chgData name="Takeuchi, Koichiro" userId="b3848a05-443b-4434-8fa5-7398ca0c03c9" providerId="ADAL" clId="{8AE3A369-E55C-4573-8F49-6E668EF80783}" dt="2024-07-03T06:36:29.535" v="5084" actId="20577"/>
          <ac:spMkLst>
            <pc:docMk/>
            <pc:sldMk cId="4048553935" sldId="2147480833"/>
            <ac:spMk id="108" creationId="{45F6A10C-B452-1078-4979-B91ED759C15D}"/>
          </ac:spMkLst>
        </pc:spChg>
        <pc:spChg chg="add del mod">
          <ac:chgData name="Takeuchi, Koichiro" userId="b3848a05-443b-4434-8fa5-7398ca0c03c9" providerId="ADAL" clId="{8AE3A369-E55C-4573-8F49-6E668EF80783}" dt="2024-07-03T11:16:58.671" v="8033" actId="21"/>
          <ac:spMkLst>
            <pc:docMk/>
            <pc:sldMk cId="4048553935" sldId="2147480833"/>
            <ac:spMk id="110" creationId="{FAF3144E-B0A2-F9B7-3447-FE8D88991A4B}"/>
          </ac:spMkLst>
        </pc:spChg>
        <pc:spChg chg="mod topLvl">
          <ac:chgData name="Takeuchi, Koichiro" userId="b3848a05-443b-4434-8fa5-7398ca0c03c9" providerId="ADAL" clId="{8AE3A369-E55C-4573-8F49-6E668EF80783}" dt="2024-07-12T00:01:02.253" v="19090" actId="20577"/>
          <ac:spMkLst>
            <pc:docMk/>
            <pc:sldMk cId="4048553935" sldId="2147480833"/>
            <ac:spMk id="178" creationId="{2B563CE4-997C-0671-1FC0-EF6FB12FF81E}"/>
          </ac:spMkLst>
        </pc:spChg>
        <pc:spChg chg="mod topLvl">
          <ac:chgData name="Takeuchi, Koichiro" userId="b3848a05-443b-4434-8fa5-7398ca0c03c9" providerId="ADAL" clId="{8AE3A369-E55C-4573-8F49-6E668EF80783}" dt="2024-07-03T10:42:47.254" v="6199" actId="465"/>
          <ac:spMkLst>
            <pc:docMk/>
            <pc:sldMk cId="4048553935" sldId="2147480833"/>
            <ac:spMk id="179" creationId="{662C7231-C89D-AD70-52F5-24E6573A6A5A}"/>
          </ac:spMkLst>
        </pc:spChg>
        <pc:spChg chg="mod topLvl">
          <ac:chgData name="Takeuchi, Koichiro" userId="b3848a05-443b-4434-8fa5-7398ca0c03c9" providerId="ADAL" clId="{8AE3A369-E55C-4573-8F49-6E668EF80783}" dt="2024-07-12T00:01:08.897" v="19091"/>
          <ac:spMkLst>
            <pc:docMk/>
            <pc:sldMk cId="4048553935" sldId="2147480833"/>
            <ac:spMk id="181" creationId="{7CC81AB1-594D-AFC0-78BD-DD4119777380}"/>
          </ac:spMkLst>
        </pc:spChg>
        <pc:spChg chg="mod topLvl">
          <ac:chgData name="Takeuchi, Koichiro" userId="b3848a05-443b-4434-8fa5-7398ca0c03c9" providerId="ADAL" clId="{8AE3A369-E55C-4573-8F49-6E668EF80783}" dt="2024-07-03T10:42:47.254" v="6199" actId="465"/>
          <ac:spMkLst>
            <pc:docMk/>
            <pc:sldMk cId="4048553935" sldId="2147480833"/>
            <ac:spMk id="182" creationId="{7196C57E-D78B-E515-F1E1-EC3D446F3914}"/>
          </ac:spMkLst>
        </pc:spChg>
        <pc:spChg chg="mod topLvl">
          <ac:chgData name="Takeuchi, Koichiro" userId="b3848a05-443b-4434-8fa5-7398ca0c03c9" providerId="ADAL" clId="{8AE3A369-E55C-4573-8F49-6E668EF80783}" dt="2024-07-03T10:42:47.254" v="6199" actId="465"/>
          <ac:spMkLst>
            <pc:docMk/>
            <pc:sldMk cId="4048553935" sldId="2147480833"/>
            <ac:spMk id="183" creationId="{1A18D167-BC4A-F171-4B12-2CE48CBFEEBD}"/>
          </ac:spMkLst>
        </pc:spChg>
        <pc:spChg chg="mod topLvl">
          <ac:chgData name="Takeuchi, Koichiro" userId="b3848a05-443b-4434-8fa5-7398ca0c03c9" providerId="ADAL" clId="{8AE3A369-E55C-4573-8F49-6E668EF80783}" dt="2024-07-12T00:01:35.516" v="19094"/>
          <ac:spMkLst>
            <pc:docMk/>
            <pc:sldMk cId="4048553935" sldId="2147480833"/>
            <ac:spMk id="184" creationId="{07B6781A-0002-6C91-118A-9595F68C98A9}"/>
          </ac:spMkLst>
        </pc:spChg>
        <pc:spChg chg="mod topLvl">
          <ac:chgData name="Takeuchi, Koichiro" userId="b3848a05-443b-4434-8fa5-7398ca0c03c9" providerId="ADAL" clId="{8AE3A369-E55C-4573-8F49-6E668EF80783}" dt="2024-07-03T10:42:47.254" v="6199" actId="465"/>
          <ac:spMkLst>
            <pc:docMk/>
            <pc:sldMk cId="4048553935" sldId="2147480833"/>
            <ac:spMk id="185" creationId="{3090B859-B839-0E03-1FF5-529BE25B523D}"/>
          </ac:spMkLst>
        </pc:spChg>
        <pc:spChg chg="mod topLvl">
          <ac:chgData name="Takeuchi, Koichiro" userId="b3848a05-443b-4434-8fa5-7398ca0c03c9" providerId="ADAL" clId="{8AE3A369-E55C-4573-8F49-6E668EF80783}" dt="2024-07-03T10:42:47.254" v="6199" actId="465"/>
          <ac:spMkLst>
            <pc:docMk/>
            <pc:sldMk cId="4048553935" sldId="2147480833"/>
            <ac:spMk id="186" creationId="{F57B6D85-F5F5-2003-1A35-08ABD8FDC9F0}"/>
          </ac:spMkLst>
        </pc:spChg>
        <pc:spChg chg="mod topLvl">
          <ac:chgData name="Takeuchi, Koichiro" userId="b3848a05-443b-4434-8fa5-7398ca0c03c9" providerId="ADAL" clId="{8AE3A369-E55C-4573-8F49-6E668EF80783}" dt="2024-07-03T10:42:47.254" v="6199" actId="465"/>
          <ac:spMkLst>
            <pc:docMk/>
            <pc:sldMk cId="4048553935" sldId="2147480833"/>
            <ac:spMk id="187" creationId="{AA240F69-AE43-A9F6-02D9-3B3597305FD4}"/>
          </ac:spMkLst>
        </pc:spChg>
        <pc:spChg chg="mod topLvl">
          <ac:chgData name="Takeuchi, Koichiro" userId="b3848a05-443b-4434-8fa5-7398ca0c03c9" providerId="ADAL" clId="{8AE3A369-E55C-4573-8F49-6E668EF80783}" dt="2024-07-03T10:42:47.254" v="6199" actId="465"/>
          <ac:spMkLst>
            <pc:docMk/>
            <pc:sldMk cId="4048553935" sldId="2147480833"/>
            <ac:spMk id="188" creationId="{F4F321B6-A683-A81D-33EC-FA0B944FF201}"/>
          </ac:spMkLst>
        </pc:spChg>
        <pc:spChg chg="mod topLvl">
          <ac:chgData name="Takeuchi, Koichiro" userId="b3848a05-443b-4434-8fa5-7398ca0c03c9" providerId="ADAL" clId="{8AE3A369-E55C-4573-8F49-6E668EF80783}" dt="2024-07-03T10:42:47.254" v="6199" actId="465"/>
          <ac:spMkLst>
            <pc:docMk/>
            <pc:sldMk cId="4048553935" sldId="2147480833"/>
            <ac:spMk id="189" creationId="{E8F97E9A-8132-2D11-6001-9A3F3AECEF9F}"/>
          </ac:spMkLst>
        </pc:spChg>
        <pc:spChg chg="del">
          <ac:chgData name="Takeuchi, Koichiro" userId="b3848a05-443b-4434-8fa5-7398ca0c03c9" providerId="ADAL" clId="{8AE3A369-E55C-4573-8F49-6E668EF80783}" dt="2024-07-03T01:17:44.875" v="1469" actId="478"/>
          <ac:spMkLst>
            <pc:docMk/>
            <pc:sldMk cId="4048553935" sldId="2147480833"/>
            <ac:spMk id="208" creationId="{531F8940-1EFE-DA00-53F1-5015FAE21735}"/>
          </ac:spMkLst>
        </pc:spChg>
        <pc:spChg chg="del">
          <ac:chgData name="Takeuchi, Koichiro" userId="b3848a05-443b-4434-8fa5-7398ca0c03c9" providerId="ADAL" clId="{8AE3A369-E55C-4573-8F49-6E668EF80783}" dt="2024-07-03T01:17:44.875" v="1469" actId="478"/>
          <ac:spMkLst>
            <pc:docMk/>
            <pc:sldMk cId="4048553935" sldId="2147480833"/>
            <ac:spMk id="209" creationId="{30B282B6-9750-FA8B-6C51-A5917F777134}"/>
          </ac:spMkLst>
        </pc:spChg>
        <pc:spChg chg="del">
          <ac:chgData name="Takeuchi, Koichiro" userId="b3848a05-443b-4434-8fa5-7398ca0c03c9" providerId="ADAL" clId="{8AE3A369-E55C-4573-8F49-6E668EF80783}" dt="2024-07-03T01:17:44.875" v="1469" actId="478"/>
          <ac:spMkLst>
            <pc:docMk/>
            <pc:sldMk cId="4048553935" sldId="2147480833"/>
            <ac:spMk id="210" creationId="{35CE46D5-A796-E027-5CAC-CF70DF116A4B}"/>
          </ac:spMkLst>
        </pc:spChg>
        <pc:spChg chg="del">
          <ac:chgData name="Takeuchi, Koichiro" userId="b3848a05-443b-4434-8fa5-7398ca0c03c9" providerId="ADAL" clId="{8AE3A369-E55C-4573-8F49-6E668EF80783}" dt="2024-07-03T01:17:44.875" v="1469" actId="478"/>
          <ac:spMkLst>
            <pc:docMk/>
            <pc:sldMk cId="4048553935" sldId="2147480833"/>
            <ac:spMk id="211" creationId="{AFF9BE76-BCFA-CBD5-8E5B-971A0279D4FD}"/>
          </ac:spMkLst>
        </pc:spChg>
        <pc:spChg chg="del">
          <ac:chgData name="Takeuchi, Koichiro" userId="b3848a05-443b-4434-8fa5-7398ca0c03c9" providerId="ADAL" clId="{8AE3A369-E55C-4573-8F49-6E668EF80783}" dt="2024-07-03T01:17:44.875" v="1469" actId="478"/>
          <ac:spMkLst>
            <pc:docMk/>
            <pc:sldMk cId="4048553935" sldId="2147480833"/>
            <ac:spMk id="212" creationId="{14A9D9A1-4AEE-599B-32A1-C126CF147B38}"/>
          </ac:spMkLst>
        </pc:spChg>
        <pc:spChg chg="del">
          <ac:chgData name="Takeuchi, Koichiro" userId="b3848a05-443b-4434-8fa5-7398ca0c03c9" providerId="ADAL" clId="{8AE3A369-E55C-4573-8F49-6E668EF80783}" dt="2024-07-03T01:17:44.875" v="1469" actId="478"/>
          <ac:spMkLst>
            <pc:docMk/>
            <pc:sldMk cId="4048553935" sldId="2147480833"/>
            <ac:spMk id="213" creationId="{4E7C820E-2345-BB83-143F-E8B2E618B28D}"/>
          </ac:spMkLst>
        </pc:spChg>
        <pc:spChg chg="del">
          <ac:chgData name="Takeuchi, Koichiro" userId="b3848a05-443b-4434-8fa5-7398ca0c03c9" providerId="ADAL" clId="{8AE3A369-E55C-4573-8F49-6E668EF80783}" dt="2024-07-03T01:17:44.875" v="1469" actId="478"/>
          <ac:spMkLst>
            <pc:docMk/>
            <pc:sldMk cId="4048553935" sldId="2147480833"/>
            <ac:spMk id="214" creationId="{8912081A-38C7-6169-5113-49BD0264F6FF}"/>
          </ac:spMkLst>
        </pc:spChg>
        <pc:spChg chg="del">
          <ac:chgData name="Takeuchi, Koichiro" userId="b3848a05-443b-4434-8fa5-7398ca0c03c9" providerId="ADAL" clId="{8AE3A369-E55C-4573-8F49-6E668EF80783}" dt="2024-07-03T01:17:44.875" v="1469" actId="478"/>
          <ac:spMkLst>
            <pc:docMk/>
            <pc:sldMk cId="4048553935" sldId="2147480833"/>
            <ac:spMk id="215" creationId="{43FD22A2-8270-CE73-7B7D-6930666C3742}"/>
          </ac:spMkLst>
        </pc:spChg>
        <pc:spChg chg="del">
          <ac:chgData name="Takeuchi, Koichiro" userId="b3848a05-443b-4434-8fa5-7398ca0c03c9" providerId="ADAL" clId="{8AE3A369-E55C-4573-8F49-6E668EF80783}" dt="2024-07-03T01:17:44.875" v="1469" actId="478"/>
          <ac:spMkLst>
            <pc:docMk/>
            <pc:sldMk cId="4048553935" sldId="2147480833"/>
            <ac:spMk id="216" creationId="{D1D443BD-5FF5-0466-8254-D380AA63B39F}"/>
          </ac:spMkLst>
        </pc:spChg>
        <pc:spChg chg="del">
          <ac:chgData name="Takeuchi, Koichiro" userId="b3848a05-443b-4434-8fa5-7398ca0c03c9" providerId="ADAL" clId="{8AE3A369-E55C-4573-8F49-6E668EF80783}" dt="2024-07-03T01:17:44.875" v="1469" actId="478"/>
          <ac:spMkLst>
            <pc:docMk/>
            <pc:sldMk cId="4048553935" sldId="2147480833"/>
            <ac:spMk id="217" creationId="{040B7B0C-2E0B-336E-FC0D-9741329C79D8}"/>
          </ac:spMkLst>
        </pc:spChg>
        <pc:spChg chg="del">
          <ac:chgData name="Takeuchi, Koichiro" userId="b3848a05-443b-4434-8fa5-7398ca0c03c9" providerId="ADAL" clId="{8AE3A369-E55C-4573-8F49-6E668EF80783}" dt="2024-07-03T01:17:44.875" v="1469" actId="478"/>
          <ac:spMkLst>
            <pc:docMk/>
            <pc:sldMk cId="4048553935" sldId="2147480833"/>
            <ac:spMk id="218" creationId="{C5672CB1-C2C8-588F-CB81-5A4F126EB313}"/>
          </ac:spMkLst>
        </pc:spChg>
        <pc:spChg chg="mod topLvl">
          <ac:chgData name="Takeuchi, Koichiro" userId="b3848a05-443b-4434-8fa5-7398ca0c03c9" providerId="ADAL" clId="{8AE3A369-E55C-4573-8F49-6E668EF80783}" dt="2024-07-12T00:01:20.009" v="19092"/>
          <ac:spMkLst>
            <pc:docMk/>
            <pc:sldMk cId="4048553935" sldId="2147480833"/>
            <ac:spMk id="222" creationId="{35CDF988-BC75-346A-892B-F1012C18B7ED}"/>
          </ac:spMkLst>
        </pc:spChg>
        <pc:spChg chg="del">
          <ac:chgData name="Takeuchi, Koichiro" userId="b3848a05-443b-4434-8fa5-7398ca0c03c9" providerId="ADAL" clId="{8AE3A369-E55C-4573-8F49-6E668EF80783}" dt="2024-07-03T01:17:44.875" v="1469" actId="478"/>
          <ac:spMkLst>
            <pc:docMk/>
            <pc:sldMk cId="4048553935" sldId="2147480833"/>
            <ac:spMk id="224" creationId="{85BC9C2E-C34B-E93D-65E3-92129BE29BF3}"/>
          </ac:spMkLst>
        </pc:spChg>
        <pc:spChg chg="mod topLvl">
          <ac:chgData name="Takeuchi, Koichiro" userId="b3848a05-443b-4434-8fa5-7398ca0c03c9" providerId="ADAL" clId="{8AE3A369-E55C-4573-8F49-6E668EF80783}" dt="2024-07-03T10:42:47.254" v="6199" actId="465"/>
          <ac:spMkLst>
            <pc:docMk/>
            <pc:sldMk cId="4048553935" sldId="2147480833"/>
            <ac:spMk id="225" creationId="{513D32F9-642B-3EFA-3570-EFC5C5499E57}"/>
          </ac:spMkLst>
        </pc:spChg>
        <pc:spChg chg="del">
          <ac:chgData name="Takeuchi, Koichiro" userId="b3848a05-443b-4434-8fa5-7398ca0c03c9" providerId="ADAL" clId="{8AE3A369-E55C-4573-8F49-6E668EF80783}" dt="2024-07-03T01:17:44.875" v="1469" actId="478"/>
          <ac:spMkLst>
            <pc:docMk/>
            <pc:sldMk cId="4048553935" sldId="2147480833"/>
            <ac:spMk id="227" creationId="{3791F0AB-B144-EA72-B581-3B967285A068}"/>
          </ac:spMkLst>
        </pc:spChg>
        <pc:spChg chg="mod topLvl">
          <ac:chgData name="Takeuchi, Koichiro" userId="b3848a05-443b-4434-8fa5-7398ca0c03c9" providerId="ADAL" clId="{8AE3A369-E55C-4573-8F49-6E668EF80783}" dt="2024-07-03T10:42:24.006" v="6195" actId="1035"/>
          <ac:spMkLst>
            <pc:docMk/>
            <pc:sldMk cId="4048553935" sldId="2147480833"/>
            <ac:spMk id="251" creationId="{81507707-9F80-FF46-842A-73FC5851881F}"/>
          </ac:spMkLst>
        </pc:spChg>
        <pc:spChg chg="mod">
          <ac:chgData name="Takeuchi, Koichiro" userId="b3848a05-443b-4434-8fa5-7398ca0c03c9" providerId="ADAL" clId="{8AE3A369-E55C-4573-8F49-6E668EF80783}" dt="2024-07-03T01:17:51.123" v="1470" actId="165"/>
          <ac:spMkLst>
            <pc:docMk/>
            <pc:sldMk cId="4048553935" sldId="2147480833"/>
            <ac:spMk id="255" creationId="{8DF0C800-9480-1D55-C3A5-A90B83D54F6D}"/>
          </ac:spMkLst>
        </pc:spChg>
        <pc:spChg chg="del">
          <ac:chgData name="Takeuchi, Koichiro" userId="b3848a05-443b-4434-8fa5-7398ca0c03c9" providerId="ADAL" clId="{8AE3A369-E55C-4573-8F49-6E668EF80783}" dt="2024-07-03T01:17:44.875" v="1469" actId="478"/>
          <ac:spMkLst>
            <pc:docMk/>
            <pc:sldMk cId="4048553935" sldId="2147480833"/>
            <ac:spMk id="263" creationId="{23249CE0-6054-8C26-59F0-EDA6D641ABCC}"/>
          </ac:spMkLst>
        </pc:spChg>
        <pc:spChg chg="mod topLvl">
          <ac:chgData name="Takeuchi, Koichiro" userId="b3848a05-443b-4434-8fa5-7398ca0c03c9" providerId="ADAL" clId="{8AE3A369-E55C-4573-8F49-6E668EF80783}" dt="2024-07-12T00:01:28.187" v="19093"/>
          <ac:spMkLst>
            <pc:docMk/>
            <pc:sldMk cId="4048553935" sldId="2147480833"/>
            <ac:spMk id="307" creationId="{A30F2A7E-74DF-AB94-8078-83D7E13CCB00}"/>
          </ac:spMkLst>
        </pc:spChg>
        <pc:spChg chg="del">
          <ac:chgData name="Takeuchi, Koichiro" userId="b3848a05-443b-4434-8fa5-7398ca0c03c9" providerId="ADAL" clId="{8AE3A369-E55C-4573-8F49-6E668EF80783}" dt="2024-07-03T01:17:44.875" v="1469" actId="478"/>
          <ac:spMkLst>
            <pc:docMk/>
            <pc:sldMk cId="4048553935" sldId="2147480833"/>
            <ac:spMk id="308" creationId="{48AD3ECE-2A9A-A9F8-0CBE-5B277B5774CE}"/>
          </ac:spMkLst>
        </pc:spChg>
        <pc:grpChg chg="add mod topLvl">
          <ac:chgData name="Takeuchi, Koichiro" userId="b3848a05-443b-4434-8fa5-7398ca0c03c9" providerId="ADAL" clId="{8AE3A369-E55C-4573-8F49-6E668EF80783}" dt="2024-07-03T10:31:04.432" v="5590" actId="1037"/>
          <ac:grpSpMkLst>
            <pc:docMk/>
            <pc:sldMk cId="4048553935" sldId="2147480833"/>
            <ac:grpSpMk id="3" creationId="{BC747C5B-1258-1B05-6052-A8E54E4A9C23}"/>
          </ac:grpSpMkLst>
        </pc:grpChg>
        <pc:grpChg chg="del">
          <ac:chgData name="Takeuchi, Koichiro" userId="b3848a05-443b-4434-8fa5-7398ca0c03c9" providerId="ADAL" clId="{8AE3A369-E55C-4573-8F49-6E668EF80783}" dt="2024-07-03T01:17:51.123" v="1470" actId="165"/>
          <ac:grpSpMkLst>
            <pc:docMk/>
            <pc:sldMk cId="4048553935" sldId="2147480833"/>
            <ac:grpSpMk id="6" creationId="{700CCA30-8242-5458-5993-8558AF2A708C}"/>
          </ac:grpSpMkLst>
        </pc:grpChg>
        <pc:grpChg chg="add del mod">
          <ac:chgData name="Takeuchi, Koichiro" userId="b3848a05-443b-4434-8fa5-7398ca0c03c9" providerId="ADAL" clId="{8AE3A369-E55C-4573-8F49-6E668EF80783}" dt="2024-07-03T10:34:58.229" v="5649" actId="165"/>
          <ac:grpSpMkLst>
            <pc:docMk/>
            <pc:sldMk cId="4048553935" sldId="2147480833"/>
            <ac:grpSpMk id="13" creationId="{A015F0B9-DAAB-7DBB-3E7B-47048048FDAC}"/>
          </ac:grpSpMkLst>
        </pc:grpChg>
        <pc:grpChg chg="add mod topLvl">
          <ac:chgData name="Takeuchi, Koichiro" userId="b3848a05-443b-4434-8fa5-7398ca0c03c9" providerId="ADAL" clId="{8AE3A369-E55C-4573-8F49-6E668EF80783}" dt="2024-07-03T10:31:04.432" v="5590" actId="1037"/>
          <ac:grpSpMkLst>
            <pc:docMk/>
            <pc:sldMk cId="4048553935" sldId="2147480833"/>
            <ac:grpSpMk id="21" creationId="{23ACB24F-859D-466D-63FA-84FA93ED89E9}"/>
          </ac:grpSpMkLst>
        </pc:grpChg>
        <pc:grpChg chg="del">
          <ac:chgData name="Takeuchi, Koichiro" userId="b3848a05-443b-4434-8fa5-7398ca0c03c9" providerId="ADAL" clId="{8AE3A369-E55C-4573-8F49-6E668EF80783}" dt="2024-07-03T01:14:46.884" v="1313" actId="478"/>
          <ac:grpSpMkLst>
            <pc:docMk/>
            <pc:sldMk cId="4048553935" sldId="2147480833"/>
            <ac:grpSpMk id="25" creationId="{2A54FA47-0E35-1A7B-2118-B7581D0D08E2}"/>
          </ac:grpSpMkLst>
        </pc:grpChg>
        <pc:grpChg chg="add mod">
          <ac:chgData name="Takeuchi, Koichiro" userId="b3848a05-443b-4434-8fa5-7398ca0c03c9" providerId="ADAL" clId="{8AE3A369-E55C-4573-8F49-6E668EF80783}" dt="2024-07-03T01:23:08.709" v="1757" actId="164"/>
          <ac:grpSpMkLst>
            <pc:docMk/>
            <pc:sldMk cId="4048553935" sldId="2147480833"/>
            <ac:grpSpMk id="43" creationId="{02F94A99-A38C-F5EB-A733-072F858017E7}"/>
          </ac:grpSpMkLst>
        </pc:grpChg>
        <pc:grpChg chg="del">
          <ac:chgData name="Takeuchi, Koichiro" userId="b3848a05-443b-4434-8fa5-7398ca0c03c9" providerId="ADAL" clId="{8AE3A369-E55C-4573-8F49-6E668EF80783}" dt="2024-07-03T01:14:44.211" v="1312" actId="478"/>
          <ac:grpSpMkLst>
            <pc:docMk/>
            <pc:sldMk cId="4048553935" sldId="2147480833"/>
            <ac:grpSpMk id="44" creationId="{0268E6E6-0163-7AB8-FE04-4731C4A726D4}"/>
          </ac:grpSpMkLst>
        </pc:grpChg>
        <pc:grpChg chg="add del mod">
          <ac:chgData name="Takeuchi, Koichiro" userId="b3848a05-443b-4434-8fa5-7398ca0c03c9" providerId="ADAL" clId="{8AE3A369-E55C-4573-8F49-6E668EF80783}" dt="2024-07-03T01:24:53.747" v="1794" actId="165"/>
          <ac:grpSpMkLst>
            <pc:docMk/>
            <pc:sldMk cId="4048553935" sldId="2147480833"/>
            <ac:grpSpMk id="47" creationId="{D61502B3-B286-BB41-0C7E-9B37B162FDC0}"/>
          </ac:grpSpMkLst>
        </pc:grpChg>
        <pc:grpChg chg="add del mod">
          <ac:chgData name="Takeuchi, Koichiro" userId="b3848a05-443b-4434-8fa5-7398ca0c03c9" providerId="ADAL" clId="{8AE3A369-E55C-4573-8F49-6E668EF80783}" dt="2024-07-03T01:24:13.823" v="1783" actId="165"/>
          <ac:grpSpMkLst>
            <pc:docMk/>
            <pc:sldMk cId="4048553935" sldId="2147480833"/>
            <ac:grpSpMk id="48" creationId="{289A364C-2C1C-41C8-5384-2F9E0736E121}"/>
          </ac:grpSpMkLst>
        </pc:grpChg>
        <pc:grpChg chg="del">
          <ac:chgData name="Takeuchi, Koichiro" userId="b3848a05-443b-4434-8fa5-7398ca0c03c9" providerId="ADAL" clId="{8AE3A369-E55C-4573-8F49-6E668EF80783}" dt="2024-07-03T01:14:44.211" v="1312" actId="478"/>
          <ac:grpSpMkLst>
            <pc:docMk/>
            <pc:sldMk cId="4048553935" sldId="2147480833"/>
            <ac:grpSpMk id="50" creationId="{ACEFCF3C-2616-77E0-F8EF-14862CC5C5D9}"/>
          </ac:grpSpMkLst>
        </pc:grpChg>
        <pc:grpChg chg="add del mod">
          <ac:chgData name="Takeuchi, Koichiro" userId="b3848a05-443b-4434-8fa5-7398ca0c03c9" providerId="ADAL" clId="{8AE3A369-E55C-4573-8F49-6E668EF80783}" dt="2024-07-12T00:01:40.581" v="19095" actId="478"/>
          <ac:grpSpMkLst>
            <pc:docMk/>
            <pc:sldMk cId="4048553935" sldId="2147480833"/>
            <ac:grpSpMk id="51" creationId="{CB9F3C42-5461-A972-FC12-B5C2A9025688}"/>
          </ac:grpSpMkLst>
        </pc:grpChg>
        <pc:grpChg chg="add mod">
          <ac:chgData name="Takeuchi, Koichiro" userId="b3848a05-443b-4434-8fa5-7398ca0c03c9" providerId="ADAL" clId="{8AE3A369-E55C-4573-8F49-6E668EF80783}" dt="2024-07-03T10:31:04.432" v="5590" actId="1037"/>
          <ac:grpSpMkLst>
            <pc:docMk/>
            <pc:sldMk cId="4048553935" sldId="2147480833"/>
            <ac:grpSpMk id="85" creationId="{98EA902E-C8F2-3E15-9B22-E2836288E1CE}"/>
          </ac:grpSpMkLst>
        </pc:grpChg>
        <pc:grpChg chg="add mod">
          <ac:chgData name="Takeuchi, Koichiro" userId="b3848a05-443b-4434-8fa5-7398ca0c03c9" providerId="ADAL" clId="{8AE3A369-E55C-4573-8F49-6E668EF80783}" dt="2024-07-03T10:31:04.432" v="5590" actId="1037"/>
          <ac:grpSpMkLst>
            <pc:docMk/>
            <pc:sldMk cId="4048553935" sldId="2147480833"/>
            <ac:grpSpMk id="88" creationId="{9BBF723B-F9B0-CAE4-3F2F-7F24AD2A065A}"/>
          </ac:grpSpMkLst>
        </pc:grpChg>
        <pc:grpChg chg="add mod">
          <ac:chgData name="Takeuchi, Koichiro" userId="b3848a05-443b-4434-8fa5-7398ca0c03c9" providerId="ADAL" clId="{8AE3A369-E55C-4573-8F49-6E668EF80783}" dt="2024-07-03T10:31:04.432" v="5590" actId="1037"/>
          <ac:grpSpMkLst>
            <pc:docMk/>
            <pc:sldMk cId="4048553935" sldId="2147480833"/>
            <ac:grpSpMk id="106" creationId="{BF88E2C6-2D5E-4B37-BD68-06527234AD6E}"/>
          </ac:grpSpMkLst>
        </pc:grpChg>
        <pc:grpChg chg="del mod topLvl">
          <ac:chgData name="Takeuchi, Koichiro" userId="b3848a05-443b-4434-8fa5-7398ca0c03c9" providerId="ADAL" clId="{8AE3A369-E55C-4573-8F49-6E668EF80783}" dt="2024-07-03T01:19:26.501" v="1535" actId="478"/>
          <ac:grpSpMkLst>
            <pc:docMk/>
            <pc:sldMk cId="4048553935" sldId="2147480833"/>
            <ac:grpSpMk id="253" creationId="{57EDF151-EDB9-13C6-5073-717E1CB3AEBB}"/>
          </ac:grpSpMkLst>
        </pc:grpChg>
        <pc:grpChg chg="del">
          <ac:chgData name="Takeuchi, Koichiro" userId="b3848a05-443b-4434-8fa5-7398ca0c03c9" providerId="ADAL" clId="{8AE3A369-E55C-4573-8F49-6E668EF80783}" dt="2024-07-03T01:17:44.875" v="1469" actId="478"/>
          <ac:grpSpMkLst>
            <pc:docMk/>
            <pc:sldMk cId="4048553935" sldId="2147480833"/>
            <ac:grpSpMk id="259" creationId="{BD742AFC-913D-9D9A-8B50-52664690A895}"/>
          </ac:grpSpMkLst>
        </pc:grpChg>
        <pc:picChg chg="del">
          <ac:chgData name="Takeuchi, Koichiro" userId="b3848a05-443b-4434-8fa5-7398ca0c03c9" providerId="ADAL" clId="{8AE3A369-E55C-4573-8F49-6E668EF80783}" dt="2024-07-03T01:14:44.211" v="1312" actId="478"/>
          <ac:picMkLst>
            <pc:docMk/>
            <pc:sldMk cId="4048553935" sldId="2147480833"/>
            <ac:picMk id="8" creationId="{5D68DA90-B67E-55DC-F4BC-AD4AFF3E6148}"/>
          </ac:picMkLst>
        </pc:picChg>
        <pc:picChg chg="del">
          <ac:chgData name="Takeuchi, Koichiro" userId="b3848a05-443b-4434-8fa5-7398ca0c03c9" providerId="ADAL" clId="{8AE3A369-E55C-4573-8F49-6E668EF80783}" dt="2024-07-03T01:14:44.211" v="1312" actId="478"/>
          <ac:picMkLst>
            <pc:docMk/>
            <pc:sldMk cId="4048553935" sldId="2147480833"/>
            <ac:picMk id="10" creationId="{BE5EFDB0-217F-F65B-CE02-B3E34096D7EA}"/>
          </ac:picMkLst>
        </pc:picChg>
        <pc:picChg chg="del">
          <ac:chgData name="Takeuchi, Koichiro" userId="b3848a05-443b-4434-8fa5-7398ca0c03c9" providerId="ADAL" clId="{8AE3A369-E55C-4573-8F49-6E668EF80783}" dt="2024-07-03T01:14:44.211" v="1312" actId="478"/>
          <ac:picMkLst>
            <pc:docMk/>
            <pc:sldMk cId="4048553935" sldId="2147480833"/>
            <ac:picMk id="11" creationId="{6ACE522A-DB4F-19F1-338C-B761D0B2699E}"/>
          </ac:picMkLst>
        </pc:picChg>
        <pc:cxnChg chg="mod">
          <ac:chgData name="Takeuchi, Koichiro" userId="b3848a05-443b-4434-8fa5-7398ca0c03c9" providerId="ADAL" clId="{8AE3A369-E55C-4573-8F49-6E668EF80783}" dt="2024-07-03T01:24:13.823" v="1783" actId="165"/>
          <ac:cxnSpMkLst>
            <pc:docMk/>
            <pc:sldMk cId="4048553935" sldId="2147480833"/>
            <ac:cxnSpMk id="19" creationId="{65AF378D-5419-089A-8201-184A7561AD20}"/>
          </ac:cxnSpMkLst>
        </pc:cxnChg>
        <pc:cxnChg chg="del mod">
          <ac:chgData name="Takeuchi, Koichiro" userId="b3848a05-443b-4434-8fa5-7398ca0c03c9" providerId="ADAL" clId="{8AE3A369-E55C-4573-8F49-6E668EF80783}" dt="2024-07-03T01:14:44.211" v="1312" actId="478"/>
          <ac:cxnSpMkLst>
            <pc:docMk/>
            <pc:sldMk cId="4048553935" sldId="2147480833"/>
            <ac:cxnSpMk id="22" creationId="{130F5DBF-645B-D8CF-3BD2-17554BC75219}"/>
          </ac:cxnSpMkLst>
        </pc:cxnChg>
        <pc:cxnChg chg="del mod">
          <ac:chgData name="Takeuchi, Koichiro" userId="b3848a05-443b-4434-8fa5-7398ca0c03c9" providerId="ADAL" clId="{8AE3A369-E55C-4573-8F49-6E668EF80783}" dt="2024-07-03T01:14:44.211" v="1312" actId="478"/>
          <ac:cxnSpMkLst>
            <pc:docMk/>
            <pc:sldMk cId="4048553935" sldId="2147480833"/>
            <ac:cxnSpMk id="23" creationId="{9A7CA008-4115-3C2A-02F7-6DD94000A43F}"/>
          </ac:cxnSpMkLst>
        </pc:cxnChg>
        <pc:cxnChg chg="mod">
          <ac:chgData name="Takeuchi, Koichiro" userId="b3848a05-443b-4434-8fa5-7398ca0c03c9" providerId="ADAL" clId="{8AE3A369-E55C-4573-8F49-6E668EF80783}" dt="2024-07-03T01:24:53.747" v="1794" actId="165"/>
          <ac:cxnSpMkLst>
            <pc:docMk/>
            <pc:sldMk cId="4048553935" sldId="2147480833"/>
            <ac:cxnSpMk id="24" creationId="{AF3EDF4C-9621-E6A0-D1EB-FD9B98A6A8C2}"/>
          </ac:cxnSpMkLst>
        </pc:cxnChg>
        <pc:cxnChg chg="del mod">
          <ac:chgData name="Takeuchi, Koichiro" userId="b3848a05-443b-4434-8fa5-7398ca0c03c9" providerId="ADAL" clId="{8AE3A369-E55C-4573-8F49-6E668EF80783}" dt="2024-07-03T01:14:44.211" v="1312" actId="478"/>
          <ac:cxnSpMkLst>
            <pc:docMk/>
            <pc:sldMk cId="4048553935" sldId="2147480833"/>
            <ac:cxnSpMk id="27" creationId="{DE7AA20C-F602-DBEA-0FB0-4C3CE1A0FA43}"/>
          </ac:cxnSpMkLst>
        </pc:cxnChg>
        <pc:cxnChg chg="mod">
          <ac:chgData name="Takeuchi, Koichiro" userId="b3848a05-443b-4434-8fa5-7398ca0c03c9" providerId="ADAL" clId="{8AE3A369-E55C-4573-8F49-6E668EF80783}" dt="2024-07-12T00:00:49.835" v="19066"/>
          <ac:cxnSpMkLst>
            <pc:docMk/>
            <pc:sldMk cId="4048553935" sldId="2147480833"/>
            <ac:cxnSpMk id="52" creationId="{7080A427-6443-C68C-363A-26CE0E2B9567}"/>
          </ac:cxnSpMkLst>
        </pc:cxnChg>
        <pc:cxnChg chg="mod">
          <ac:chgData name="Takeuchi, Koichiro" userId="b3848a05-443b-4434-8fa5-7398ca0c03c9" providerId="ADAL" clId="{8AE3A369-E55C-4573-8F49-6E668EF80783}" dt="2024-07-03T01:44:59.569" v="3848"/>
          <ac:cxnSpMkLst>
            <pc:docMk/>
            <pc:sldMk cId="4048553935" sldId="2147480833"/>
            <ac:cxnSpMk id="86" creationId="{1D96E83D-FF7F-0149-8951-0AF1CE59535D}"/>
          </ac:cxnSpMkLst>
        </pc:cxnChg>
        <pc:cxnChg chg="mod">
          <ac:chgData name="Takeuchi, Koichiro" userId="b3848a05-443b-4434-8fa5-7398ca0c03c9" providerId="ADAL" clId="{8AE3A369-E55C-4573-8F49-6E668EF80783}" dt="2024-07-03T01:45:34.284" v="3902"/>
          <ac:cxnSpMkLst>
            <pc:docMk/>
            <pc:sldMk cId="4048553935" sldId="2147480833"/>
            <ac:cxnSpMk id="89" creationId="{3D77DB7D-1FD1-7025-CED9-DADB0D93D7BC}"/>
          </ac:cxnSpMkLst>
        </pc:cxnChg>
        <pc:cxnChg chg="mod">
          <ac:chgData name="Takeuchi, Koichiro" userId="b3848a05-443b-4434-8fa5-7398ca0c03c9" providerId="ADAL" clId="{8AE3A369-E55C-4573-8F49-6E668EF80783}" dt="2024-07-03T01:45:57.363" v="3914"/>
          <ac:cxnSpMkLst>
            <pc:docMk/>
            <pc:sldMk cId="4048553935" sldId="2147480833"/>
            <ac:cxnSpMk id="107" creationId="{A1BEA4BB-9C07-EA1B-DB8C-7A13FD962B56}"/>
          </ac:cxnSpMkLst>
        </pc:cxnChg>
        <pc:cxnChg chg="del mod">
          <ac:chgData name="Takeuchi, Koichiro" userId="b3848a05-443b-4434-8fa5-7398ca0c03c9" providerId="ADAL" clId="{8AE3A369-E55C-4573-8F49-6E668EF80783}" dt="2024-07-03T01:14:44.211" v="1312" actId="478"/>
          <ac:cxnSpMkLst>
            <pc:docMk/>
            <pc:sldMk cId="4048553935" sldId="2147480833"/>
            <ac:cxnSpMk id="109" creationId="{3275AEDC-025C-4B1F-4533-4B10EE78329F}"/>
          </ac:cxnSpMkLst>
        </pc:cxnChg>
        <pc:cxnChg chg="del mod">
          <ac:chgData name="Takeuchi, Koichiro" userId="b3848a05-443b-4434-8fa5-7398ca0c03c9" providerId="ADAL" clId="{8AE3A369-E55C-4573-8F49-6E668EF80783}" dt="2024-07-03T01:14:44.211" v="1312" actId="478"/>
          <ac:cxnSpMkLst>
            <pc:docMk/>
            <pc:sldMk cId="4048553935" sldId="2147480833"/>
            <ac:cxnSpMk id="125" creationId="{8787CE3C-CA7A-A3BE-09AF-744A7190F664}"/>
          </ac:cxnSpMkLst>
        </pc:cxnChg>
        <pc:cxnChg chg="del mod">
          <ac:chgData name="Takeuchi, Koichiro" userId="b3848a05-443b-4434-8fa5-7398ca0c03c9" providerId="ADAL" clId="{8AE3A369-E55C-4573-8F49-6E668EF80783}" dt="2024-07-03T01:14:44.211" v="1312" actId="478"/>
          <ac:cxnSpMkLst>
            <pc:docMk/>
            <pc:sldMk cId="4048553935" sldId="2147480833"/>
            <ac:cxnSpMk id="139" creationId="{8DC7AD91-655E-054E-7D1E-D98A085B9247}"/>
          </ac:cxnSpMkLst>
        </pc:cxnChg>
        <pc:cxnChg chg="del mod">
          <ac:chgData name="Takeuchi, Koichiro" userId="b3848a05-443b-4434-8fa5-7398ca0c03c9" providerId="ADAL" clId="{8AE3A369-E55C-4573-8F49-6E668EF80783}" dt="2024-07-03T01:14:44.211" v="1312" actId="478"/>
          <ac:cxnSpMkLst>
            <pc:docMk/>
            <pc:sldMk cId="4048553935" sldId="2147480833"/>
            <ac:cxnSpMk id="143" creationId="{3D096BD8-6E6E-D250-30BE-A545DA8F82A5}"/>
          </ac:cxnSpMkLst>
        </pc:cxnChg>
        <pc:cxnChg chg="del">
          <ac:chgData name="Takeuchi, Koichiro" userId="b3848a05-443b-4434-8fa5-7398ca0c03c9" providerId="ADAL" clId="{8AE3A369-E55C-4573-8F49-6E668EF80783}" dt="2024-07-03T01:14:44.211" v="1312" actId="478"/>
          <ac:cxnSpMkLst>
            <pc:docMk/>
            <pc:sldMk cId="4048553935" sldId="2147480833"/>
            <ac:cxnSpMk id="157" creationId="{764E6D94-9419-4754-ED19-BFD46C6C1A65}"/>
          </ac:cxnSpMkLst>
        </pc:cxnChg>
        <pc:cxnChg chg="del mod">
          <ac:chgData name="Takeuchi, Koichiro" userId="b3848a05-443b-4434-8fa5-7398ca0c03c9" providerId="ADAL" clId="{8AE3A369-E55C-4573-8F49-6E668EF80783}" dt="2024-07-03T01:14:44.211" v="1312" actId="478"/>
          <ac:cxnSpMkLst>
            <pc:docMk/>
            <pc:sldMk cId="4048553935" sldId="2147480833"/>
            <ac:cxnSpMk id="166" creationId="{748D00FA-2792-8498-BF5D-97F9B7851A9B}"/>
          </ac:cxnSpMkLst>
        </pc:cxnChg>
        <pc:cxnChg chg="del mod">
          <ac:chgData name="Takeuchi, Koichiro" userId="b3848a05-443b-4434-8fa5-7398ca0c03c9" providerId="ADAL" clId="{8AE3A369-E55C-4573-8F49-6E668EF80783}" dt="2024-07-03T01:14:44.211" v="1312" actId="478"/>
          <ac:cxnSpMkLst>
            <pc:docMk/>
            <pc:sldMk cId="4048553935" sldId="2147480833"/>
            <ac:cxnSpMk id="170" creationId="{2ADDD7AE-3528-F939-719E-C0D38A3797CB}"/>
          </ac:cxnSpMkLst>
        </pc:cxnChg>
        <pc:cxnChg chg="mod">
          <ac:chgData name="Takeuchi, Koichiro" userId="b3848a05-443b-4434-8fa5-7398ca0c03c9" providerId="ADAL" clId="{8AE3A369-E55C-4573-8F49-6E668EF80783}" dt="2024-07-03T01:17:51.123" v="1470" actId="165"/>
          <ac:cxnSpMkLst>
            <pc:docMk/>
            <pc:sldMk cId="4048553935" sldId="2147480833"/>
            <ac:cxnSpMk id="254" creationId="{5C861572-EEC9-BBEF-2F11-DFB023AA7061}"/>
          </ac:cxnSpMkLst>
        </pc:cxnChg>
        <pc:cxnChg chg="del mod">
          <ac:chgData name="Takeuchi, Koichiro" userId="b3848a05-443b-4434-8fa5-7398ca0c03c9" providerId="ADAL" clId="{8AE3A369-E55C-4573-8F49-6E668EF80783}" dt="2024-07-03T01:14:44.211" v="1312" actId="478"/>
          <ac:cxnSpMkLst>
            <pc:docMk/>
            <pc:sldMk cId="4048553935" sldId="2147480833"/>
            <ac:cxnSpMk id="264" creationId="{385B9B26-B71D-9B4C-F7A0-8961317E1B61}"/>
          </ac:cxnSpMkLst>
        </pc:cxnChg>
        <pc:cxnChg chg="del mod">
          <ac:chgData name="Takeuchi, Koichiro" userId="b3848a05-443b-4434-8fa5-7398ca0c03c9" providerId="ADAL" clId="{8AE3A369-E55C-4573-8F49-6E668EF80783}" dt="2024-07-03T01:14:44.211" v="1312" actId="478"/>
          <ac:cxnSpMkLst>
            <pc:docMk/>
            <pc:sldMk cId="4048553935" sldId="2147480833"/>
            <ac:cxnSpMk id="267" creationId="{7E1275D6-8FA2-56D3-B25F-A5E28E63D9E7}"/>
          </ac:cxnSpMkLst>
        </pc:cxnChg>
        <pc:cxnChg chg="del mod">
          <ac:chgData name="Takeuchi, Koichiro" userId="b3848a05-443b-4434-8fa5-7398ca0c03c9" providerId="ADAL" clId="{8AE3A369-E55C-4573-8F49-6E668EF80783}" dt="2024-07-03T01:14:44.211" v="1312" actId="478"/>
          <ac:cxnSpMkLst>
            <pc:docMk/>
            <pc:sldMk cId="4048553935" sldId="2147480833"/>
            <ac:cxnSpMk id="270" creationId="{4FD0BED1-7F6D-FC1C-A1A1-6E4499C52AA9}"/>
          </ac:cxnSpMkLst>
        </pc:cxnChg>
        <pc:cxnChg chg="del mod">
          <ac:chgData name="Takeuchi, Koichiro" userId="b3848a05-443b-4434-8fa5-7398ca0c03c9" providerId="ADAL" clId="{8AE3A369-E55C-4573-8F49-6E668EF80783}" dt="2024-07-03T01:14:44.211" v="1312" actId="478"/>
          <ac:cxnSpMkLst>
            <pc:docMk/>
            <pc:sldMk cId="4048553935" sldId="2147480833"/>
            <ac:cxnSpMk id="273" creationId="{7ED6C6F1-6270-F8AB-F2C3-61EDDCEDB5FF}"/>
          </ac:cxnSpMkLst>
        </pc:cxnChg>
        <pc:cxnChg chg="del mod">
          <ac:chgData name="Takeuchi, Koichiro" userId="b3848a05-443b-4434-8fa5-7398ca0c03c9" providerId="ADAL" clId="{8AE3A369-E55C-4573-8F49-6E668EF80783}" dt="2024-07-03T01:14:44.211" v="1312" actId="478"/>
          <ac:cxnSpMkLst>
            <pc:docMk/>
            <pc:sldMk cId="4048553935" sldId="2147480833"/>
            <ac:cxnSpMk id="276" creationId="{B7276D31-C93D-296A-6B31-EE4D9C0BAEF7}"/>
          </ac:cxnSpMkLst>
        </pc:cxnChg>
        <pc:cxnChg chg="del mod">
          <ac:chgData name="Takeuchi, Koichiro" userId="b3848a05-443b-4434-8fa5-7398ca0c03c9" providerId="ADAL" clId="{8AE3A369-E55C-4573-8F49-6E668EF80783}" dt="2024-07-03T01:14:44.211" v="1312" actId="478"/>
          <ac:cxnSpMkLst>
            <pc:docMk/>
            <pc:sldMk cId="4048553935" sldId="2147480833"/>
            <ac:cxnSpMk id="279" creationId="{EA21D8E7-AC6E-5461-1DE2-318A1AEB9EB4}"/>
          </ac:cxnSpMkLst>
        </pc:cxnChg>
        <pc:cxnChg chg="del mod">
          <ac:chgData name="Takeuchi, Koichiro" userId="b3848a05-443b-4434-8fa5-7398ca0c03c9" providerId="ADAL" clId="{8AE3A369-E55C-4573-8F49-6E668EF80783}" dt="2024-07-03T01:14:44.211" v="1312" actId="478"/>
          <ac:cxnSpMkLst>
            <pc:docMk/>
            <pc:sldMk cId="4048553935" sldId="2147480833"/>
            <ac:cxnSpMk id="282" creationId="{41FC49F5-5EF5-27B0-D673-189168D5938B}"/>
          </ac:cxnSpMkLst>
        </pc:cxnChg>
        <pc:cxnChg chg="del mod">
          <ac:chgData name="Takeuchi, Koichiro" userId="b3848a05-443b-4434-8fa5-7398ca0c03c9" providerId="ADAL" clId="{8AE3A369-E55C-4573-8F49-6E668EF80783}" dt="2024-07-03T01:14:44.211" v="1312" actId="478"/>
          <ac:cxnSpMkLst>
            <pc:docMk/>
            <pc:sldMk cId="4048553935" sldId="2147480833"/>
            <ac:cxnSpMk id="285" creationId="{5B0750F1-A170-B72D-56A7-FE74DB211E79}"/>
          </ac:cxnSpMkLst>
        </pc:cxnChg>
        <pc:cxnChg chg="del mod">
          <ac:chgData name="Takeuchi, Koichiro" userId="b3848a05-443b-4434-8fa5-7398ca0c03c9" providerId="ADAL" clId="{8AE3A369-E55C-4573-8F49-6E668EF80783}" dt="2024-07-03T01:14:44.211" v="1312" actId="478"/>
          <ac:cxnSpMkLst>
            <pc:docMk/>
            <pc:sldMk cId="4048553935" sldId="2147480833"/>
            <ac:cxnSpMk id="288" creationId="{EFE089F9-0576-7D01-B1DA-10EDEB39A5E6}"/>
          </ac:cxnSpMkLst>
        </pc:cxnChg>
        <pc:cxnChg chg="del mod">
          <ac:chgData name="Takeuchi, Koichiro" userId="b3848a05-443b-4434-8fa5-7398ca0c03c9" providerId="ADAL" clId="{8AE3A369-E55C-4573-8F49-6E668EF80783}" dt="2024-07-03T01:14:44.211" v="1312" actId="478"/>
          <ac:cxnSpMkLst>
            <pc:docMk/>
            <pc:sldMk cId="4048553935" sldId="2147480833"/>
            <ac:cxnSpMk id="291" creationId="{1E4027AE-5EAE-20A0-0ED0-05364FF26DA6}"/>
          </ac:cxnSpMkLst>
        </pc:cxnChg>
        <pc:cxnChg chg="del mod">
          <ac:chgData name="Takeuchi, Koichiro" userId="b3848a05-443b-4434-8fa5-7398ca0c03c9" providerId="ADAL" clId="{8AE3A369-E55C-4573-8F49-6E668EF80783}" dt="2024-07-03T01:14:44.211" v="1312" actId="478"/>
          <ac:cxnSpMkLst>
            <pc:docMk/>
            <pc:sldMk cId="4048553935" sldId="2147480833"/>
            <ac:cxnSpMk id="294" creationId="{314DE63A-1CB0-461A-F339-45D9651EB506}"/>
          </ac:cxnSpMkLst>
        </pc:cxnChg>
        <pc:cxnChg chg="del mod">
          <ac:chgData name="Takeuchi, Koichiro" userId="b3848a05-443b-4434-8fa5-7398ca0c03c9" providerId="ADAL" clId="{8AE3A369-E55C-4573-8F49-6E668EF80783}" dt="2024-07-03T01:14:44.211" v="1312" actId="478"/>
          <ac:cxnSpMkLst>
            <pc:docMk/>
            <pc:sldMk cId="4048553935" sldId="2147480833"/>
            <ac:cxnSpMk id="297" creationId="{A1B46B9E-66AA-6CF7-1245-5EAAC32721DA}"/>
          </ac:cxnSpMkLst>
        </pc:cxnChg>
        <pc:cxnChg chg="del mod">
          <ac:chgData name="Takeuchi, Koichiro" userId="b3848a05-443b-4434-8fa5-7398ca0c03c9" providerId="ADAL" clId="{8AE3A369-E55C-4573-8F49-6E668EF80783}" dt="2024-07-03T01:14:44.211" v="1312" actId="478"/>
          <ac:cxnSpMkLst>
            <pc:docMk/>
            <pc:sldMk cId="4048553935" sldId="2147480833"/>
            <ac:cxnSpMk id="301" creationId="{77B0A4DE-FBEB-9B25-9D1E-898256CCED89}"/>
          </ac:cxnSpMkLst>
        </pc:cxnChg>
        <pc:cxnChg chg="del mod">
          <ac:chgData name="Takeuchi, Koichiro" userId="b3848a05-443b-4434-8fa5-7398ca0c03c9" providerId="ADAL" clId="{8AE3A369-E55C-4573-8F49-6E668EF80783}" dt="2024-07-03T01:14:44.211" v="1312" actId="478"/>
          <ac:cxnSpMkLst>
            <pc:docMk/>
            <pc:sldMk cId="4048553935" sldId="2147480833"/>
            <ac:cxnSpMk id="304" creationId="{428FDA51-AF2D-DB73-D5BF-5ECB0BEC3EB2}"/>
          </ac:cxnSpMkLst>
        </pc:cxnChg>
        <pc:cxnChg chg="del mod">
          <ac:chgData name="Takeuchi, Koichiro" userId="b3848a05-443b-4434-8fa5-7398ca0c03c9" providerId="ADAL" clId="{8AE3A369-E55C-4573-8F49-6E668EF80783}" dt="2024-07-03T01:14:44.211" v="1312" actId="478"/>
          <ac:cxnSpMkLst>
            <pc:docMk/>
            <pc:sldMk cId="4048553935" sldId="2147480833"/>
            <ac:cxnSpMk id="309" creationId="{4973AAB7-99A5-EED4-289B-5F9EA26BE47C}"/>
          </ac:cxnSpMkLst>
        </pc:cxnChg>
      </pc:sldChg>
      <pc:sldChg chg="add del">
        <pc:chgData name="Takeuchi, Koichiro" userId="b3848a05-443b-4434-8fa5-7398ca0c03c9" providerId="ADAL" clId="{8AE3A369-E55C-4573-8F49-6E668EF80783}" dt="2024-07-03T10:45:19.031" v="6388" actId="47"/>
        <pc:sldMkLst>
          <pc:docMk/>
          <pc:sldMk cId="622786987" sldId="2147480834"/>
        </pc:sldMkLst>
      </pc:sldChg>
      <pc:sldChg chg="addSp modSp new mod">
        <pc:chgData name="Takeuchi, Koichiro" userId="b3848a05-443b-4434-8fa5-7398ca0c03c9" providerId="ADAL" clId="{8AE3A369-E55C-4573-8F49-6E668EF80783}" dt="2024-07-12T00:09:00.677" v="19356" actId="20577"/>
        <pc:sldMkLst>
          <pc:docMk/>
          <pc:sldMk cId="1353650430" sldId="2147480834"/>
        </pc:sldMkLst>
        <pc:spChg chg="mod">
          <ac:chgData name="Takeuchi, Koichiro" userId="b3848a05-443b-4434-8fa5-7398ca0c03c9" providerId="ADAL" clId="{8AE3A369-E55C-4573-8F49-6E668EF80783}" dt="2024-07-12T00:02:47.522" v="19102" actId="404"/>
          <ac:spMkLst>
            <pc:docMk/>
            <pc:sldMk cId="1353650430" sldId="2147480834"/>
            <ac:spMk id="2" creationId="{05CBB159-731C-24C3-0961-42025EE7DA79}"/>
          </ac:spMkLst>
        </pc:spChg>
        <pc:spChg chg="mod">
          <ac:chgData name="Takeuchi, Koichiro" userId="b3848a05-443b-4434-8fa5-7398ca0c03c9" providerId="ADAL" clId="{8AE3A369-E55C-4573-8F49-6E668EF80783}" dt="2024-07-03T11:34:30.490" v="8747" actId="20577"/>
          <ac:spMkLst>
            <pc:docMk/>
            <pc:sldMk cId="1353650430" sldId="2147480834"/>
            <ac:spMk id="3" creationId="{AD1EAC40-4216-15EF-D1A6-211C8288D462}"/>
          </ac:spMkLst>
        </pc:spChg>
        <pc:spChg chg="mod">
          <ac:chgData name="Takeuchi, Koichiro" userId="b3848a05-443b-4434-8fa5-7398ca0c03c9" providerId="ADAL" clId="{8AE3A369-E55C-4573-8F49-6E668EF80783}" dt="2024-07-12T00:09:00.677" v="19356" actId="20577"/>
          <ac:spMkLst>
            <pc:docMk/>
            <pc:sldMk cId="1353650430" sldId="2147480834"/>
            <ac:spMk id="4" creationId="{6A1322A5-916B-2AD0-BEA6-6753E798AD1D}"/>
          </ac:spMkLst>
        </pc:spChg>
        <pc:spChg chg="mod">
          <ac:chgData name="Takeuchi, Koichiro" userId="b3848a05-443b-4434-8fa5-7398ca0c03c9" providerId="ADAL" clId="{8AE3A369-E55C-4573-8F49-6E668EF80783}" dt="2024-07-03T10:54:20.851" v="6448"/>
          <ac:spMkLst>
            <pc:docMk/>
            <pc:sldMk cId="1353650430" sldId="2147480834"/>
            <ac:spMk id="8" creationId="{F2C08578-F643-13B9-7210-12AF4940532D}"/>
          </ac:spMkLst>
        </pc:spChg>
        <pc:spChg chg="mod">
          <ac:chgData name="Takeuchi, Koichiro" userId="b3848a05-443b-4434-8fa5-7398ca0c03c9" providerId="ADAL" clId="{8AE3A369-E55C-4573-8F49-6E668EF80783}" dt="2024-07-03T10:54:20.851" v="6448"/>
          <ac:spMkLst>
            <pc:docMk/>
            <pc:sldMk cId="1353650430" sldId="2147480834"/>
            <ac:spMk id="9" creationId="{E2E9A1AA-406C-4585-C973-85E98544E77C}"/>
          </ac:spMkLst>
        </pc:spChg>
        <pc:spChg chg="mod">
          <ac:chgData name="Takeuchi, Koichiro" userId="b3848a05-443b-4434-8fa5-7398ca0c03c9" providerId="ADAL" clId="{8AE3A369-E55C-4573-8F49-6E668EF80783}" dt="2024-07-03T10:54:20.851" v="6448"/>
          <ac:spMkLst>
            <pc:docMk/>
            <pc:sldMk cId="1353650430" sldId="2147480834"/>
            <ac:spMk id="13" creationId="{FE01F38E-B608-2AA9-51D0-04A208720969}"/>
          </ac:spMkLst>
        </pc:spChg>
        <pc:spChg chg="mod">
          <ac:chgData name="Takeuchi, Koichiro" userId="b3848a05-443b-4434-8fa5-7398ca0c03c9" providerId="ADAL" clId="{8AE3A369-E55C-4573-8F49-6E668EF80783}" dt="2024-07-03T10:54:20.851" v="6448"/>
          <ac:spMkLst>
            <pc:docMk/>
            <pc:sldMk cId="1353650430" sldId="2147480834"/>
            <ac:spMk id="16" creationId="{A13A4B90-C068-6743-721E-7DF9169CF976}"/>
          </ac:spMkLst>
        </pc:spChg>
        <pc:spChg chg="mod">
          <ac:chgData name="Takeuchi, Koichiro" userId="b3848a05-443b-4434-8fa5-7398ca0c03c9" providerId="ADAL" clId="{8AE3A369-E55C-4573-8F49-6E668EF80783}" dt="2024-07-03T10:54:20.851" v="6448"/>
          <ac:spMkLst>
            <pc:docMk/>
            <pc:sldMk cId="1353650430" sldId="2147480834"/>
            <ac:spMk id="17" creationId="{649C0059-CCF5-07EC-DF32-15391ED43969}"/>
          </ac:spMkLst>
        </pc:spChg>
        <pc:spChg chg="mod">
          <ac:chgData name="Takeuchi, Koichiro" userId="b3848a05-443b-4434-8fa5-7398ca0c03c9" providerId="ADAL" clId="{8AE3A369-E55C-4573-8F49-6E668EF80783}" dt="2024-07-03T10:54:20.851" v="6448"/>
          <ac:spMkLst>
            <pc:docMk/>
            <pc:sldMk cId="1353650430" sldId="2147480834"/>
            <ac:spMk id="18" creationId="{B2DA7DA1-4CF7-BA13-C410-3742D1CFFAB6}"/>
          </ac:spMkLst>
        </pc:spChg>
        <pc:spChg chg="mod">
          <ac:chgData name="Takeuchi, Koichiro" userId="b3848a05-443b-4434-8fa5-7398ca0c03c9" providerId="ADAL" clId="{8AE3A369-E55C-4573-8F49-6E668EF80783}" dt="2024-07-03T10:54:20.851" v="6448"/>
          <ac:spMkLst>
            <pc:docMk/>
            <pc:sldMk cId="1353650430" sldId="2147480834"/>
            <ac:spMk id="19" creationId="{D2B84EDA-6674-D257-0697-3D8A80B4233C}"/>
          </ac:spMkLst>
        </pc:spChg>
        <pc:spChg chg="mod">
          <ac:chgData name="Takeuchi, Koichiro" userId="b3848a05-443b-4434-8fa5-7398ca0c03c9" providerId="ADAL" clId="{8AE3A369-E55C-4573-8F49-6E668EF80783}" dt="2024-07-03T10:54:20.851" v="6448"/>
          <ac:spMkLst>
            <pc:docMk/>
            <pc:sldMk cId="1353650430" sldId="2147480834"/>
            <ac:spMk id="20" creationId="{A8DE44B0-8070-0929-4165-5F8ECFF39A4A}"/>
          </ac:spMkLst>
        </pc:spChg>
        <pc:spChg chg="mod">
          <ac:chgData name="Takeuchi, Koichiro" userId="b3848a05-443b-4434-8fa5-7398ca0c03c9" providerId="ADAL" clId="{8AE3A369-E55C-4573-8F49-6E668EF80783}" dt="2024-07-03T10:54:20.851" v="6448"/>
          <ac:spMkLst>
            <pc:docMk/>
            <pc:sldMk cId="1353650430" sldId="2147480834"/>
            <ac:spMk id="21" creationId="{54475785-5CA1-104D-CFF9-E38321A7A503}"/>
          </ac:spMkLst>
        </pc:spChg>
        <pc:spChg chg="mod">
          <ac:chgData name="Takeuchi, Koichiro" userId="b3848a05-443b-4434-8fa5-7398ca0c03c9" providerId="ADAL" clId="{8AE3A369-E55C-4573-8F49-6E668EF80783}" dt="2024-07-03T10:54:20.851" v="6448"/>
          <ac:spMkLst>
            <pc:docMk/>
            <pc:sldMk cId="1353650430" sldId="2147480834"/>
            <ac:spMk id="22" creationId="{1DFFA72A-7878-4377-E449-3F7CE3AAE8C1}"/>
          </ac:spMkLst>
        </pc:spChg>
        <pc:spChg chg="mod">
          <ac:chgData name="Takeuchi, Koichiro" userId="b3848a05-443b-4434-8fa5-7398ca0c03c9" providerId="ADAL" clId="{8AE3A369-E55C-4573-8F49-6E668EF80783}" dt="2024-07-03T10:54:20.851" v="6448"/>
          <ac:spMkLst>
            <pc:docMk/>
            <pc:sldMk cId="1353650430" sldId="2147480834"/>
            <ac:spMk id="23" creationId="{D79A5BFB-896F-CAF5-18C3-4B0CDDE70B88}"/>
          </ac:spMkLst>
        </pc:spChg>
        <pc:spChg chg="mod">
          <ac:chgData name="Takeuchi, Koichiro" userId="b3848a05-443b-4434-8fa5-7398ca0c03c9" providerId="ADAL" clId="{8AE3A369-E55C-4573-8F49-6E668EF80783}" dt="2024-07-03T10:54:20.851" v="6448"/>
          <ac:spMkLst>
            <pc:docMk/>
            <pc:sldMk cId="1353650430" sldId="2147480834"/>
            <ac:spMk id="24" creationId="{00A89B06-10D6-1AA9-D845-D7D0BD194E2C}"/>
          </ac:spMkLst>
        </pc:spChg>
        <pc:spChg chg="mod">
          <ac:chgData name="Takeuchi, Koichiro" userId="b3848a05-443b-4434-8fa5-7398ca0c03c9" providerId="ADAL" clId="{8AE3A369-E55C-4573-8F49-6E668EF80783}" dt="2024-07-03T10:54:20.851" v="6448"/>
          <ac:spMkLst>
            <pc:docMk/>
            <pc:sldMk cId="1353650430" sldId="2147480834"/>
            <ac:spMk id="25" creationId="{116B74CF-7E57-5EBD-0838-EC6E615D7830}"/>
          </ac:spMkLst>
        </pc:spChg>
        <pc:spChg chg="mod">
          <ac:chgData name="Takeuchi, Koichiro" userId="b3848a05-443b-4434-8fa5-7398ca0c03c9" providerId="ADAL" clId="{8AE3A369-E55C-4573-8F49-6E668EF80783}" dt="2024-07-03T10:54:20.851" v="6448"/>
          <ac:spMkLst>
            <pc:docMk/>
            <pc:sldMk cId="1353650430" sldId="2147480834"/>
            <ac:spMk id="26" creationId="{D89421E6-FA55-2725-9202-66ACB9A2A738}"/>
          </ac:spMkLst>
        </pc:spChg>
        <pc:spChg chg="mod">
          <ac:chgData name="Takeuchi, Koichiro" userId="b3848a05-443b-4434-8fa5-7398ca0c03c9" providerId="ADAL" clId="{8AE3A369-E55C-4573-8F49-6E668EF80783}" dt="2024-07-03T10:54:20.851" v="6448"/>
          <ac:spMkLst>
            <pc:docMk/>
            <pc:sldMk cId="1353650430" sldId="2147480834"/>
            <ac:spMk id="27" creationId="{473F2F19-E72A-8186-B187-605B0A3FAD86}"/>
          </ac:spMkLst>
        </pc:spChg>
        <pc:spChg chg="mod">
          <ac:chgData name="Takeuchi, Koichiro" userId="b3848a05-443b-4434-8fa5-7398ca0c03c9" providerId="ADAL" clId="{8AE3A369-E55C-4573-8F49-6E668EF80783}" dt="2024-07-03T10:54:20.851" v="6448"/>
          <ac:spMkLst>
            <pc:docMk/>
            <pc:sldMk cId="1353650430" sldId="2147480834"/>
            <ac:spMk id="28" creationId="{D19EF475-C080-193F-AC25-D5A002DD65C5}"/>
          </ac:spMkLst>
        </pc:spChg>
        <pc:spChg chg="mod">
          <ac:chgData name="Takeuchi, Koichiro" userId="b3848a05-443b-4434-8fa5-7398ca0c03c9" providerId="ADAL" clId="{8AE3A369-E55C-4573-8F49-6E668EF80783}" dt="2024-07-03T10:54:20.851" v="6448"/>
          <ac:spMkLst>
            <pc:docMk/>
            <pc:sldMk cId="1353650430" sldId="2147480834"/>
            <ac:spMk id="29" creationId="{4D0CB218-5716-5786-8323-000684E3A98C}"/>
          </ac:spMkLst>
        </pc:spChg>
        <pc:spChg chg="mod">
          <ac:chgData name="Takeuchi, Koichiro" userId="b3848a05-443b-4434-8fa5-7398ca0c03c9" providerId="ADAL" clId="{8AE3A369-E55C-4573-8F49-6E668EF80783}" dt="2024-07-03T10:54:20.851" v="6448"/>
          <ac:spMkLst>
            <pc:docMk/>
            <pc:sldMk cId="1353650430" sldId="2147480834"/>
            <ac:spMk id="30" creationId="{EB026BB1-14BF-3616-06FE-4D8D70FCA336}"/>
          </ac:spMkLst>
        </pc:spChg>
        <pc:spChg chg="mod">
          <ac:chgData name="Takeuchi, Koichiro" userId="b3848a05-443b-4434-8fa5-7398ca0c03c9" providerId="ADAL" clId="{8AE3A369-E55C-4573-8F49-6E668EF80783}" dt="2024-07-03T10:54:20.851" v="6448"/>
          <ac:spMkLst>
            <pc:docMk/>
            <pc:sldMk cId="1353650430" sldId="2147480834"/>
            <ac:spMk id="31" creationId="{402F7617-96AA-F447-2208-BCF73EBDC7B2}"/>
          </ac:spMkLst>
        </pc:spChg>
        <pc:spChg chg="mod">
          <ac:chgData name="Takeuchi, Koichiro" userId="b3848a05-443b-4434-8fa5-7398ca0c03c9" providerId="ADAL" clId="{8AE3A369-E55C-4573-8F49-6E668EF80783}" dt="2024-07-03T10:54:20.851" v="6448"/>
          <ac:spMkLst>
            <pc:docMk/>
            <pc:sldMk cId="1353650430" sldId="2147480834"/>
            <ac:spMk id="32" creationId="{6BAF8E08-2391-CE58-886E-59F6EB74899E}"/>
          </ac:spMkLst>
        </pc:spChg>
        <pc:spChg chg="mod">
          <ac:chgData name="Takeuchi, Koichiro" userId="b3848a05-443b-4434-8fa5-7398ca0c03c9" providerId="ADAL" clId="{8AE3A369-E55C-4573-8F49-6E668EF80783}" dt="2024-07-03T10:54:20.851" v="6448"/>
          <ac:spMkLst>
            <pc:docMk/>
            <pc:sldMk cId="1353650430" sldId="2147480834"/>
            <ac:spMk id="33" creationId="{2589713A-5D0B-86F5-0710-10383EAE6522}"/>
          </ac:spMkLst>
        </pc:spChg>
        <pc:spChg chg="mod">
          <ac:chgData name="Takeuchi, Koichiro" userId="b3848a05-443b-4434-8fa5-7398ca0c03c9" providerId="ADAL" clId="{8AE3A369-E55C-4573-8F49-6E668EF80783}" dt="2024-07-03T10:54:20.851" v="6448"/>
          <ac:spMkLst>
            <pc:docMk/>
            <pc:sldMk cId="1353650430" sldId="2147480834"/>
            <ac:spMk id="34" creationId="{AE2CC0E5-649B-D19D-09F2-EA343A4F69BE}"/>
          </ac:spMkLst>
        </pc:spChg>
        <pc:spChg chg="mod">
          <ac:chgData name="Takeuchi, Koichiro" userId="b3848a05-443b-4434-8fa5-7398ca0c03c9" providerId="ADAL" clId="{8AE3A369-E55C-4573-8F49-6E668EF80783}" dt="2024-07-03T10:54:20.851" v="6448"/>
          <ac:spMkLst>
            <pc:docMk/>
            <pc:sldMk cId="1353650430" sldId="2147480834"/>
            <ac:spMk id="35" creationId="{1357ECA1-85FA-BDC2-693C-95197D4185EC}"/>
          </ac:spMkLst>
        </pc:spChg>
        <pc:spChg chg="mod">
          <ac:chgData name="Takeuchi, Koichiro" userId="b3848a05-443b-4434-8fa5-7398ca0c03c9" providerId="ADAL" clId="{8AE3A369-E55C-4573-8F49-6E668EF80783}" dt="2024-07-03T10:54:20.851" v="6448"/>
          <ac:spMkLst>
            <pc:docMk/>
            <pc:sldMk cId="1353650430" sldId="2147480834"/>
            <ac:spMk id="36" creationId="{452A7346-E58A-3FD1-2451-A3D751C8F295}"/>
          </ac:spMkLst>
        </pc:spChg>
        <pc:spChg chg="mod">
          <ac:chgData name="Takeuchi, Koichiro" userId="b3848a05-443b-4434-8fa5-7398ca0c03c9" providerId="ADAL" clId="{8AE3A369-E55C-4573-8F49-6E668EF80783}" dt="2024-07-03T10:54:20.851" v="6448"/>
          <ac:spMkLst>
            <pc:docMk/>
            <pc:sldMk cId="1353650430" sldId="2147480834"/>
            <ac:spMk id="37" creationId="{2BFD8600-D677-B987-F055-F38B589D2BD3}"/>
          </ac:spMkLst>
        </pc:spChg>
        <pc:spChg chg="mod">
          <ac:chgData name="Takeuchi, Koichiro" userId="b3848a05-443b-4434-8fa5-7398ca0c03c9" providerId="ADAL" clId="{8AE3A369-E55C-4573-8F49-6E668EF80783}" dt="2024-07-03T10:54:20.851" v="6448"/>
          <ac:spMkLst>
            <pc:docMk/>
            <pc:sldMk cId="1353650430" sldId="2147480834"/>
            <ac:spMk id="42" creationId="{F92824D3-5557-8CE4-63B4-99FFCB27CCE8}"/>
          </ac:spMkLst>
        </pc:spChg>
        <pc:spChg chg="mod">
          <ac:chgData name="Takeuchi, Koichiro" userId="b3848a05-443b-4434-8fa5-7398ca0c03c9" providerId="ADAL" clId="{8AE3A369-E55C-4573-8F49-6E668EF80783}" dt="2024-07-03T10:54:20.851" v="6448"/>
          <ac:spMkLst>
            <pc:docMk/>
            <pc:sldMk cId="1353650430" sldId="2147480834"/>
            <ac:spMk id="44" creationId="{91B2F003-3132-B7EB-04A1-14B5B32A09F8}"/>
          </ac:spMkLst>
        </pc:spChg>
        <pc:spChg chg="mod">
          <ac:chgData name="Takeuchi, Koichiro" userId="b3848a05-443b-4434-8fa5-7398ca0c03c9" providerId="ADAL" clId="{8AE3A369-E55C-4573-8F49-6E668EF80783}" dt="2024-07-03T10:54:20.851" v="6448"/>
          <ac:spMkLst>
            <pc:docMk/>
            <pc:sldMk cId="1353650430" sldId="2147480834"/>
            <ac:spMk id="46" creationId="{19A5906C-19F5-943D-7B53-DE749787CABC}"/>
          </ac:spMkLst>
        </pc:spChg>
        <pc:spChg chg="mod">
          <ac:chgData name="Takeuchi, Koichiro" userId="b3848a05-443b-4434-8fa5-7398ca0c03c9" providerId="ADAL" clId="{8AE3A369-E55C-4573-8F49-6E668EF80783}" dt="2024-07-03T10:54:20.851" v="6448"/>
          <ac:spMkLst>
            <pc:docMk/>
            <pc:sldMk cId="1353650430" sldId="2147480834"/>
            <ac:spMk id="47" creationId="{33FC9EE8-AA0B-B6D9-9114-CA1530EA2B42}"/>
          </ac:spMkLst>
        </pc:spChg>
        <pc:spChg chg="mod">
          <ac:chgData name="Takeuchi, Koichiro" userId="b3848a05-443b-4434-8fa5-7398ca0c03c9" providerId="ADAL" clId="{8AE3A369-E55C-4573-8F49-6E668EF80783}" dt="2024-07-03T10:54:20.851" v="6448"/>
          <ac:spMkLst>
            <pc:docMk/>
            <pc:sldMk cId="1353650430" sldId="2147480834"/>
            <ac:spMk id="48" creationId="{EAC0D43C-9B23-FA3B-C800-F235C506F6B3}"/>
          </ac:spMkLst>
        </pc:spChg>
        <pc:spChg chg="mod">
          <ac:chgData name="Takeuchi, Koichiro" userId="b3848a05-443b-4434-8fa5-7398ca0c03c9" providerId="ADAL" clId="{8AE3A369-E55C-4573-8F49-6E668EF80783}" dt="2024-07-03T10:54:20.851" v="6448"/>
          <ac:spMkLst>
            <pc:docMk/>
            <pc:sldMk cId="1353650430" sldId="2147480834"/>
            <ac:spMk id="49" creationId="{1B29AC37-D6C7-A04D-C7B8-38BEDDC2191F}"/>
          </ac:spMkLst>
        </pc:spChg>
        <pc:spChg chg="mod">
          <ac:chgData name="Takeuchi, Koichiro" userId="b3848a05-443b-4434-8fa5-7398ca0c03c9" providerId="ADAL" clId="{8AE3A369-E55C-4573-8F49-6E668EF80783}" dt="2024-07-03T10:54:20.851" v="6448"/>
          <ac:spMkLst>
            <pc:docMk/>
            <pc:sldMk cId="1353650430" sldId="2147480834"/>
            <ac:spMk id="50" creationId="{E2063191-18CA-FF34-A3B6-52F6B6489929}"/>
          </ac:spMkLst>
        </pc:spChg>
        <pc:spChg chg="mod">
          <ac:chgData name="Takeuchi, Koichiro" userId="b3848a05-443b-4434-8fa5-7398ca0c03c9" providerId="ADAL" clId="{8AE3A369-E55C-4573-8F49-6E668EF80783}" dt="2024-07-03T10:54:20.851" v="6448"/>
          <ac:spMkLst>
            <pc:docMk/>
            <pc:sldMk cId="1353650430" sldId="2147480834"/>
            <ac:spMk id="51" creationId="{8AD4E781-6BD7-5A82-0A65-CDC28609266A}"/>
          </ac:spMkLst>
        </pc:spChg>
        <pc:spChg chg="mod">
          <ac:chgData name="Takeuchi, Koichiro" userId="b3848a05-443b-4434-8fa5-7398ca0c03c9" providerId="ADAL" clId="{8AE3A369-E55C-4573-8F49-6E668EF80783}" dt="2024-07-03T10:54:20.851" v="6448"/>
          <ac:spMkLst>
            <pc:docMk/>
            <pc:sldMk cId="1353650430" sldId="2147480834"/>
            <ac:spMk id="52" creationId="{AAD089F9-AF32-DF45-1907-0B0E27670AA1}"/>
          </ac:spMkLst>
        </pc:spChg>
        <pc:spChg chg="mod">
          <ac:chgData name="Takeuchi, Koichiro" userId="b3848a05-443b-4434-8fa5-7398ca0c03c9" providerId="ADAL" clId="{8AE3A369-E55C-4573-8F49-6E668EF80783}" dt="2024-07-03T10:54:20.851" v="6448"/>
          <ac:spMkLst>
            <pc:docMk/>
            <pc:sldMk cId="1353650430" sldId="2147480834"/>
            <ac:spMk id="53" creationId="{F73D1332-95D4-A12E-4B16-6C1133801356}"/>
          </ac:spMkLst>
        </pc:spChg>
        <pc:spChg chg="mod">
          <ac:chgData name="Takeuchi, Koichiro" userId="b3848a05-443b-4434-8fa5-7398ca0c03c9" providerId="ADAL" clId="{8AE3A369-E55C-4573-8F49-6E668EF80783}" dt="2024-07-03T10:54:20.851" v="6448"/>
          <ac:spMkLst>
            <pc:docMk/>
            <pc:sldMk cId="1353650430" sldId="2147480834"/>
            <ac:spMk id="54" creationId="{3DC343A3-EC45-0C20-3EC5-9B0F68B842B8}"/>
          </ac:spMkLst>
        </pc:spChg>
        <pc:spChg chg="mod">
          <ac:chgData name="Takeuchi, Koichiro" userId="b3848a05-443b-4434-8fa5-7398ca0c03c9" providerId="ADAL" clId="{8AE3A369-E55C-4573-8F49-6E668EF80783}" dt="2024-07-03T10:54:20.851" v="6448"/>
          <ac:spMkLst>
            <pc:docMk/>
            <pc:sldMk cId="1353650430" sldId="2147480834"/>
            <ac:spMk id="55" creationId="{5B48848B-6657-5542-C92B-B3F7B009CBB3}"/>
          </ac:spMkLst>
        </pc:spChg>
        <pc:spChg chg="mod">
          <ac:chgData name="Takeuchi, Koichiro" userId="b3848a05-443b-4434-8fa5-7398ca0c03c9" providerId="ADAL" clId="{8AE3A369-E55C-4573-8F49-6E668EF80783}" dt="2024-07-03T10:54:20.851" v="6448"/>
          <ac:spMkLst>
            <pc:docMk/>
            <pc:sldMk cId="1353650430" sldId="2147480834"/>
            <ac:spMk id="56" creationId="{3122F369-43F1-CB3F-3204-3E289FFFF5B5}"/>
          </ac:spMkLst>
        </pc:spChg>
        <pc:spChg chg="mod">
          <ac:chgData name="Takeuchi, Koichiro" userId="b3848a05-443b-4434-8fa5-7398ca0c03c9" providerId="ADAL" clId="{8AE3A369-E55C-4573-8F49-6E668EF80783}" dt="2024-07-03T10:54:20.851" v="6448"/>
          <ac:spMkLst>
            <pc:docMk/>
            <pc:sldMk cId="1353650430" sldId="2147480834"/>
            <ac:spMk id="57" creationId="{BCD6F4C2-5210-7D1C-DF33-86D060558C6D}"/>
          </ac:spMkLst>
        </pc:spChg>
        <pc:spChg chg="mod">
          <ac:chgData name="Takeuchi, Koichiro" userId="b3848a05-443b-4434-8fa5-7398ca0c03c9" providerId="ADAL" clId="{8AE3A369-E55C-4573-8F49-6E668EF80783}" dt="2024-07-03T10:54:20.851" v="6448"/>
          <ac:spMkLst>
            <pc:docMk/>
            <pc:sldMk cId="1353650430" sldId="2147480834"/>
            <ac:spMk id="58" creationId="{602ABCE4-DAA0-19AC-FF9B-121D9FFE3F8E}"/>
          </ac:spMkLst>
        </pc:spChg>
        <pc:spChg chg="mod">
          <ac:chgData name="Takeuchi, Koichiro" userId="b3848a05-443b-4434-8fa5-7398ca0c03c9" providerId="ADAL" clId="{8AE3A369-E55C-4573-8F49-6E668EF80783}" dt="2024-07-03T10:54:20.851" v="6448"/>
          <ac:spMkLst>
            <pc:docMk/>
            <pc:sldMk cId="1353650430" sldId="2147480834"/>
            <ac:spMk id="59" creationId="{F14C9238-3A3E-4F97-6EE5-02977D0D8000}"/>
          </ac:spMkLst>
        </pc:spChg>
        <pc:spChg chg="mod">
          <ac:chgData name="Takeuchi, Koichiro" userId="b3848a05-443b-4434-8fa5-7398ca0c03c9" providerId="ADAL" clId="{8AE3A369-E55C-4573-8F49-6E668EF80783}" dt="2024-07-03T10:54:20.851" v="6448"/>
          <ac:spMkLst>
            <pc:docMk/>
            <pc:sldMk cId="1353650430" sldId="2147480834"/>
            <ac:spMk id="60" creationId="{4CBA16B2-89BE-A4CD-0D64-00524B5CE2F0}"/>
          </ac:spMkLst>
        </pc:spChg>
        <pc:spChg chg="mod">
          <ac:chgData name="Takeuchi, Koichiro" userId="b3848a05-443b-4434-8fa5-7398ca0c03c9" providerId="ADAL" clId="{8AE3A369-E55C-4573-8F49-6E668EF80783}" dt="2024-07-03T10:54:20.851" v="6448"/>
          <ac:spMkLst>
            <pc:docMk/>
            <pc:sldMk cId="1353650430" sldId="2147480834"/>
            <ac:spMk id="61" creationId="{97B31BD3-2D8B-42C6-F156-853E103814AE}"/>
          </ac:spMkLst>
        </pc:spChg>
        <pc:spChg chg="mod">
          <ac:chgData name="Takeuchi, Koichiro" userId="b3848a05-443b-4434-8fa5-7398ca0c03c9" providerId="ADAL" clId="{8AE3A369-E55C-4573-8F49-6E668EF80783}" dt="2024-07-03T10:54:20.851" v="6448"/>
          <ac:spMkLst>
            <pc:docMk/>
            <pc:sldMk cId="1353650430" sldId="2147480834"/>
            <ac:spMk id="62" creationId="{0E186506-C19A-E525-5B3B-983F5D3AF814}"/>
          </ac:spMkLst>
        </pc:spChg>
        <pc:spChg chg="mod">
          <ac:chgData name="Takeuchi, Koichiro" userId="b3848a05-443b-4434-8fa5-7398ca0c03c9" providerId="ADAL" clId="{8AE3A369-E55C-4573-8F49-6E668EF80783}" dt="2024-07-03T10:54:20.851" v="6448"/>
          <ac:spMkLst>
            <pc:docMk/>
            <pc:sldMk cId="1353650430" sldId="2147480834"/>
            <ac:spMk id="63" creationId="{A2EC4F6C-FF53-4B2C-1543-5DB0E78E4E86}"/>
          </ac:spMkLst>
        </pc:spChg>
        <pc:spChg chg="mod">
          <ac:chgData name="Takeuchi, Koichiro" userId="b3848a05-443b-4434-8fa5-7398ca0c03c9" providerId="ADAL" clId="{8AE3A369-E55C-4573-8F49-6E668EF80783}" dt="2024-07-03T10:54:20.851" v="6448"/>
          <ac:spMkLst>
            <pc:docMk/>
            <pc:sldMk cId="1353650430" sldId="2147480834"/>
            <ac:spMk id="64" creationId="{3D6FC40C-1147-60E5-8302-C8C433DE5593}"/>
          </ac:spMkLst>
        </pc:spChg>
        <pc:spChg chg="mod">
          <ac:chgData name="Takeuchi, Koichiro" userId="b3848a05-443b-4434-8fa5-7398ca0c03c9" providerId="ADAL" clId="{8AE3A369-E55C-4573-8F49-6E668EF80783}" dt="2024-07-03T10:54:20.851" v="6448"/>
          <ac:spMkLst>
            <pc:docMk/>
            <pc:sldMk cId="1353650430" sldId="2147480834"/>
            <ac:spMk id="65" creationId="{6E4CA6A5-604A-A56E-B0BF-3F4F3621C97C}"/>
          </ac:spMkLst>
        </pc:spChg>
        <pc:spChg chg="mod">
          <ac:chgData name="Takeuchi, Koichiro" userId="b3848a05-443b-4434-8fa5-7398ca0c03c9" providerId="ADAL" clId="{8AE3A369-E55C-4573-8F49-6E668EF80783}" dt="2024-07-03T10:54:20.851" v="6448"/>
          <ac:spMkLst>
            <pc:docMk/>
            <pc:sldMk cId="1353650430" sldId="2147480834"/>
            <ac:spMk id="66" creationId="{582E287D-250D-71A3-BD13-CCC08BC6627D}"/>
          </ac:spMkLst>
        </pc:spChg>
        <pc:spChg chg="mod">
          <ac:chgData name="Takeuchi, Koichiro" userId="b3848a05-443b-4434-8fa5-7398ca0c03c9" providerId="ADAL" clId="{8AE3A369-E55C-4573-8F49-6E668EF80783}" dt="2024-07-03T10:54:20.851" v="6448"/>
          <ac:spMkLst>
            <pc:docMk/>
            <pc:sldMk cId="1353650430" sldId="2147480834"/>
            <ac:spMk id="67" creationId="{2D8B1142-D8FA-650D-C133-4224069B3095}"/>
          </ac:spMkLst>
        </pc:spChg>
        <pc:spChg chg="mod">
          <ac:chgData name="Takeuchi, Koichiro" userId="b3848a05-443b-4434-8fa5-7398ca0c03c9" providerId="ADAL" clId="{8AE3A369-E55C-4573-8F49-6E668EF80783}" dt="2024-07-03T10:54:20.851" v="6448"/>
          <ac:spMkLst>
            <pc:docMk/>
            <pc:sldMk cId="1353650430" sldId="2147480834"/>
            <ac:spMk id="68" creationId="{81D29BCB-34A7-866C-BDA2-4FF53E4D9931}"/>
          </ac:spMkLst>
        </pc:spChg>
        <pc:spChg chg="mod">
          <ac:chgData name="Takeuchi, Koichiro" userId="b3848a05-443b-4434-8fa5-7398ca0c03c9" providerId="ADAL" clId="{8AE3A369-E55C-4573-8F49-6E668EF80783}" dt="2024-07-03T10:54:20.851" v="6448"/>
          <ac:spMkLst>
            <pc:docMk/>
            <pc:sldMk cId="1353650430" sldId="2147480834"/>
            <ac:spMk id="69" creationId="{0E4D1A47-7765-60A5-18C1-292BF90FEB81}"/>
          </ac:spMkLst>
        </pc:spChg>
        <pc:spChg chg="mod">
          <ac:chgData name="Takeuchi, Koichiro" userId="b3848a05-443b-4434-8fa5-7398ca0c03c9" providerId="ADAL" clId="{8AE3A369-E55C-4573-8F49-6E668EF80783}" dt="2024-07-03T10:54:20.851" v="6448"/>
          <ac:spMkLst>
            <pc:docMk/>
            <pc:sldMk cId="1353650430" sldId="2147480834"/>
            <ac:spMk id="70" creationId="{C925B1AC-FB30-012D-F6E6-1EDC8E727B34}"/>
          </ac:spMkLst>
        </pc:spChg>
        <pc:spChg chg="mod">
          <ac:chgData name="Takeuchi, Koichiro" userId="b3848a05-443b-4434-8fa5-7398ca0c03c9" providerId="ADAL" clId="{8AE3A369-E55C-4573-8F49-6E668EF80783}" dt="2024-07-03T10:54:20.851" v="6448"/>
          <ac:spMkLst>
            <pc:docMk/>
            <pc:sldMk cId="1353650430" sldId="2147480834"/>
            <ac:spMk id="71" creationId="{AB96746F-CD7B-B708-4AD7-C69DD519F55E}"/>
          </ac:spMkLst>
        </pc:spChg>
        <pc:spChg chg="mod">
          <ac:chgData name="Takeuchi, Koichiro" userId="b3848a05-443b-4434-8fa5-7398ca0c03c9" providerId="ADAL" clId="{8AE3A369-E55C-4573-8F49-6E668EF80783}" dt="2024-07-03T10:54:20.851" v="6448"/>
          <ac:spMkLst>
            <pc:docMk/>
            <pc:sldMk cId="1353650430" sldId="2147480834"/>
            <ac:spMk id="72" creationId="{9D815063-688B-8A40-66FF-B31255964A2E}"/>
          </ac:spMkLst>
        </pc:spChg>
        <pc:spChg chg="mod">
          <ac:chgData name="Takeuchi, Koichiro" userId="b3848a05-443b-4434-8fa5-7398ca0c03c9" providerId="ADAL" clId="{8AE3A369-E55C-4573-8F49-6E668EF80783}" dt="2024-07-03T10:54:20.851" v="6448"/>
          <ac:spMkLst>
            <pc:docMk/>
            <pc:sldMk cId="1353650430" sldId="2147480834"/>
            <ac:spMk id="73" creationId="{DD4DF75B-244E-416B-0862-0B7D8FDA9BB4}"/>
          </ac:spMkLst>
        </pc:spChg>
        <pc:spChg chg="mod">
          <ac:chgData name="Takeuchi, Koichiro" userId="b3848a05-443b-4434-8fa5-7398ca0c03c9" providerId="ADAL" clId="{8AE3A369-E55C-4573-8F49-6E668EF80783}" dt="2024-07-03T10:54:20.851" v="6448"/>
          <ac:spMkLst>
            <pc:docMk/>
            <pc:sldMk cId="1353650430" sldId="2147480834"/>
            <ac:spMk id="74" creationId="{31213A4C-8691-0AFE-8188-37AE7BB1DF0B}"/>
          </ac:spMkLst>
        </pc:spChg>
        <pc:spChg chg="mod">
          <ac:chgData name="Takeuchi, Koichiro" userId="b3848a05-443b-4434-8fa5-7398ca0c03c9" providerId="ADAL" clId="{8AE3A369-E55C-4573-8F49-6E668EF80783}" dt="2024-07-03T10:54:20.851" v="6448"/>
          <ac:spMkLst>
            <pc:docMk/>
            <pc:sldMk cId="1353650430" sldId="2147480834"/>
            <ac:spMk id="75" creationId="{393A9833-BC35-B13A-E7F1-DBC163780F1E}"/>
          </ac:spMkLst>
        </pc:spChg>
        <pc:spChg chg="mod">
          <ac:chgData name="Takeuchi, Koichiro" userId="b3848a05-443b-4434-8fa5-7398ca0c03c9" providerId="ADAL" clId="{8AE3A369-E55C-4573-8F49-6E668EF80783}" dt="2024-07-03T10:54:20.851" v="6448"/>
          <ac:spMkLst>
            <pc:docMk/>
            <pc:sldMk cId="1353650430" sldId="2147480834"/>
            <ac:spMk id="76" creationId="{286B85C5-795B-F346-EDFF-7BEB9F637BA1}"/>
          </ac:spMkLst>
        </pc:spChg>
        <pc:spChg chg="mod">
          <ac:chgData name="Takeuchi, Koichiro" userId="b3848a05-443b-4434-8fa5-7398ca0c03c9" providerId="ADAL" clId="{8AE3A369-E55C-4573-8F49-6E668EF80783}" dt="2024-07-03T10:54:20.851" v="6448"/>
          <ac:spMkLst>
            <pc:docMk/>
            <pc:sldMk cId="1353650430" sldId="2147480834"/>
            <ac:spMk id="77" creationId="{F082873F-0E5D-EA4D-894C-627BAA0439E6}"/>
          </ac:spMkLst>
        </pc:spChg>
        <pc:spChg chg="mod">
          <ac:chgData name="Takeuchi, Koichiro" userId="b3848a05-443b-4434-8fa5-7398ca0c03c9" providerId="ADAL" clId="{8AE3A369-E55C-4573-8F49-6E668EF80783}" dt="2024-07-03T10:54:20.851" v="6448"/>
          <ac:spMkLst>
            <pc:docMk/>
            <pc:sldMk cId="1353650430" sldId="2147480834"/>
            <ac:spMk id="78" creationId="{3D69182A-F47E-447D-B657-B62B171ABC2C}"/>
          </ac:spMkLst>
        </pc:spChg>
        <pc:spChg chg="mod">
          <ac:chgData name="Takeuchi, Koichiro" userId="b3848a05-443b-4434-8fa5-7398ca0c03c9" providerId="ADAL" clId="{8AE3A369-E55C-4573-8F49-6E668EF80783}" dt="2024-07-03T10:54:20.851" v="6448"/>
          <ac:spMkLst>
            <pc:docMk/>
            <pc:sldMk cId="1353650430" sldId="2147480834"/>
            <ac:spMk id="79" creationId="{44C9505E-AABA-944B-AB6D-7CFBA4D26C81}"/>
          </ac:spMkLst>
        </pc:spChg>
        <pc:spChg chg="mod">
          <ac:chgData name="Takeuchi, Koichiro" userId="b3848a05-443b-4434-8fa5-7398ca0c03c9" providerId="ADAL" clId="{8AE3A369-E55C-4573-8F49-6E668EF80783}" dt="2024-07-03T10:54:20.851" v="6448"/>
          <ac:spMkLst>
            <pc:docMk/>
            <pc:sldMk cId="1353650430" sldId="2147480834"/>
            <ac:spMk id="80" creationId="{3793B8B6-086E-F7D4-E9DC-52FA672EC8C3}"/>
          </ac:spMkLst>
        </pc:spChg>
        <pc:spChg chg="mod">
          <ac:chgData name="Takeuchi, Koichiro" userId="b3848a05-443b-4434-8fa5-7398ca0c03c9" providerId="ADAL" clId="{8AE3A369-E55C-4573-8F49-6E668EF80783}" dt="2024-07-03T10:54:20.851" v="6448"/>
          <ac:spMkLst>
            <pc:docMk/>
            <pc:sldMk cId="1353650430" sldId="2147480834"/>
            <ac:spMk id="81" creationId="{48E72B1F-5B79-4436-5697-DF7F41CAFC2E}"/>
          </ac:spMkLst>
        </pc:spChg>
        <pc:spChg chg="mod">
          <ac:chgData name="Takeuchi, Koichiro" userId="b3848a05-443b-4434-8fa5-7398ca0c03c9" providerId="ADAL" clId="{8AE3A369-E55C-4573-8F49-6E668EF80783}" dt="2024-07-03T10:54:20.851" v="6448"/>
          <ac:spMkLst>
            <pc:docMk/>
            <pc:sldMk cId="1353650430" sldId="2147480834"/>
            <ac:spMk id="82" creationId="{932B2F6E-C3A2-C143-1ACF-57512ADAA637}"/>
          </ac:spMkLst>
        </pc:spChg>
        <pc:spChg chg="mod">
          <ac:chgData name="Takeuchi, Koichiro" userId="b3848a05-443b-4434-8fa5-7398ca0c03c9" providerId="ADAL" clId="{8AE3A369-E55C-4573-8F49-6E668EF80783}" dt="2024-07-03T10:54:20.851" v="6448"/>
          <ac:spMkLst>
            <pc:docMk/>
            <pc:sldMk cId="1353650430" sldId="2147480834"/>
            <ac:spMk id="86" creationId="{B2EB047A-4C44-E854-B0B5-29C9056D1FA0}"/>
          </ac:spMkLst>
        </pc:spChg>
        <pc:spChg chg="mod">
          <ac:chgData name="Takeuchi, Koichiro" userId="b3848a05-443b-4434-8fa5-7398ca0c03c9" providerId="ADAL" clId="{8AE3A369-E55C-4573-8F49-6E668EF80783}" dt="2024-07-03T10:54:20.851" v="6448"/>
          <ac:spMkLst>
            <pc:docMk/>
            <pc:sldMk cId="1353650430" sldId="2147480834"/>
            <ac:spMk id="87" creationId="{EA985209-FADD-42AB-DF82-1201D058CD03}"/>
          </ac:spMkLst>
        </pc:spChg>
        <pc:spChg chg="mod">
          <ac:chgData name="Takeuchi, Koichiro" userId="b3848a05-443b-4434-8fa5-7398ca0c03c9" providerId="ADAL" clId="{8AE3A369-E55C-4573-8F49-6E668EF80783}" dt="2024-07-03T10:54:20.851" v="6448"/>
          <ac:spMkLst>
            <pc:docMk/>
            <pc:sldMk cId="1353650430" sldId="2147480834"/>
            <ac:spMk id="88" creationId="{9FF8E020-827C-F1CC-7A8E-CB056B2D4CF3}"/>
          </ac:spMkLst>
        </pc:spChg>
        <pc:spChg chg="mod">
          <ac:chgData name="Takeuchi, Koichiro" userId="b3848a05-443b-4434-8fa5-7398ca0c03c9" providerId="ADAL" clId="{8AE3A369-E55C-4573-8F49-6E668EF80783}" dt="2024-07-03T10:54:20.851" v="6448"/>
          <ac:spMkLst>
            <pc:docMk/>
            <pc:sldMk cId="1353650430" sldId="2147480834"/>
            <ac:spMk id="89" creationId="{4DF48E59-4482-136C-2A4F-ED3F9CCA7A45}"/>
          </ac:spMkLst>
        </pc:spChg>
        <pc:spChg chg="mod">
          <ac:chgData name="Takeuchi, Koichiro" userId="b3848a05-443b-4434-8fa5-7398ca0c03c9" providerId="ADAL" clId="{8AE3A369-E55C-4573-8F49-6E668EF80783}" dt="2024-07-03T10:54:20.851" v="6448"/>
          <ac:spMkLst>
            <pc:docMk/>
            <pc:sldMk cId="1353650430" sldId="2147480834"/>
            <ac:spMk id="90" creationId="{0EFB0079-1CB1-2F37-FB04-1413D5CA2403}"/>
          </ac:spMkLst>
        </pc:spChg>
        <pc:spChg chg="mod">
          <ac:chgData name="Takeuchi, Koichiro" userId="b3848a05-443b-4434-8fa5-7398ca0c03c9" providerId="ADAL" clId="{8AE3A369-E55C-4573-8F49-6E668EF80783}" dt="2024-07-03T10:54:20.851" v="6448"/>
          <ac:spMkLst>
            <pc:docMk/>
            <pc:sldMk cId="1353650430" sldId="2147480834"/>
            <ac:spMk id="91" creationId="{BE337E6A-449D-ECE3-5BFD-0290774C1A3D}"/>
          </ac:spMkLst>
        </pc:spChg>
        <pc:spChg chg="mod">
          <ac:chgData name="Takeuchi, Koichiro" userId="b3848a05-443b-4434-8fa5-7398ca0c03c9" providerId="ADAL" clId="{8AE3A369-E55C-4573-8F49-6E668EF80783}" dt="2024-07-03T10:54:20.851" v="6448"/>
          <ac:spMkLst>
            <pc:docMk/>
            <pc:sldMk cId="1353650430" sldId="2147480834"/>
            <ac:spMk id="96" creationId="{96AA64FD-0003-DBA2-17FB-C2463A6BF7A2}"/>
          </ac:spMkLst>
        </pc:spChg>
        <pc:spChg chg="mod">
          <ac:chgData name="Takeuchi, Koichiro" userId="b3848a05-443b-4434-8fa5-7398ca0c03c9" providerId="ADAL" clId="{8AE3A369-E55C-4573-8F49-6E668EF80783}" dt="2024-07-03T10:54:20.851" v="6448"/>
          <ac:spMkLst>
            <pc:docMk/>
            <pc:sldMk cId="1353650430" sldId="2147480834"/>
            <ac:spMk id="97" creationId="{BCBADD82-6E0B-CB0E-E36B-185E43628881}"/>
          </ac:spMkLst>
        </pc:spChg>
        <pc:spChg chg="mod">
          <ac:chgData name="Takeuchi, Koichiro" userId="b3848a05-443b-4434-8fa5-7398ca0c03c9" providerId="ADAL" clId="{8AE3A369-E55C-4573-8F49-6E668EF80783}" dt="2024-07-03T10:54:20.851" v="6448"/>
          <ac:spMkLst>
            <pc:docMk/>
            <pc:sldMk cId="1353650430" sldId="2147480834"/>
            <ac:spMk id="98" creationId="{726DC764-694B-4DA3-304E-684C83AE4398}"/>
          </ac:spMkLst>
        </pc:spChg>
        <pc:spChg chg="mod">
          <ac:chgData name="Takeuchi, Koichiro" userId="b3848a05-443b-4434-8fa5-7398ca0c03c9" providerId="ADAL" clId="{8AE3A369-E55C-4573-8F49-6E668EF80783}" dt="2024-07-03T10:54:20.851" v="6448"/>
          <ac:spMkLst>
            <pc:docMk/>
            <pc:sldMk cId="1353650430" sldId="2147480834"/>
            <ac:spMk id="99" creationId="{2A888554-0153-6B88-351C-E4BA7813ECF6}"/>
          </ac:spMkLst>
        </pc:spChg>
        <pc:spChg chg="mod">
          <ac:chgData name="Takeuchi, Koichiro" userId="b3848a05-443b-4434-8fa5-7398ca0c03c9" providerId="ADAL" clId="{8AE3A369-E55C-4573-8F49-6E668EF80783}" dt="2024-07-03T10:54:20.851" v="6448"/>
          <ac:spMkLst>
            <pc:docMk/>
            <pc:sldMk cId="1353650430" sldId="2147480834"/>
            <ac:spMk id="100" creationId="{580C62FC-1B9B-0DD3-7AC5-61EA96D6E2DB}"/>
          </ac:spMkLst>
        </pc:spChg>
        <pc:spChg chg="mod">
          <ac:chgData name="Takeuchi, Koichiro" userId="b3848a05-443b-4434-8fa5-7398ca0c03c9" providerId="ADAL" clId="{8AE3A369-E55C-4573-8F49-6E668EF80783}" dt="2024-07-03T10:54:20.851" v="6448"/>
          <ac:spMkLst>
            <pc:docMk/>
            <pc:sldMk cId="1353650430" sldId="2147480834"/>
            <ac:spMk id="101" creationId="{E630D097-A1D6-89E2-C588-EBAEFB8767A7}"/>
          </ac:spMkLst>
        </pc:spChg>
        <pc:spChg chg="mod">
          <ac:chgData name="Takeuchi, Koichiro" userId="b3848a05-443b-4434-8fa5-7398ca0c03c9" providerId="ADAL" clId="{8AE3A369-E55C-4573-8F49-6E668EF80783}" dt="2024-07-03T10:54:20.851" v="6448"/>
          <ac:spMkLst>
            <pc:docMk/>
            <pc:sldMk cId="1353650430" sldId="2147480834"/>
            <ac:spMk id="102" creationId="{C8794B48-FCD7-B8A6-B52E-9EC2C916416F}"/>
          </ac:spMkLst>
        </pc:spChg>
        <pc:spChg chg="mod">
          <ac:chgData name="Takeuchi, Koichiro" userId="b3848a05-443b-4434-8fa5-7398ca0c03c9" providerId="ADAL" clId="{8AE3A369-E55C-4573-8F49-6E668EF80783}" dt="2024-07-03T10:54:20.851" v="6448"/>
          <ac:spMkLst>
            <pc:docMk/>
            <pc:sldMk cId="1353650430" sldId="2147480834"/>
            <ac:spMk id="103" creationId="{FD597B98-2317-9DEA-A8D3-99545D678576}"/>
          </ac:spMkLst>
        </pc:spChg>
        <pc:spChg chg="mod">
          <ac:chgData name="Takeuchi, Koichiro" userId="b3848a05-443b-4434-8fa5-7398ca0c03c9" providerId="ADAL" clId="{8AE3A369-E55C-4573-8F49-6E668EF80783}" dt="2024-07-03T10:54:20.851" v="6448"/>
          <ac:spMkLst>
            <pc:docMk/>
            <pc:sldMk cId="1353650430" sldId="2147480834"/>
            <ac:spMk id="104" creationId="{81D4468D-6975-A696-E5B2-4C7DA0DACEE9}"/>
          </ac:spMkLst>
        </pc:spChg>
        <pc:spChg chg="mod">
          <ac:chgData name="Takeuchi, Koichiro" userId="b3848a05-443b-4434-8fa5-7398ca0c03c9" providerId="ADAL" clId="{8AE3A369-E55C-4573-8F49-6E668EF80783}" dt="2024-07-03T10:54:20.851" v="6448"/>
          <ac:spMkLst>
            <pc:docMk/>
            <pc:sldMk cId="1353650430" sldId="2147480834"/>
            <ac:spMk id="105" creationId="{01CF7975-06FC-C8FF-B040-F8821505788C}"/>
          </ac:spMkLst>
        </pc:spChg>
        <pc:spChg chg="mod">
          <ac:chgData name="Takeuchi, Koichiro" userId="b3848a05-443b-4434-8fa5-7398ca0c03c9" providerId="ADAL" clId="{8AE3A369-E55C-4573-8F49-6E668EF80783}" dt="2024-07-03T10:54:20.851" v="6448"/>
          <ac:spMkLst>
            <pc:docMk/>
            <pc:sldMk cId="1353650430" sldId="2147480834"/>
            <ac:spMk id="106" creationId="{0DBE09B2-B08C-D3FD-34AB-0446E65029F9}"/>
          </ac:spMkLst>
        </pc:spChg>
        <pc:spChg chg="mod">
          <ac:chgData name="Takeuchi, Koichiro" userId="b3848a05-443b-4434-8fa5-7398ca0c03c9" providerId="ADAL" clId="{8AE3A369-E55C-4573-8F49-6E668EF80783}" dt="2024-07-03T10:54:20.851" v="6448"/>
          <ac:spMkLst>
            <pc:docMk/>
            <pc:sldMk cId="1353650430" sldId="2147480834"/>
            <ac:spMk id="107" creationId="{BCEF4546-8B97-B447-A426-6AF902BC6B9B}"/>
          </ac:spMkLst>
        </pc:spChg>
        <pc:spChg chg="mod">
          <ac:chgData name="Takeuchi, Koichiro" userId="b3848a05-443b-4434-8fa5-7398ca0c03c9" providerId="ADAL" clId="{8AE3A369-E55C-4573-8F49-6E668EF80783}" dt="2024-07-03T10:54:20.851" v="6448"/>
          <ac:spMkLst>
            <pc:docMk/>
            <pc:sldMk cId="1353650430" sldId="2147480834"/>
            <ac:spMk id="108" creationId="{C1AD95C0-EEB3-7CA0-26BA-73BE31440EC1}"/>
          </ac:spMkLst>
        </pc:spChg>
        <pc:spChg chg="mod">
          <ac:chgData name="Takeuchi, Koichiro" userId="b3848a05-443b-4434-8fa5-7398ca0c03c9" providerId="ADAL" clId="{8AE3A369-E55C-4573-8F49-6E668EF80783}" dt="2024-07-03T10:54:20.851" v="6448"/>
          <ac:spMkLst>
            <pc:docMk/>
            <pc:sldMk cId="1353650430" sldId="2147480834"/>
            <ac:spMk id="109" creationId="{7FFBB9AB-1164-B84B-FF7C-827CFBD20F91}"/>
          </ac:spMkLst>
        </pc:spChg>
        <pc:spChg chg="mod">
          <ac:chgData name="Takeuchi, Koichiro" userId="b3848a05-443b-4434-8fa5-7398ca0c03c9" providerId="ADAL" clId="{8AE3A369-E55C-4573-8F49-6E668EF80783}" dt="2024-07-03T10:54:20.851" v="6448"/>
          <ac:spMkLst>
            <pc:docMk/>
            <pc:sldMk cId="1353650430" sldId="2147480834"/>
            <ac:spMk id="110" creationId="{F7236369-73C2-1193-B786-F457A25DF6D5}"/>
          </ac:spMkLst>
        </pc:spChg>
        <pc:spChg chg="mod">
          <ac:chgData name="Takeuchi, Koichiro" userId="b3848a05-443b-4434-8fa5-7398ca0c03c9" providerId="ADAL" clId="{8AE3A369-E55C-4573-8F49-6E668EF80783}" dt="2024-07-03T10:54:20.851" v="6448"/>
          <ac:spMkLst>
            <pc:docMk/>
            <pc:sldMk cId="1353650430" sldId="2147480834"/>
            <ac:spMk id="111" creationId="{D47EF756-3FF8-BF8E-F040-79113584A21E}"/>
          </ac:spMkLst>
        </pc:spChg>
        <pc:spChg chg="mod">
          <ac:chgData name="Takeuchi, Koichiro" userId="b3848a05-443b-4434-8fa5-7398ca0c03c9" providerId="ADAL" clId="{8AE3A369-E55C-4573-8F49-6E668EF80783}" dt="2024-07-03T10:54:20.851" v="6448"/>
          <ac:spMkLst>
            <pc:docMk/>
            <pc:sldMk cId="1353650430" sldId="2147480834"/>
            <ac:spMk id="112" creationId="{2CBCC50A-76F9-7D29-6B7A-14DC09409949}"/>
          </ac:spMkLst>
        </pc:spChg>
        <pc:spChg chg="mod">
          <ac:chgData name="Takeuchi, Koichiro" userId="b3848a05-443b-4434-8fa5-7398ca0c03c9" providerId="ADAL" clId="{8AE3A369-E55C-4573-8F49-6E668EF80783}" dt="2024-07-03T10:54:20.851" v="6448"/>
          <ac:spMkLst>
            <pc:docMk/>
            <pc:sldMk cId="1353650430" sldId="2147480834"/>
            <ac:spMk id="113" creationId="{E1559BEB-FBF7-4CA8-A71F-54E86FE735DC}"/>
          </ac:spMkLst>
        </pc:spChg>
        <pc:spChg chg="mod">
          <ac:chgData name="Takeuchi, Koichiro" userId="b3848a05-443b-4434-8fa5-7398ca0c03c9" providerId="ADAL" clId="{8AE3A369-E55C-4573-8F49-6E668EF80783}" dt="2024-07-03T10:54:20.851" v="6448"/>
          <ac:spMkLst>
            <pc:docMk/>
            <pc:sldMk cId="1353650430" sldId="2147480834"/>
            <ac:spMk id="114" creationId="{5570D488-BCE6-F22C-7708-464A3C5EB74E}"/>
          </ac:spMkLst>
        </pc:spChg>
        <pc:spChg chg="mod">
          <ac:chgData name="Takeuchi, Koichiro" userId="b3848a05-443b-4434-8fa5-7398ca0c03c9" providerId="ADAL" clId="{8AE3A369-E55C-4573-8F49-6E668EF80783}" dt="2024-07-03T10:54:20.851" v="6448"/>
          <ac:spMkLst>
            <pc:docMk/>
            <pc:sldMk cId="1353650430" sldId="2147480834"/>
            <ac:spMk id="115" creationId="{11128974-F945-8B56-2D9C-588F2A874814}"/>
          </ac:spMkLst>
        </pc:spChg>
        <pc:spChg chg="mod">
          <ac:chgData name="Takeuchi, Koichiro" userId="b3848a05-443b-4434-8fa5-7398ca0c03c9" providerId="ADAL" clId="{8AE3A369-E55C-4573-8F49-6E668EF80783}" dt="2024-07-03T10:54:20.851" v="6448"/>
          <ac:spMkLst>
            <pc:docMk/>
            <pc:sldMk cId="1353650430" sldId="2147480834"/>
            <ac:spMk id="116" creationId="{FBBF2B71-5B48-3AB2-AD11-8C9EDDA965DC}"/>
          </ac:spMkLst>
        </pc:spChg>
        <pc:spChg chg="mod">
          <ac:chgData name="Takeuchi, Koichiro" userId="b3848a05-443b-4434-8fa5-7398ca0c03c9" providerId="ADAL" clId="{8AE3A369-E55C-4573-8F49-6E668EF80783}" dt="2024-07-03T10:54:20.851" v="6448"/>
          <ac:spMkLst>
            <pc:docMk/>
            <pc:sldMk cId="1353650430" sldId="2147480834"/>
            <ac:spMk id="117" creationId="{52D73848-4F79-8E7C-44BF-F15D492EB880}"/>
          </ac:spMkLst>
        </pc:spChg>
        <pc:spChg chg="mod">
          <ac:chgData name="Takeuchi, Koichiro" userId="b3848a05-443b-4434-8fa5-7398ca0c03c9" providerId="ADAL" clId="{8AE3A369-E55C-4573-8F49-6E668EF80783}" dt="2024-07-03T10:54:20.851" v="6448"/>
          <ac:spMkLst>
            <pc:docMk/>
            <pc:sldMk cId="1353650430" sldId="2147480834"/>
            <ac:spMk id="118" creationId="{A85847E9-A3B8-A7C3-712F-97B17DE7831F}"/>
          </ac:spMkLst>
        </pc:spChg>
        <pc:spChg chg="mod">
          <ac:chgData name="Takeuchi, Koichiro" userId="b3848a05-443b-4434-8fa5-7398ca0c03c9" providerId="ADAL" clId="{8AE3A369-E55C-4573-8F49-6E668EF80783}" dt="2024-07-03T10:54:20.851" v="6448"/>
          <ac:spMkLst>
            <pc:docMk/>
            <pc:sldMk cId="1353650430" sldId="2147480834"/>
            <ac:spMk id="119" creationId="{B7BD402B-8C0A-5108-5F7E-93CA411E2D5A}"/>
          </ac:spMkLst>
        </pc:spChg>
        <pc:spChg chg="mod">
          <ac:chgData name="Takeuchi, Koichiro" userId="b3848a05-443b-4434-8fa5-7398ca0c03c9" providerId="ADAL" clId="{8AE3A369-E55C-4573-8F49-6E668EF80783}" dt="2024-07-03T10:54:20.851" v="6448"/>
          <ac:spMkLst>
            <pc:docMk/>
            <pc:sldMk cId="1353650430" sldId="2147480834"/>
            <ac:spMk id="120" creationId="{7404E2F0-77CC-3BEA-05D3-13AD63C6184A}"/>
          </ac:spMkLst>
        </pc:spChg>
        <pc:spChg chg="mod">
          <ac:chgData name="Takeuchi, Koichiro" userId="b3848a05-443b-4434-8fa5-7398ca0c03c9" providerId="ADAL" clId="{8AE3A369-E55C-4573-8F49-6E668EF80783}" dt="2024-07-03T10:54:20.851" v="6448"/>
          <ac:spMkLst>
            <pc:docMk/>
            <pc:sldMk cId="1353650430" sldId="2147480834"/>
            <ac:spMk id="121" creationId="{04F4B448-E4EF-E882-25DB-7053654AEDDF}"/>
          </ac:spMkLst>
        </pc:spChg>
        <pc:spChg chg="mod">
          <ac:chgData name="Takeuchi, Koichiro" userId="b3848a05-443b-4434-8fa5-7398ca0c03c9" providerId="ADAL" clId="{8AE3A369-E55C-4573-8F49-6E668EF80783}" dt="2024-07-03T10:54:20.851" v="6448"/>
          <ac:spMkLst>
            <pc:docMk/>
            <pc:sldMk cId="1353650430" sldId="2147480834"/>
            <ac:spMk id="122" creationId="{97EE02C8-B2C0-010B-A1F0-CA7EAADF12E7}"/>
          </ac:spMkLst>
        </pc:spChg>
        <pc:spChg chg="mod">
          <ac:chgData name="Takeuchi, Koichiro" userId="b3848a05-443b-4434-8fa5-7398ca0c03c9" providerId="ADAL" clId="{8AE3A369-E55C-4573-8F49-6E668EF80783}" dt="2024-07-03T10:54:20.851" v="6448"/>
          <ac:spMkLst>
            <pc:docMk/>
            <pc:sldMk cId="1353650430" sldId="2147480834"/>
            <ac:spMk id="129" creationId="{44A1E3CE-5612-DEF9-4490-BBB91B96A5EF}"/>
          </ac:spMkLst>
        </pc:spChg>
        <pc:spChg chg="mod">
          <ac:chgData name="Takeuchi, Koichiro" userId="b3848a05-443b-4434-8fa5-7398ca0c03c9" providerId="ADAL" clId="{8AE3A369-E55C-4573-8F49-6E668EF80783}" dt="2024-07-03T10:54:20.851" v="6448"/>
          <ac:spMkLst>
            <pc:docMk/>
            <pc:sldMk cId="1353650430" sldId="2147480834"/>
            <ac:spMk id="130" creationId="{A3C776CA-B7B0-5B62-936C-1E66980207E9}"/>
          </ac:spMkLst>
        </pc:spChg>
        <pc:spChg chg="mod">
          <ac:chgData name="Takeuchi, Koichiro" userId="b3848a05-443b-4434-8fa5-7398ca0c03c9" providerId="ADAL" clId="{8AE3A369-E55C-4573-8F49-6E668EF80783}" dt="2024-07-03T10:54:20.851" v="6448"/>
          <ac:spMkLst>
            <pc:docMk/>
            <pc:sldMk cId="1353650430" sldId="2147480834"/>
            <ac:spMk id="131" creationId="{55565CE0-A0DA-10A1-732B-B3321CF0E706}"/>
          </ac:spMkLst>
        </pc:spChg>
        <pc:spChg chg="mod">
          <ac:chgData name="Takeuchi, Koichiro" userId="b3848a05-443b-4434-8fa5-7398ca0c03c9" providerId="ADAL" clId="{8AE3A369-E55C-4573-8F49-6E668EF80783}" dt="2024-07-03T10:54:20.851" v="6448"/>
          <ac:spMkLst>
            <pc:docMk/>
            <pc:sldMk cId="1353650430" sldId="2147480834"/>
            <ac:spMk id="132" creationId="{7517D847-9AA6-3D0B-B22B-5CD06083351B}"/>
          </ac:spMkLst>
        </pc:spChg>
        <pc:spChg chg="mod">
          <ac:chgData name="Takeuchi, Koichiro" userId="b3848a05-443b-4434-8fa5-7398ca0c03c9" providerId="ADAL" clId="{8AE3A369-E55C-4573-8F49-6E668EF80783}" dt="2024-07-03T10:54:20.851" v="6448"/>
          <ac:spMkLst>
            <pc:docMk/>
            <pc:sldMk cId="1353650430" sldId="2147480834"/>
            <ac:spMk id="133" creationId="{11714D46-532B-4021-C5B7-C3BA670A8F89}"/>
          </ac:spMkLst>
        </pc:spChg>
        <pc:spChg chg="mod">
          <ac:chgData name="Takeuchi, Koichiro" userId="b3848a05-443b-4434-8fa5-7398ca0c03c9" providerId="ADAL" clId="{8AE3A369-E55C-4573-8F49-6E668EF80783}" dt="2024-07-03T10:54:20.851" v="6448"/>
          <ac:spMkLst>
            <pc:docMk/>
            <pc:sldMk cId="1353650430" sldId="2147480834"/>
            <ac:spMk id="134" creationId="{EA9FCED4-BAEB-A2EF-8F5D-729E89652C1E}"/>
          </ac:spMkLst>
        </pc:spChg>
        <pc:spChg chg="mod">
          <ac:chgData name="Takeuchi, Koichiro" userId="b3848a05-443b-4434-8fa5-7398ca0c03c9" providerId="ADAL" clId="{8AE3A369-E55C-4573-8F49-6E668EF80783}" dt="2024-07-03T10:54:20.851" v="6448"/>
          <ac:spMkLst>
            <pc:docMk/>
            <pc:sldMk cId="1353650430" sldId="2147480834"/>
            <ac:spMk id="135" creationId="{C3EF913B-7227-D775-720F-05F84B426C0F}"/>
          </ac:spMkLst>
        </pc:spChg>
        <pc:spChg chg="mod">
          <ac:chgData name="Takeuchi, Koichiro" userId="b3848a05-443b-4434-8fa5-7398ca0c03c9" providerId="ADAL" clId="{8AE3A369-E55C-4573-8F49-6E668EF80783}" dt="2024-07-03T10:54:20.851" v="6448"/>
          <ac:spMkLst>
            <pc:docMk/>
            <pc:sldMk cId="1353650430" sldId="2147480834"/>
            <ac:spMk id="136" creationId="{ED63CBBB-10D9-2088-92A0-FA38518597A6}"/>
          </ac:spMkLst>
        </pc:spChg>
        <pc:spChg chg="mod">
          <ac:chgData name="Takeuchi, Koichiro" userId="b3848a05-443b-4434-8fa5-7398ca0c03c9" providerId="ADAL" clId="{8AE3A369-E55C-4573-8F49-6E668EF80783}" dt="2024-07-03T10:54:20.851" v="6448"/>
          <ac:spMkLst>
            <pc:docMk/>
            <pc:sldMk cId="1353650430" sldId="2147480834"/>
            <ac:spMk id="137" creationId="{01F165D6-6A8D-B61A-DC8E-AB3A1C515EAE}"/>
          </ac:spMkLst>
        </pc:spChg>
        <pc:spChg chg="mod">
          <ac:chgData name="Takeuchi, Koichiro" userId="b3848a05-443b-4434-8fa5-7398ca0c03c9" providerId="ADAL" clId="{8AE3A369-E55C-4573-8F49-6E668EF80783}" dt="2024-07-03T10:54:20.851" v="6448"/>
          <ac:spMkLst>
            <pc:docMk/>
            <pc:sldMk cId="1353650430" sldId="2147480834"/>
            <ac:spMk id="138" creationId="{25460CD3-E290-CA54-BE7F-763B2F1D878D}"/>
          </ac:spMkLst>
        </pc:spChg>
        <pc:spChg chg="mod">
          <ac:chgData name="Takeuchi, Koichiro" userId="b3848a05-443b-4434-8fa5-7398ca0c03c9" providerId="ADAL" clId="{8AE3A369-E55C-4573-8F49-6E668EF80783}" dt="2024-07-03T10:54:20.851" v="6448"/>
          <ac:spMkLst>
            <pc:docMk/>
            <pc:sldMk cId="1353650430" sldId="2147480834"/>
            <ac:spMk id="139" creationId="{87BD59F2-5797-3BDE-9CDC-CD6342A99EDD}"/>
          </ac:spMkLst>
        </pc:spChg>
        <pc:spChg chg="mod">
          <ac:chgData name="Takeuchi, Koichiro" userId="b3848a05-443b-4434-8fa5-7398ca0c03c9" providerId="ADAL" clId="{8AE3A369-E55C-4573-8F49-6E668EF80783}" dt="2024-07-03T10:54:20.851" v="6448"/>
          <ac:spMkLst>
            <pc:docMk/>
            <pc:sldMk cId="1353650430" sldId="2147480834"/>
            <ac:spMk id="140" creationId="{37B89F9B-20F6-FF5B-46E8-ABAB8F6E8B4F}"/>
          </ac:spMkLst>
        </pc:spChg>
        <pc:spChg chg="mod">
          <ac:chgData name="Takeuchi, Koichiro" userId="b3848a05-443b-4434-8fa5-7398ca0c03c9" providerId="ADAL" clId="{8AE3A369-E55C-4573-8F49-6E668EF80783}" dt="2024-07-03T10:54:20.851" v="6448"/>
          <ac:spMkLst>
            <pc:docMk/>
            <pc:sldMk cId="1353650430" sldId="2147480834"/>
            <ac:spMk id="141" creationId="{0DD7596E-01D2-CF20-9DB0-8C4A4F9C5047}"/>
          </ac:spMkLst>
        </pc:spChg>
        <pc:spChg chg="mod">
          <ac:chgData name="Takeuchi, Koichiro" userId="b3848a05-443b-4434-8fa5-7398ca0c03c9" providerId="ADAL" clId="{8AE3A369-E55C-4573-8F49-6E668EF80783}" dt="2024-07-03T10:54:20.851" v="6448"/>
          <ac:spMkLst>
            <pc:docMk/>
            <pc:sldMk cId="1353650430" sldId="2147480834"/>
            <ac:spMk id="142" creationId="{0FE17A9C-F7E6-9107-89B8-38E7AF932A5F}"/>
          </ac:spMkLst>
        </pc:spChg>
        <pc:spChg chg="mod">
          <ac:chgData name="Takeuchi, Koichiro" userId="b3848a05-443b-4434-8fa5-7398ca0c03c9" providerId="ADAL" clId="{8AE3A369-E55C-4573-8F49-6E668EF80783}" dt="2024-07-03T10:54:20.851" v="6448"/>
          <ac:spMkLst>
            <pc:docMk/>
            <pc:sldMk cId="1353650430" sldId="2147480834"/>
            <ac:spMk id="143" creationId="{B4ED41C3-0AE1-1907-8273-21E384F2995C}"/>
          </ac:spMkLst>
        </pc:spChg>
        <pc:spChg chg="mod">
          <ac:chgData name="Takeuchi, Koichiro" userId="b3848a05-443b-4434-8fa5-7398ca0c03c9" providerId="ADAL" clId="{8AE3A369-E55C-4573-8F49-6E668EF80783}" dt="2024-07-03T10:54:20.851" v="6448"/>
          <ac:spMkLst>
            <pc:docMk/>
            <pc:sldMk cId="1353650430" sldId="2147480834"/>
            <ac:spMk id="144" creationId="{EBF7F9A3-F349-3EB0-DD17-EDC915578ED0}"/>
          </ac:spMkLst>
        </pc:spChg>
        <pc:spChg chg="mod">
          <ac:chgData name="Takeuchi, Koichiro" userId="b3848a05-443b-4434-8fa5-7398ca0c03c9" providerId="ADAL" clId="{8AE3A369-E55C-4573-8F49-6E668EF80783}" dt="2024-07-03T10:54:20.851" v="6448"/>
          <ac:spMkLst>
            <pc:docMk/>
            <pc:sldMk cId="1353650430" sldId="2147480834"/>
            <ac:spMk id="145" creationId="{B0C50224-B0C8-016A-80CD-21FBE5E1296B}"/>
          </ac:spMkLst>
        </pc:spChg>
        <pc:spChg chg="mod">
          <ac:chgData name="Takeuchi, Koichiro" userId="b3848a05-443b-4434-8fa5-7398ca0c03c9" providerId="ADAL" clId="{8AE3A369-E55C-4573-8F49-6E668EF80783}" dt="2024-07-03T10:54:20.851" v="6448"/>
          <ac:spMkLst>
            <pc:docMk/>
            <pc:sldMk cId="1353650430" sldId="2147480834"/>
            <ac:spMk id="146" creationId="{E24D976F-3F77-37B2-C4B8-AC442287A683}"/>
          </ac:spMkLst>
        </pc:spChg>
        <pc:spChg chg="mod">
          <ac:chgData name="Takeuchi, Koichiro" userId="b3848a05-443b-4434-8fa5-7398ca0c03c9" providerId="ADAL" clId="{8AE3A369-E55C-4573-8F49-6E668EF80783}" dt="2024-07-03T10:54:20.851" v="6448"/>
          <ac:spMkLst>
            <pc:docMk/>
            <pc:sldMk cId="1353650430" sldId="2147480834"/>
            <ac:spMk id="147" creationId="{302CFCA2-7180-8AED-7CE9-515441A564EA}"/>
          </ac:spMkLst>
        </pc:spChg>
        <pc:spChg chg="mod">
          <ac:chgData name="Takeuchi, Koichiro" userId="b3848a05-443b-4434-8fa5-7398ca0c03c9" providerId="ADAL" clId="{8AE3A369-E55C-4573-8F49-6E668EF80783}" dt="2024-07-03T10:54:20.851" v="6448"/>
          <ac:spMkLst>
            <pc:docMk/>
            <pc:sldMk cId="1353650430" sldId="2147480834"/>
            <ac:spMk id="148" creationId="{2A8A8B13-F98B-A14A-9B3C-F4C8BC0493FF}"/>
          </ac:spMkLst>
        </pc:spChg>
        <pc:spChg chg="mod">
          <ac:chgData name="Takeuchi, Koichiro" userId="b3848a05-443b-4434-8fa5-7398ca0c03c9" providerId="ADAL" clId="{8AE3A369-E55C-4573-8F49-6E668EF80783}" dt="2024-07-03T10:54:20.851" v="6448"/>
          <ac:spMkLst>
            <pc:docMk/>
            <pc:sldMk cId="1353650430" sldId="2147480834"/>
            <ac:spMk id="149" creationId="{B0444F8D-B7BB-FC02-F58D-1F6B080D2AEE}"/>
          </ac:spMkLst>
        </pc:spChg>
        <pc:spChg chg="mod">
          <ac:chgData name="Takeuchi, Koichiro" userId="b3848a05-443b-4434-8fa5-7398ca0c03c9" providerId="ADAL" clId="{8AE3A369-E55C-4573-8F49-6E668EF80783}" dt="2024-07-03T10:54:20.851" v="6448"/>
          <ac:spMkLst>
            <pc:docMk/>
            <pc:sldMk cId="1353650430" sldId="2147480834"/>
            <ac:spMk id="150" creationId="{8182CB60-2E50-C3C7-DD3D-E02F73AE1B3A}"/>
          </ac:spMkLst>
        </pc:spChg>
        <pc:spChg chg="mod">
          <ac:chgData name="Takeuchi, Koichiro" userId="b3848a05-443b-4434-8fa5-7398ca0c03c9" providerId="ADAL" clId="{8AE3A369-E55C-4573-8F49-6E668EF80783}" dt="2024-07-03T10:54:20.851" v="6448"/>
          <ac:spMkLst>
            <pc:docMk/>
            <pc:sldMk cId="1353650430" sldId="2147480834"/>
            <ac:spMk id="151" creationId="{F1342206-EA40-2585-E14E-FE17444A1613}"/>
          </ac:spMkLst>
        </pc:spChg>
        <pc:spChg chg="mod">
          <ac:chgData name="Takeuchi, Koichiro" userId="b3848a05-443b-4434-8fa5-7398ca0c03c9" providerId="ADAL" clId="{8AE3A369-E55C-4573-8F49-6E668EF80783}" dt="2024-07-03T10:54:20.851" v="6448"/>
          <ac:spMkLst>
            <pc:docMk/>
            <pc:sldMk cId="1353650430" sldId="2147480834"/>
            <ac:spMk id="152" creationId="{F84644D3-97F7-FB49-FF75-97FBEBE6A11C}"/>
          </ac:spMkLst>
        </pc:spChg>
        <pc:spChg chg="mod">
          <ac:chgData name="Takeuchi, Koichiro" userId="b3848a05-443b-4434-8fa5-7398ca0c03c9" providerId="ADAL" clId="{8AE3A369-E55C-4573-8F49-6E668EF80783}" dt="2024-07-03T10:54:20.851" v="6448"/>
          <ac:spMkLst>
            <pc:docMk/>
            <pc:sldMk cId="1353650430" sldId="2147480834"/>
            <ac:spMk id="161" creationId="{35917617-53F9-A90B-6114-9523FDB697C5}"/>
          </ac:spMkLst>
        </pc:spChg>
        <pc:spChg chg="mod">
          <ac:chgData name="Takeuchi, Koichiro" userId="b3848a05-443b-4434-8fa5-7398ca0c03c9" providerId="ADAL" clId="{8AE3A369-E55C-4573-8F49-6E668EF80783}" dt="2024-07-03T10:54:20.851" v="6448"/>
          <ac:spMkLst>
            <pc:docMk/>
            <pc:sldMk cId="1353650430" sldId="2147480834"/>
            <ac:spMk id="162" creationId="{91EE89B6-3A83-2BAC-B1D2-AD20668FD1C6}"/>
          </ac:spMkLst>
        </pc:spChg>
        <pc:spChg chg="mod">
          <ac:chgData name="Takeuchi, Koichiro" userId="b3848a05-443b-4434-8fa5-7398ca0c03c9" providerId="ADAL" clId="{8AE3A369-E55C-4573-8F49-6E668EF80783}" dt="2024-07-03T10:54:20.851" v="6448"/>
          <ac:spMkLst>
            <pc:docMk/>
            <pc:sldMk cId="1353650430" sldId="2147480834"/>
            <ac:spMk id="163" creationId="{EE6B14D2-9B6E-5371-EC0F-B3B994E8137E}"/>
          </ac:spMkLst>
        </pc:spChg>
        <pc:spChg chg="mod">
          <ac:chgData name="Takeuchi, Koichiro" userId="b3848a05-443b-4434-8fa5-7398ca0c03c9" providerId="ADAL" clId="{8AE3A369-E55C-4573-8F49-6E668EF80783}" dt="2024-07-03T10:54:20.851" v="6448"/>
          <ac:spMkLst>
            <pc:docMk/>
            <pc:sldMk cId="1353650430" sldId="2147480834"/>
            <ac:spMk id="164" creationId="{518804A1-A709-CF0E-AEFF-B9B944B663B5}"/>
          </ac:spMkLst>
        </pc:spChg>
        <pc:spChg chg="mod">
          <ac:chgData name="Takeuchi, Koichiro" userId="b3848a05-443b-4434-8fa5-7398ca0c03c9" providerId="ADAL" clId="{8AE3A369-E55C-4573-8F49-6E668EF80783}" dt="2024-07-03T10:54:20.851" v="6448"/>
          <ac:spMkLst>
            <pc:docMk/>
            <pc:sldMk cId="1353650430" sldId="2147480834"/>
            <ac:spMk id="165" creationId="{41E3858F-7EC3-3E19-6637-CA20D25870C0}"/>
          </ac:spMkLst>
        </pc:spChg>
        <pc:spChg chg="mod">
          <ac:chgData name="Takeuchi, Koichiro" userId="b3848a05-443b-4434-8fa5-7398ca0c03c9" providerId="ADAL" clId="{8AE3A369-E55C-4573-8F49-6E668EF80783}" dt="2024-07-03T10:54:20.851" v="6448"/>
          <ac:spMkLst>
            <pc:docMk/>
            <pc:sldMk cId="1353650430" sldId="2147480834"/>
            <ac:spMk id="166" creationId="{EB6650C3-F3FB-4369-94DF-5E0D822BBC74}"/>
          </ac:spMkLst>
        </pc:spChg>
        <pc:spChg chg="mod">
          <ac:chgData name="Takeuchi, Koichiro" userId="b3848a05-443b-4434-8fa5-7398ca0c03c9" providerId="ADAL" clId="{8AE3A369-E55C-4573-8F49-6E668EF80783}" dt="2024-07-03T10:54:20.851" v="6448"/>
          <ac:spMkLst>
            <pc:docMk/>
            <pc:sldMk cId="1353650430" sldId="2147480834"/>
            <ac:spMk id="167" creationId="{11B9B1F7-D51F-84D1-7281-DCC1DF3BB8B3}"/>
          </ac:spMkLst>
        </pc:spChg>
        <pc:spChg chg="mod">
          <ac:chgData name="Takeuchi, Koichiro" userId="b3848a05-443b-4434-8fa5-7398ca0c03c9" providerId="ADAL" clId="{8AE3A369-E55C-4573-8F49-6E668EF80783}" dt="2024-07-03T10:54:20.851" v="6448"/>
          <ac:spMkLst>
            <pc:docMk/>
            <pc:sldMk cId="1353650430" sldId="2147480834"/>
            <ac:spMk id="168" creationId="{4ACD1F22-85A4-4911-0D4F-E6DAE9705FE1}"/>
          </ac:spMkLst>
        </pc:spChg>
        <pc:spChg chg="mod">
          <ac:chgData name="Takeuchi, Koichiro" userId="b3848a05-443b-4434-8fa5-7398ca0c03c9" providerId="ADAL" clId="{8AE3A369-E55C-4573-8F49-6E668EF80783}" dt="2024-07-03T10:54:20.851" v="6448"/>
          <ac:spMkLst>
            <pc:docMk/>
            <pc:sldMk cId="1353650430" sldId="2147480834"/>
            <ac:spMk id="170" creationId="{7FECB42F-F4B3-EBE9-AF15-662A17C93FA8}"/>
          </ac:spMkLst>
        </pc:spChg>
        <pc:spChg chg="mod">
          <ac:chgData name="Takeuchi, Koichiro" userId="b3848a05-443b-4434-8fa5-7398ca0c03c9" providerId="ADAL" clId="{8AE3A369-E55C-4573-8F49-6E668EF80783}" dt="2024-07-03T10:54:20.851" v="6448"/>
          <ac:spMkLst>
            <pc:docMk/>
            <pc:sldMk cId="1353650430" sldId="2147480834"/>
            <ac:spMk id="171" creationId="{00A7E35D-9ED6-7772-7814-91F9710A0220}"/>
          </ac:spMkLst>
        </pc:spChg>
        <pc:spChg chg="mod">
          <ac:chgData name="Takeuchi, Koichiro" userId="b3848a05-443b-4434-8fa5-7398ca0c03c9" providerId="ADAL" clId="{8AE3A369-E55C-4573-8F49-6E668EF80783}" dt="2024-07-03T10:54:20.851" v="6448"/>
          <ac:spMkLst>
            <pc:docMk/>
            <pc:sldMk cId="1353650430" sldId="2147480834"/>
            <ac:spMk id="172" creationId="{5C329939-A5C0-A9C1-5872-508B69F94146}"/>
          </ac:spMkLst>
        </pc:spChg>
        <pc:spChg chg="mod">
          <ac:chgData name="Takeuchi, Koichiro" userId="b3848a05-443b-4434-8fa5-7398ca0c03c9" providerId="ADAL" clId="{8AE3A369-E55C-4573-8F49-6E668EF80783}" dt="2024-07-03T10:54:20.851" v="6448"/>
          <ac:spMkLst>
            <pc:docMk/>
            <pc:sldMk cId="1353650430" sldId="2147480834"/>
            <ac:spMk id="173" creationId="{50F56B28-7AA5-6B30-6C32-531417817FB8}"/>
          </ac:spMkLst>
        </pc:spChg>
        <pc:spChg chg="mod">
          <ac:chgData name="Takeuchi, Koichiro" userId="b3848a05-443b-4434-8fa5-7398ca0c03c9" providerId="ADAL" clId="{8AE3A369-E55C-4573-8F49-6E668EF80783}" dt="2024-07-03T10:54:20.851" v="6448"/>
          <ac:spMkLst>
            <pc:docMk/>
            <pc:sldMk cId="1353650430" sldId="2147480834"/>
            <ac:spMk id="174" creationId="{01C3B6DE-36F2-1C3E-C23C-A46CA87B73DD}"/>
          </ac:spMkLst>
        </pc:spChg>
        <pc:spChg chg="mod">
          <ac:chgData name="Takeuchi, Koichiro" userId="b3848a05-443b-4434-8fa5-7398ca0c03c9" providerId="ADAL" clId="{8AE3A369-E55C-4573-8F49-6E668EF80783}" dt="2024-07-03T10:54:20.851" v="6448"/>
          <ac:spMkLst>
            <pc:docMk/>
            <pc:sldMk cId="1353650430" sldId="2147480834"/>
            <ac:spMk id="175" creationId="{35A4758E-EAE8-3180-6649-9E21AEF55B28}"/>
          </ac:spMkLst>
        </pc:spChg>
        <pc:spChg chg="mod">
          <ac:chgData name="Takeuchi, Koichiro" userId="b3848a05-443b-4434-8fa5-7398ca0c03c9" providerId="ADAL" clId="{8AE3A369-E55C-4573-8F49-6E668EF80783}" dt="2024-07-03T10:54:20.851" v="6448"/>
          <ac:spMkLst>
            <pc:docMk/>
            <pc:sldMk cId="1353650430" sldId="2147480834"/>
            <ac:spMk id="184" creationId="{2AE1BFA8-30C5-CD0A-3BE7-DD07281E5537}"/>
          </ac:spMkLst>
        </pc:spChg>
        <pc:spChg chg="mod">
          <ac:chgData name="Takeuchi, Koichiro" userId="b3848a05-443b-4434-8fa5-7398ca0c03c9" providerId="ADAL" clId="{8AE3A369-E55C-4573-8F49-6E668EF80783}" dt="2024-07-03T10:54:20.851" v="6448"/>
          <ac:spMkLst>
            <pc:docMk/>
            <pc:sldMk cId="1353650430" sldId="2147480834"/>
            <ac:spMk id="185" creationId="{46AD02B7-A41A-313B-7652-79977F7CA5AD}"/>
          </ac:spMkLst>
        </pc:spChg>
        <pc:spChg chg="mod">
          <ac:chgData name="Takeuchi, Koichiro" userId="b3848a05-443b-4434-8fa5-7398ca0c03c9" providerId="ADAL" clId="{8AE3A369-E55C-4573-8F49-6E668EF80783}" dt="2024-07-03T10:54:20.851" v="6448"/>
          <ac:spMkLst>
            <pc:docMk/>
            <pc:sldMk cId="1353650430" sldId="2147480834"/>
            <ac:spMk id="186" creationId="{BCAA2186-E49D-7248-E4E6-B4B52BC4DE85}"/>
          </ac:spMkLst>
        </pc:spChg>
        <pc:spChg chg="mod">
          <ac:chgData name="Takeuchi, Koichiro" userId="b3848a05-443b-4434-8fa5-7398ca0c03c9" providerId="ADAL" clId="{8AE3A369-E55C-4573-8F49-6E668EF80783}" dt="2024-07-03T10:54:20.851" v="6448"/>
          <ac:spMkLst>
            <pc:docMk/>
            <pc:sldMk cId="1353650430" sldId="2147480834"/>
            <ac:spMk id="187" creationId="{F948D327-42BA-7A02-DDEF-2E24B0208C2C}"/>
          </ac:spMkLst>
        </pc:spChg>
        <pc:spChg chg="mod">
          <ac:chgData name="Takeuchi, Koichiro" userId="b3848a05-443b-4434-8fa5-7398ca0c03c9" providerId="ADAL" clId="{8AE3A369-E55C-4573-8F49-6E668EF80783}" dt="2024-07-03T10:54:20.851" v="6448"/>
          <ac:spMkLst>
            <pc:docMk/>
            <pc:sldMk cId="1353650430" sldId="2147480834"/>
            <ac:spMk id="188" creationId="{2E14F0B5-2603-7CF7-C2C1-E369E11A6DBC}"/>
          </ac:spMkLst>
        </pc:spChg>
        <pc:spChg chg="mod">
          <ac:chgData name="Takeuchi, Koichiro" userId="b3848a05-443b-4434-8fa5-7398ca0c03c9" providerId="ADAL" clId="{8AE3A369-E55C-4573-8F49-6E668EF80783}" dt="2024-07-03T10:54:20.851" v="6448"/>
          <ac:spMkLst>
            <pc:docMk/>
            <pc:sldMk cId="1353650430" sldId="2147480834"/>
            <ac:spMk id="189" creationId="{C0F0F553-3863-4CA7-FF77-6F75ECDE4E4F}"/>
          </ac:spMkLst>
        </pc:spChg>
        <pc:spChg chg="mod">
          <ac:chgData name="Takeuchi, Koichiro" userId="b3848a05-443b-4434-8fa5-7398ca0c03c9" providerId="ADAL" clId="{8AE3A369-E55C-4573-8F49-6E668EF80783}" dt="2024-07-03T10:54:20.851" v="6448"/>
          <ac:spMkLst>
            <pc:docMk/>
            <pc:sldMk cId="1353650430" sldId="2147480834"/>
            <ac:spMk id="190" creationId="{025FBB3E-FAD2-496D-BCED-3F3B1B7B22CB}"/>
          </ac:spMkLst>
        </pc:spChg>
        <pc:spChg chg="mod">
          <ac:chgData name="Takeuchi, Koichiro" userId="b3848a05-443b-4434-8fa5-7398ca0c03c9" providerId="ADAL" clId="{8AE3A369-E55C-4573-8F49-6E668EF80783}" dt="2024-07-03T10:54:20.851" v="6448"/>
          <ac:spMkLst>
            <pc:docMk/>
            <pc:sldMk cId="1353650430" sldId="2147480834"/>
            <ac:spMk id="191" creationId="{14CED34C-4046-729B-7A14-E8FCFCCF4470}"/>
          </ac:spMkLst>
        </pc:spChg>
        <pc:spChg chg="mod">
          <ac:chgData name="Takeuchi, Koichiro" userId="b3848a05-443b-4434-8fa5-7398ca0c03c9" providerId="ADAL" clId="{8AE3A369-E55C-4573-8F49-6E668EF80783}" dt="2024-07-03T10:54:20.851" v="6448"/>
          <ac:spMkLst>
            <pc:docMk/>
            <pc:sldMk cId="1353650430" sldId="2147480834"/>
            <ac:spMk id="192" creationId="{15A61E8C-C2A6-9D0B-9562-E498771C522D}"/>
          </ac:spMkLst>
        </pc:spChg>
        <pc:spChg chg="mod">
          <ac:chgData name="Takeuchi, Koichiro" userId="b3848a05-443b-4434-8fa5-7398ca0c03c9" providerId="ADAL" clId="{8AE3A369-E55C-4573-8F49-6E668EF80783}" dt="2024-07-03T10:54:20.851" v="6448"/>
          <ac:spMkLst>
            <pc:docMk/>
            <pc:sldMk cId="1353650430" sldId="2147480834"/>
            <ac:spMk id="193" creationId="{7283D267-5729-713D-9547-4F01D77A2710}"/>
          </ac:spMkLst>
        </pc:spChg>
        <pc:spChg chg="mod">
          <ac:chgData name="Takeuchi, Koichiro" userId="b3848a05-443b-4434-8fa5-7398ca0c03c9" providerId="ADAL" clId="{8AE3A369-E55C-4573-8F49-6E668EF80783}" dt="2024-07-03T10:54:20.851" v="6448"/>
          <ac:spMkLst>
            <pc:docMk/>
            <pc:sldMk cId="1353650430" sldId="2147480834"/>
            <ac:spMk id="194" creationId="{BF26D234-6CEC-B330-E7B3-54FB87DE4701}"/>
          </ac:spMkLst>
        </pc:spChg>
        <pc:spChg chg="mod">
          <ac:chgData name="Takeuchi, Koichiro" userId="b3848a05-443b-4434-8fa5-7398ca0c03c9" providerId="ADAL" clId="{8AE3A369-E55C-4573-8F49-6E668EF80783}" dt="2024-07-03T10:54:20.851" v="6448"/>
          <ac:spMkLst>
            <pc:docMk/>
            <pc:sldMk cId="1353650430" sldId="2147480834"/>
            <ac:spMk id="195" creationId="{FCDDAD9B-3B3E-0388-2308-FFEC2CF16FC6}"/>
          </ac:spMkLst>
        </pc:spChg>
        <pc:spChg chg="mod">
          <ac:chgData name="Takeuchi, Koichiro" userId="b3848a05-443b-4434-8fa5-7398ca0c03c9" providerId="ADAL" clId="{8AE3A369-E55C-4573-8F49-6E668EF80783}" dt="2024-07-03T10:54:20.851" v="6448"/>
          <ac:spMkLst>
            <pc:docMk/>
            <pc:sldMk cId="1353650430" sldId="2147480834"/>
            <ac:spMk id="196" creationId="{81F73EE9-8847-81E7-F631-D9292A7EFB5B}"/>
          </ac:spMkLst>
        </pc:spChg>
        <pc:spChg chg="mod">
          <ac:chgData name="Takeuchi, Koichiro" userId="b3848a05-443b-4434-8fa5-7398ca0c03c9" providerId="ADAL" clId="{8AE3A369-E55C-4573-8F49-6E668EF80783}" dt="2024-07-03T10:54:20.851" v="6448"/>
          <ac:spMkLst>
            <pc:docMk/>
            <pc:sldMk cId="1353650430" sldId="2147480834"/>
            <ac:spMk id="197" creationId="{717BFF52-2A99-34A9-C4F5-40807AA9738C}"/>
          </ac:spMkLst>
        </pc:spChg>
        <pc:spChg chg="mod">
          <ac:chgData name="Takeuchi, Koichiro" userId="b3848a05-443b-4434-8fa5-7398ca0c03c9" providerId="ADAL" clId="{8AE3A369-E55C-4573-8F49-6E668EF80783}" dt="2024-07-03T10:54:20.851" v="6448"/>
          <ac:spMkLst>
            <pc:docMk/>
            <pc:sldMk cId="1353650430" sldId="2147480834"/>
            <ac:spMk id="198" creationId="{A6108BF4-0542-3507-BCE2-F0E871F3A5C4}"/>
          </ac:spMkLst>
        </pc:spChg>
        <pc:spChg chg="mod">
          <ac:chgData name="Takeuchi, Koichiro" userId="b3848a05-443b-4434-8fa5-7398ca0c03c9" providerId="ADAL" clId="{8AE3A369-E55C-4573-8F49-6E668EF80783}" dt="2024-07-03T10:54:20.851" v="6448"/>
          <ac:spMkLst>
            <pc:docMk/>
            <pc:sldMk cId="1353650430" sldId="2147480834"/>
            <ac:spMk id="199" creationId="{233AD6B0-54B9-7D71-76A9-3C42B9251757}"/>
          </ac:spMkLst>
        </pc:spChg>
        <pc:spChg chg="mod">
          <ac:chgData name="Takeuchi, Koichiro" userId="b3848a05-443b-4434-8fa5-7398ca0c03c9" providerId="ADAL" clId="{8AE3A369-E55C-4573-8F49-6E668EF80783}" dt="2024-07-03T10:54:20.851" v="6448"/>
          <ac:spMkLst>
            <pc:docMk/>
            <pc:sldMk cId="1353650430" sldId="2147480834"/>
            <ac:spMk id="200" creationId="{FE801D1F-3603-D049-1CC4-1FCB6A3561F0}"/>
          </ac:spMkLst>
        </pc:spChg>
        <pc:spChg chg="mod">
          <ac:chgData name="Takeuchi, Koichiro" userId="b3848a05-443b-4434-8fa5-7398ca0c03c9" providerId="ADAL" clId="{8AE3A369-E55C-4573-8F49-6E668EF80783}" dt="2024-07-03T10:54:20.851" v="6448"/>
          <ac:spMkLst>
            <pc:docMk/>
            <pc:sldMk cId="1353650430" sldId="2147480834"/>
            <ac:spMk id="201" creationId="{27AA8B88-BB99-8E69-8DDB-66195886F4E4}"/>
          </ac:spMkLst>
        </pc:spChg>
        <pc:spChg chg="mod">
          <ac:chgData name="Takeuchi, Koichiro" userId="b3848a05-443b-4434-8fa5-7398ca0c03c9" providerId="ADAL" clId="{8AE3A369-E55C-4573-8F49-6E668EF80783}" dt="2024-07-03T10:54:20.851" v="6448"/>
          <ac:spMkLst>
            <pc:docMk/>
            <pc:sldMk cId="1353650430" sldId="2147480834"/>
            <ac:spMk id="202" creationId="{82C270A5-46C0-C0F2-A00A-1B6E10D6C242}"/>
          </ac:spMkLst>
        </pc:spChg>
        <pc:spChg chg="mod">
          <ac:chgData name="Takeuchi, Koichiro" userId="b3848a05-443b-4434-8fa5-7398ca0c03c9" providerId="ADAL" clId="{8AE3A369-E55C-4573-8F49-6E668EF80783}" dt="2024-07-03T10:54:20.851" v="6448"/>
          <ac:spMkLst>
            <pc:docMk/>
            <pc:sldMk cId="1353650430" sldId="2147480834"/>
            <ac:spMk id="203" creationId="{BFA9C2B7-5906-B9C2-118A-8ED31A14D6B3}"/>
          </ac:spMkLst>
        </pc:spChg>
        <pc:spChg chg="mod">
          <ac:chgData name="Takeuchi, Koichiro" userId="b3848a05-443b-4434-8fa5-7398ca0c03c9" providerId="ADAL" clId="{8AE3A369-E55C-4573-8F49-6E668EF80783}" dt="2024-07-03T10:54:20.851" v="6448"/>
          <ac:spMkLst>
            <pc:docMk/>
            <pc:sldMk cId="1353650430" sldId="2147480834"/>
            <ac:spMk id="204" creationId="{9554520F-E78D-A68B-3B39-FE4B17EF3C63}"/>
          </ac:spMkLst>
        </pc:spChg>
        <pc:spChg chg="mod">
          <ac:chgData name="Takeuchi, Koichiro" userId="b3848a05-443b-4434-8fa5-7398ca0c03c9" providerId="ADAL" clId="{8AE3A369-E55C-4573-8F49-6E668EF80783}" dt="2024-07-03T10:54:20.851" v="6448"/>
          <ac:spMkLst>
            <pc:docMk/>
            <pc:sldMk cId="1353650430" sldId="2147480834"/>
            <ac:spMk id="205" creationId="{E068F797-BB14-01EC-2C56-6CD14246C5F9}"/>
          </ac:spMkLst>
        </pc:spChg>
        <pc:spChg chg="mod">
          <ac:chgData name="Takeuchi, Koichiro" userId="b3848a05-443b-4434-8fa5-7398ca0c03c9" providerId="ADAL" clId="{8AE3A369-E55C-4573-8F49-6E668EF80783}" dt="2024-07-03T10:54:20.851" v="6448"/>
          <ac:spMkLst>
            <pc:docMk/>
            <pc:sldMk cId="1353650430" sldId="2147480834"/>
            <ac:spMk id="206" creationId="{BED6920F-6FAA-B97A-FC49-3314421BB62B}"/>
          </ac:spMkLst>
        </pc:spChg>
        <pc:spChg chg="mod">
          <ac:chgData name="Takeuchi, Koichiro" userId="b3848a05-443b-4434-8fa5-7398ca0c03c9" providerId="ADAL" clId="{8AE3A369-E55C-4573-8F49-6E668EF80783}" dt="2024-07-03T10:54:20.851" v="6448"/>
          <ac:spMkLst>
            <pc:docMk/>
            <pc:sldMk cId="1353650430" sldId="2147480834"/>
            <ac:spMk id="207" creationId="{006EE26D-9663-BC81-41DB-3A753B9E4E3D}"/>
          </ac:spMkLst>
        </pc:spChg>
        <pc:spChg chg="mod">
          <ac:chgData name="Takeuchi, Koichiro" userId="b3848a05-443b-4434-8fa5-7398ca0c03c9" providerId="ADAL" clId="{8AE3A369-E55C-4573-8F49-6E668EF80783}" dt="2024-07-03T10:54:20.851" v="6448"/>
          <ac:spMkLst>
            <pc:docMk/>
            <pc:sldMk cId="1353650430" sldId="2147480834"/>
            <ac:spMk id="208" creationId="{CEE3FC9C-E4FE-314F-269B-920A028019D5}"/>
          </ac:spMkLst>
        </pc:spChg>
        <pc:spChg chg="mod">
          <ac:chgData name="Takeuchi, Koichiro" userId="b3848a05-443b-4434-8fa5-7398ca0c03c9" providerId="ADAL" clId="{8AE3A369-E55C-4573-8F49-6E668EF80783}" dt="2024-07-03T10:54:20.851" v="6448"/>
          <ac:spMkLst>
            <pc:docMk/>
            <pc:sldMk cId="1353650430" sldId="2147480834"/>
            <ac:spMk id="209" creationId="{F52497E3-0656-420A-7140-FC97198E235D}"/>
          </ac:spMkLst>
        </pc:spChg>
        <pc:spChg chg="mod">
          <ac:chgData name="Takeuchi, Koichiro" userId="b3848a05-443b-4434-8fa5-7398ca0c03c9" providerId="ADAL" clId="{8AE3A369-E55C-4573-8F49-6E668EF80783}" dt="2024-07-03T10:54:20.851" v="6448"/>
          <ac:spMkLst>
            <pc:docMk/>
            <pc:sldMk cId="1353650430" sldId="2147480834"/>
            <ac:spMk id="210" creationId="{C935B5E4-AEDF-BC21-3BED-C4B4D625BCFD}"/>
          </ac:spMkLst>
        </pc:spChg>
        <pc:spChg chg="mod">
          <ac:chgData name="Takeuchi, Koichiro" userId="b3848a05-443b-4434-8fa5-7398ca0c03c9" providerId="ADAL" clId="{8AE3A369-E55C-4573-8F49-6E668EF80783}" dt="2024-07-03T10:54:20.851" v="6448"/>
          <ac:spMkLst>
            <pc:docMk/>
            <pc:sldMk cId="1353650430" sldId="2147480834"/>
            <ac:spMk id="211" creationId="{2AD36443-4F35-931A-F671-C709EE3A00B7}"/>
          </ac:spMkLst>
        </pc:spChg>
        <pc:spChg chg="mod">
          <ac:chgData name="Takeuchi, Koichiro" userId="b3848a05-443b-4434-8fa5-7398ca0c03c9" providerId="ADAL" clId="{8AE3A369-E55C-4573-8F49-6E668EF80783}" dt="2024-07-03T10:54:20.851" v="6448"/>
          <ac:spMkLst>
            <pc:docMk/>
            <pc:sldMk cId="1353650430" sldId="2147480834"/>
            <ac:spMk id="212" creationId="{F3319B32-F62D-6F43-F951-5A8B472A78F6}"/>
          </ac:spMkLst>
        </pc:spChg>
        <pc:spChg chg="mod">
          <ac:chgData name="Takeuchi, Koichiro" userId="b3848a05-443b-4434-8fa5-7398ca0c03c9" providerId="ADAL" clId="{8AE3A369-E55C-4573-8F49-6E668EF80783}" dt="2024-07-03T10:54:20.851" v="6448"/>
          <ac:spMkLst>
            <pc:docMk/>
            <pc:sldMk cId="1353650430" sldId="2147480834"/>
            <ac:spMk id="214" creationId="{61B119AE-230F-678A-57DD-24D702CB84F2}"/>
          </ac:spMkLst>
        </pc:spChg>
        <pc:spChg chg="mod">
          <ac:chgData name="Takeuchi, Koichiro" userId="b3848a05-443b-4434-8fa5-7398ca0c03c9" providerId="ADAL" clId="{8AE3A369-E55C-4573-8F49-6E668EF80783}" dt="2024-07-03T10:54:20.851" v="6448"/>
          <ac:spMkLst>
            <pc:docMk/>
            <pc:sldMk cId="1353650430" sldId="2147480834"/>
            <ac:spMk id="215" creationId="{D0161083-2EEF-CA61-332A-7261F8254FD9}"/>
          </ac:spMkLst>
        </pc:spChg>
        <pc:spChg chg="mod">
          <ac:chgData name="Takeuchi, Koichiro" userId="b3848a05-443b-4434-8fa5-7398ca0c03c9" providerId="ADAL" clId="{8AE3A369-E55C-4573-8F49-6E668EF80783}" dt="2024-07-03T10:54:20.851" v="6448"/>
          <ac:spMkLst>
            <pc:docMk/>
            <pc:sldMk cId="1353650430" sldId="2147480834"/>
            <ac:spMk id="216" creationId="{220F3F5F-2C78-67D5-1B13-01B79DD42A53}"/>
          </ac:spMkLst>
        </pc:spChg>
        <pc:spChg chg="mod">
          <ac:chgData name="Takeuchi, Koichiro" userId="b3848a05-443b-4434-8fa5-7398ca0c03c9" providerId="ADAL" clId="{8AE3A369-E55C-4573-8F49-6E668EF80783}" dt="2024-07-03T10:54:20.851" v="6448"/>
          <ac:spMkLst>
            <pc:docMk/>
            <pc:sldMk cId="1353650430" sldId="2147480834"/>
            <ac:spMk id="217" creationId="{91340453-3185-F01B-A46F-0E657FCB8463}"/>
          </ac:spMkLst>
        </pc:spChg>
        <pc:spChg chg="mod">
          <ac:chgData name="Takeuchi, Koichiro" userId="b3848a05-443b-4434-8fa5-7398ca0c03c9" providerId="ADAL" clId="{8AE3A369-E55C-4573-8F49-6E668EF80783}" dt="2024-07-03T10:54:20.851" v="6448"/>
          <ac:spMkLst>
            <pc:docMk/>
            <pc:sldMk cId="1353650430" sldId="2147480834"/>
            <ac:spMk id="218" creationId="{99278B40-EC68-C8AA-9281-DBCEE5C7BCBF}"/>
          </ac:spMkLst>
        </pc:spChg>
        <pc:spChg chg="mod">
          <ac:chgData name="Takeuchi, Koichiro" userId="b3848a05-443b-4434-8fa5-7398ca0c03c9" providerId="ADAL" clId="{8AE3A369-E55C-4573-8F49-6E668EF80783}" dt="2024-07-03T10:54:20.851" v="6448"/>
          <ac:spMkLst>
            <pc:docMk/>
            <pc:sldMk cId="1353650430" sldId="2147480834"/>
            <ac:spMk id="219" creationId="{777BC0CF-5818-48D0-692B-9906B02337B1}"/>
          </ac:spMkLst>
        </pc:spChg>
        <pc:spChg chg="mod">
          <ac:chgData name="Takeuchi, Koichiro" userId="b3848a05-443b-4434-8fa5-7398ca0c03c9" providerId="ADAL" clId="{8AE3A369-E55C-4573-8F49-6E668EF80783}" dt="2024-07-03T10:54:20.851" v="6448"/>
          <ac:spMkLst>
            <pc:docMk/>
            <pc:sldMk cId="1353650430" sldId="2147480834"/>
            <ac:spMk id="220" creationId="{A49558D4-B072-6525-F77E-6E4E91D4346D}"/>
          </ac:spMkLst>
        </pc:spChg>
        <pc:spChg chg="mod">
          <ac:chgData name="Takeuchi, Koichiro" userId="b3848a05-443b-4434-8fa5-7398ca0c03c9" providerId="ADAL" clId="{8AE3A369-E55C-4573-8F49-6E668EF80783}" dt="2024-07-03T10:54:20.851" v="6448"/>
          <ac:spMkLst>
            <pc:docMk/>
            <pc:sldMk cId="1353650430" sldId="2147480834"/>
            <ac:spMk id="221" creationId="{3BB75564-99D8-05F5-24BD-DE6C5D9CD696}"/>
          </ac:spMkLst>
        </pc:spChg>
        <pc:spChg chg="mod">
          <ac:chgData name="Takeuchi, Koichiro" userId="b3848a05-443b-4434-8fa5-7398ca0c03c9" providerId="ADAL" clId="{8AE3A369-E55C-4573-8F49-6E668EF80783}" dt="2024-07-03T10:54:20.851" v="6448"/>
          <ac:spMkLst>
            <pc:docMk/>
            <pc:sldMk cId="1353650430" sldId="2147480834"/>
            <ac:spMk id="222" creationId="{9D7F311E-93D3-4CEB-B6B1-4E8CB4E6EE00}"/>
          </ac:spMkLst>
        </pc:spChg>
        <pc:spChg chg="mod">
          <ac:chgData name="Takeuchi, Koichiro" userId="b3848a05-443b-4434-8fa5-7398ca0c03c9" providerId="ADAL" clId="{8AE3A369-E55C-4573-8F49-6E668EF80783}" dt="2024-07-03T10:54:20.851" v="6448"/>
          <ac:spMkLst>
            <pc:docMk/>
            <pc:sldMk cId="1353650430" sldId="2147480834"/>
            <ac:spMk id="223" creationId="{77C22773-B2B6-7A06-1A05-AA83FCBF7288}"/>
          </ac:spMkLst>
        </pc:spChg>
        <pc:spChg chg="mod">
          <ac:chgData name="Takeuchi, Koichiro" userId="b3848a05-443b-4434-8fa5-7398ca0c03c9" providerId="ADAL" clId="{8AE3A369-E55C-4573-8F49-6E668EF80783}" dt="2024-07-03T10:54:20.851" v="6448"/>
          <ac:spMkLst>
            <pc:docMk/>
            <pc:sldMk cId="1353650430" sldId="2147480834"/>
            <ac:spMk id="224" creationId="{5DEB233E-257C-68AB-2601-12B627802174}"/>
          </ac:spMkLst>
        </pc:spChg>
        <pc:grpChg chg="add mod">
          <ac:chgData name="Takeuchi, Koichiro" userId="b3848a05-443b-4434-8fa5-7398ca0c03c9" providerId="ADAL" clId="{8AE3A369-E55C-4573-8F49-6E668EF80783}" dt="2024-07-03T10:54:20.851" v="6448"/>
          <ac:grpSpMkLst>
            <pc:docMk/>
            <pc:sldMk cId="1353650430" sldId="2147480834"/>
            <ac:grpSpMk id="7" creationId="{03370278-D9BA-CF65-1F1F-A6B9F507547C}"/>
          </ac:grpSpMkLst>
        </pc:grpChg>
        <pc:grpChg chg="mod">
          <ac:chgData name="Takeuchi, Koichiro" userId="b3848a05-443b-4434-8fa5-7398ca0c03c9" providerId="ADAL" clId="{8AE3A369-E55C-4573-8F49-6E668EF80783}" dt="2024-07-03T10:54:20.851" v="6448"/>
          <ac:grpSpMkLst>
            <pc:docMk/>
            <pc:sldMk cId="1353650430" sldId="2147480834"/>
            <ac:grpSpMk id="11" creationId="{C9580E63-AF6B-0F74-8800-A183EFE62248}"/>
          </ac:grpSpMkLst>
        </pc:grpChg>
        <pc:grpChg chg="mod">
          <ac:chgData name="Takeuchi, Koichiro" userId="b3848a05-443b-4434-8fa5-7398ca0c03c9" providerId="ADAL" clId="{8AE3A369-E55C-4573-8F49-6E668EF80783}" dt="2024-07-03T10:54:20.851" v="6448"/>
          <ac:grpSpMkLst>
            <pc:docMk/>
            <pc:sldMk cId="1353650430" sldId="2147480834"/>
            <ac:grpSpMk id="12" creationId="{CE96BA00-9B73-3B89-0D8C-4083DC2716C8}"/>
          </ac:grpSpMkLst>
        </pc:grpChg>
        <pc:grpChg chg="mod">
          <ac:chgData name="Takeuchi, Koichiro" userId="b3848a05-443b-4434-8fa5-7398ca0c03c9" providerId="ADAL" clId="{8AE3A369-E55C-4573-8F49-6E668EF80783}" dt="2024-07-03T10:54:20.851" v="6448"/>
          <ac:grpSpMkLst>
            <pc:docMk/>
            <pc:sldMk cId="1353650430" sldId="2147480834"/>
            <ac:grpSpMk id="14" creationId="{B9EB802D-A5F5-6C8F-0068-9CE521F859CB}"/>
          </ac:grpSpMkLst>
        </pc:grpChg>
        <pc:grpChg chg="mod">
          <ac:chgData name="Takeuchi, Koichiro" userId="b3848a05-443b-4434-8fa5-7398ca0c03c9" providerId="ADAL" clId="{8AE3A369-E55C-4573-8F49-6E668EF80783}" dt="2024-07-03T10:54:20.851" v="6448"/>
          <ac:grpSpMkLst>
            <pc:docMk/>
            <pc:sldMk cId="1353650430" sldId="2147480834"/>
            <ac:grpSpMk id="15" creationId="{E0A8422A-E50E-CE44-21D1-C09146551C37}"/>
          </ac:grpSpMkLst>
        </pc:grpChg>
        <pc:grpChg chg="mod">
          <ac:chgData name="Takeuchi, Koichiro" userId="b3848a05-443b-4434-8fa5-7398ca0c03c9" providerId="ADAL" clId="{8AE3A369-E55C-4573-8F49-6E668EF80783}" dt="2024-07-03T10:54:20.851" v="6448"/>
          <ac:grpSpMkLst>
            <pc:docMk/>
            <pc:sldMk cId="1353650430" sldId="2147480834"/>
            <ac:grpSpMk id="39" creationId="{426C2037-6212-25A2-62FC-304AC04C65EC}"/>
          </ac:grpSpMkLst>
        </pc:grpChg>
        <pc:grpChg chg="mod">
          <ac:chgData name="Takeuchi, Koichiro" userId="b3848a05-443b-4434-8fa5-7398ca0c03c9" providerId="ADAL" clId="{8AE3A369-E55C-4573-8F49-6E668EF80783}" dt="2024-07-03T10:54:20.851" v="6448"/>
          <ac:grpSpMkLst>
            <pc:docMk/>
            <pc:sldMk cId="1353650430" sldId="2147480834"/>
            <ac:grpSpMk id="43" creationId="{414432A6-433C-DCB3-5CBA-2E77B123F740}"/>
          </ac:grpSpMkLst>
        </pc:grpChg>
        <pc:grpChg chg="mod">
          <ac:chgData name="Takeuchi, Koichiro" userId="b3848a05-443b-4434-8fa5-7398ca0c03c9" providerId="ADAL" clId="{8AE3A369-E55C-4573-8F49-6E668EF80783}" dt="2024-07-03T10:54:20.851" v="6448"/>
          <ac:grpSpMkLst>
            <pc:docMk/>
            <pc:sldMk cId="1353650430" sldId="2147480834"/>
            <ac:grpSpMk id="45" creationId="{64753516-38B0-E0AB-4C86-F2A3013B745E}"/>
          </ac:grpSpMkLst>
        </pc:grpChg>
        <pc:grpChg chg="mod">
          <ac:chgData name="Takeuchi, Koichiro" userId="b3848a05-443b-4434-8fa5-7398ca0c03c9" providerId="ADAL" clId="{8AE3A369-E55C-4573-8F49-6E668EF80783}" dt="2024-07-03T10:54:20.851" v="6448"/>
          <ac:grpSpMkLst>
            <pc:docMk/>
            <pc:sldMk cId="1353650430" sldId="2147480834"/>
            <ac:grpSpMk id="153" creationId="{1D5680DB-2D74-28B6-E64F-719571999C83}"/>
          </ac:grpSpMkLst>
        </pc:grpChg>
        <pc:grpChg chg="mod">
          <ac:chgData name="Takeuchi, Koichiro" userId="b3848a05-443b-4434-8fa5-7398ca0c03c9" providerId="ADAL" clId="{8AE3A369-E55C-4573-8F49-6E668EF80783}" dt="2024-07-03T10:54:20.851" v="6448"/>
          <ac:grpSpMkLst>
            <pc:docMk/>
            <pc:sldMk cId="1353650430" sldId="2147480834"/>
            <ac:grpSpMk id="154" creationId="{47EDD3C5-C23F-9D13-0843-461DA8D718D7}"/>
          </ac:grpSpMkLst>
        </pc:grpChg>
        <pc:grpChg chg="mod">
          <ac:chgData name="Takeuchi, Koichiro" userId="b3848a05-443b-4434-8fa5-7398ca0c03c9" providerId="ADAL" clId="{8AE3A369-E55C-4573-8F49-6E668EF80783}" dt="2024-07-03T10:54:20.851" v="6448"/>
          <ac:grpSpMkLst>
            <pc:docMk/>
            <pc:sldMk cId="1353650430" sldId="2147480834"/>
            <ac:grpSpMk id="155" creationId="{07BB7C11-2A96-F8F3-B66B-FB7434AB1345}"/>
          </ac:grpSpMkLst>
        </pc:grpChg>
        <pc:grpChg chg="mod">
          <ac:chgData name="Takeuchi, Koichiro" userId="b3848a05-443b-4434-8fa5-7398ca0c03c9" providerId="ADAL" clId="{8AE3A369-E55C-4573-8F49-6E668EF80783}" dt="2024-07-03T10:54:20.851" v="6448"/>
          <ac:grpSpMkLst>
            <pc:docMk/>
            <pc:sldMk cId="1353650430" sldId="2147480834"/>
            <ac:grpSpMk id="156" creationId="{DFFA3921-541A-FBC6-9349-FDCC8E699729}"/>
          </ac:grpSpMkLst>
        </pc:grpChg>
        <pc:grpChg chg="mod">
          <ac:chgData name="Takeuchi, Koichiro" userId="b3848a05-443b-4434-8fa5-7398ca0c03c9" providerId="ADAL" clId="{8AE3A369-E55C-4573-8F49-6E668EF80783}" dt="2024-07-03T10:54:20.851" v="6448"/>
          <ac:grpSpMkLst>
            <pc:docMk/>
            <pc:sldMk cId="1353650430" sldId="2147480834"/>
            <ac:grpSpMk id="157" creationId="{A09DAE84-6A10-E364-D34B-9500FDC248CC}"/>
          </ac:grpSpMkLst>
        </pc:grpChg>
        <pc:grpChg chg="mod">
          <ac:chgData name="Takeuchi, Koichiro" userId="b3848a05-443b-4434-8fa5-7398ca0c03c9" providerId="ADAL" clId="{8AE3A369-E55C-4573-8F49-6E668EF80783}" dt="2024-07-03T10:54:20.851" v="6448"/>
          <ac:grpSpMkLst>
            <pc:docMk/>
            <pc:sldMk cId="1353650430" sldId="2147480834"/>
            <ac:grpSpMk id="158" creationId="{6B6DE3C5-70F8-7387-D0D3-A573E1F323CA}"/>
          </ac:grpSpMkLst>
        </pc:grpChg>
        <pc:grpChg chg="mod">
          <ac:chgData name="Takeuchi, Koichiro" userId="b3848a05-443b-4434-8fa5-7398ca0c03c9" providerId="ADAL" clId="{8AE3A369-E55C-4573-8F49-6E668EF80783}" dt="2024-07-03T10:54:20.851" v="6448"/>
          <ac:grpSpMkLst>
            <pc:docMk/>
            <pc:sldMk cId="1353650430" sldId="2147480834"/>
            <ac:grpSpMk id="159" creationId="{68820C69-8CB0-0BC7-8F7E-9536FDDA50C1}"/>
          </ac:grpSpMkLst>
        </pc:grpChg>
        <pc:grpChg chg="mod">
          <ac:chgData name="Takeuchi, Koichiro" userId="b3848a05-443b-4434-8fa5-7398ca0c03c9" providerId="ADAL" clId="{8AE3A369-E55C-4573-8F49-6E668EF80783}" dt="2024-07-03T10:54:20.851" v="6448"/>
          <ac:grpSpMkLst>
            <pc:docMk/>
            <pc:sldMk cId="1353650430" sldId="2147480834"/>
            <ac:grpSpMk id="160" creationId="{0BE12518-FDB3-3F93-A64F-B21D7422E7F6}"/>
          </ac:grpSpMkLst>
        </pc:grpChg>
        <pc:grpChg chg="mod">
          <ac:chgData name="Takeuchi, Koichiro" userId="b3848a05-443b-4434-8fa5-7398ca0c03c9" providerId="ADAL" clId="{8AE3A369-E55C-4573-8F49-6E668EF80783}" dt="2024-07-03T10:54:20.851" v="6448"/>
          <ac:grpSpMkLst>
            <pc:docMk/>
            <pc:sldMk cId="1353650430" sldId="2147480834"/>
            <ac:grpSpMk id="169" creationId="{F3663D61-5405-8047-3419-FBC3019C8A30}"/>
          </ac:grpSpMkLst>
        </pc:grpChg>
        <pc:grpChg chg="mod">
          <ac:chgData name="Takeuchi, Koichiro" userId="b3848a05-443b-4434-8fa5-7398ca0c03c9" providerId="ADAL" clId="{8AE3A369-E55C-4573-8F49-6E668EF80783}" dt="2024-07-03T10:54:20.851" v="6448"/>
          <ac:grpSpMkLst>
            <pc:docMk/>
            <pc:sldMk cId="1353650430" sldId="2147480834"/>
            <ac:grpSpMk id="176" creationId="{BE48600B-2B43-9FF5-220D-6F8C686471CD}"/>
          </ac:grpSpMkLst>
        </pc:grpChg>
        <pc:grpChg chg="mod">
          <ac:chgData name="Takeuchi, Koichiro" userId="b3848a05-443b-4434-8fa5-7398ca0c03c9" providerId="ADAL" clId="{8AE3A369-E55C-4573-8F49-6E668EF80783}" dt="2024-07-03T10:54:20.851" v="6448"/>
          <ac:grpSpMkLst>
            <pc:docMk/>
            <pc:sldMk cId="1353650430" sldId="2147480834"/>
            <ac:grpSpMk id="177" creationId="{CA193335-6BBC-E274-CF47-831B032073D7}"/>
          </ac:grpSpMkLst>
        </pc:grpChg>
        <pc:grpChg chg="mod">
          <ac:chgData name="Takeuchi, Koichiro" userId="b3848a05-443b-4434-8fa5-7398ca0c03c9" providerId="ADAL" clId="{8AE3A369-E55C-4573-8F49-6E668EF80783}" dt="2024-07-03T10:54:20.851" v="6448"/>
          <ac:grpSpMkLst>
            <pc:docMk/>
            <pc:sldMk cId="1353650430" sldId="2147480834"/>
            <ac:grpSpMk id="178" creationId="{3E3732AB-4124-DC63-C6CD-40FB6E0E2F18}"/>
          </ac:grpSpMkLst>
        </pc:grpChg>
        <pc:grpChg chg="mod">
          <ac:chgData name="Takeuchi, Koichiro" userId="b3848a05-443b-4434-8fa5-7398ca0c03c9" providerId="ADAL" clId="{8AE3A369-E55C-4573-8F49-6E668EF80783}" dt="2024-07-03T10:54:20.851" v="6448"/>
          <ac:grpSpMkLst>
            <pc:docMk/>
            <pc:sldMk cId="1353650430" sldId="2147480834"/>
            <ac:grpSpMk id="179" creationId="{2EA0F99C-B7AB-1570-29BF-9D9CC71A194D}"/>
          </ac:grpSpMkLst>
        </pc:grpChg>
        <pc:grpChg chg="mod">
          <ac:chgData name="Takeuchi, Koichiro" userId="b3848a05-443b-4434-8fa5-7398ca0c03c9" providerId="ADAL" clId="{8AE3A369-E55C-4573-8F49-6E668EF80783}" dt="2024-07-03T10:54:20.851" v="6448"/>
          <ac:grpSpMkLst>
            <pc:docMk/>
            <pc:sldMk cId="1353650430" sldId="2147480834"/>
            <ac:grpSpMk id="180" creationId="{3F52828F-18BB-22EB-49E4-15967F7621D9}"/>
          </ac:grpSpMkLst>
        </pc:grpChg>
        <pc:grpChg chg="mod">
          <ac:chgData name="Takeuchi, Koichiro" userId="b3848a05-443b-4434-8fa5-7398ca0c03c9" providerId="ADAL" clId="{8AE3A369-E55C-4573-8F49-6E668EF80783}" dt="2024-07-03T10:54:20.851" v="6448"/>
          <ac:grpSpMkLst>
            <pc:docMk/>
            <pc:sldMk cId="1353650430" sldId="2147480834"/>
            <ac:grpSpMk id="181" creationId="{95F59272-BF8B-F3B1-0787-9581A8A16C78}"/>
          </ac:grpSpMkLst>
        </pc:grpChg>
        <pc:grpChg chg="mod">
          <ac:chgData name="Takeuchi, Koichiro" userId="b3848a05-443b-4434-8fa5-7398ca0c03c9" providerId="ADAL" clId="{8AE3A369-E55C-4573-8F49-6E668EF80783}" dt="2024-07-03T10:54:20.851" v="6448"/>
          <ac:grpSpMkLst>
            <pc:docMk/>
            <pc:sldMk cId="1353650430" sldId="2147480834"/>
            <ac:grpSpMk id="182" creationId="{9E07DF28-9558-19CB-34D0-4E5317ADD273}"/>
          </ac:grpSpMkLst>
        </pc:grpChg>
        <pc:grpChg chg="mod">
          <ac:chgData name="Takeuchi, Koichiro" userId="b3848a05-443b-4434-8fa5-7398ca0c03c9" providerId="ADAL" clId="{8AE3A369-E55C-4573-8F49-6E668EF80783}" dt="2024-07-03T10:54:20.851" v="6448"/>
          <ac:grpSpMkLst>
            <pc:docMk/>
            <pc:sldMk cId="1353650430" sldId="2147480834"/>
            <ac:grpSpMk id="183" creationId="{1B92A532-4EB5-C950-D36A-82E9285C7D70}"/>
          </ac:grpSpMkLst>
        </pc:grpChg>
        <pc:grpChg chg="mod">
          <ac:chgData name="Takeuchi, Koichiro" userId="b3848a05-443b-4434-8fa5-7398ca0c03c9" providerId="ADAL" clId="{8AE3A369-E55C-4573-8F49-6E668EF80783}" dt="2024-07-03T10:54:20.851" v="6448"/>
          <ac:grpSpMkLst>
            <pc:docMk/>
            <pc:sldMk cId="1353650430" sldId="2147480834"/>
            <ac:grpSpMk id="213" creationId="{6B36D588-BBD1-DD0A-D610-7688E4D43082}"/>
          </ac:grpSpMkLst>
        </pc:grpChg>
        <pc:picChg chg="mod">
          <ac:chgData name="Takeuchi, Koichiro" userId="b3848a05-443b-4434-8fa5-7398ca0c03c9" providerId="ADAL" clId="{8AE3A369-E55C-4573-8F49-6E668EF80783}" dt="2024-07-03T10:54:20.851" v="6448"/>
          <ac:picMkLst>
            <pc:docMk/>
            <pc:sldMk cId="1353650430" sldId="2147480834"/>
            <ac:picMk id="10" creationId="{6A84B981-0FEB-0F0F-088B-6E345531C67B}"/>
          </ac:picMkLst>
        </pc:picChg>
        <pc:picChg chg="mod">
          <ac:chgData name="Takeuchi, Koichiro" userId="b3848a05-443b-4434-8fa5-7398ca0c03c9" providerId="ADAL" clId="{8AE3A369-E55C-4573-8F49-6E668EF80783}" dt="2024-07-03T10:54:20.851" v="6448"/>
          <ac:picMkLst>
            <pc:docMk/>
            <pc:sldMk cId="1353650430" sldId="2147480834"/>
            <ac:picMk id="38" creationId="{120DF380-9F80-A177-866F-C82C9A786679}"/>
          </ac:picMkLst>
        </pc:picChg>
        <pc:picChg chg="mod">
          <ac:chgData name="Takeuchi, Koichiro" userId="b3848a05-443b-4434-8fa5-7398ca0c03c9" providerId="ADAL" clId="{8AE3A369-E55C-4573-8F49-6E668EF80783}" dt="2024-07-03T10:54:20.851" v="6448"/>
          <ac:picMkLst>
            <pc:docMk/>
            <pc:sldMk cId="1353650430" sldId="2147480834"/>
            <ac:picMk id="40" creationId="{55040482-BCD8-AFFF-A1A6-51BD43AF1977}"/>
          </ac:picMkLst>
        </pc:picChg>
        <pc:picChg chg="mod">
          <ac:chgData name="Takeuchi, Koichiro" userId="b3848a05-443b-4434-8fa5-7398ca0c03c9" providerId="ADAL" clId="{8AE3A369-E55C-4573-8F49-6E668EF80783}" dt="2024-07-03T10:54:20.851" v="6448"/>
          <ac:picMkLst>
            <pc:docMk/>
            <pc:sldMk cId="1353650430" sldId="2147480834"/>
            <ac:picMk id="41" creationId="{59038EB9-506B-69F1-B68F-29C743CC3953}"/>
          </ac:picMkLst>
        </pc:picChg>
        <pc:picChg chg="add mod">
          <ac:chgData name="Takeuchi, Koichiro" userId="b3848a05-443b-4434-8fa5-7398ca0c03c9" providerId="ADAL" clId="{8AE3A369-E55C-4573-8F49-6E668EF80783}" dt="2024-07-03T10:54:30.867" v="6489" actId="1036"/>
          <ac:picMkLst>
            <pc:docMk/>
            <pc:sldMk cId="1353650430" sldId="2147480834"/>
            <ac:picMk id="225" creationId="{00158D6D-B6F7-35C3-C107-ED8F3988836E}"/>
          </ac:picMkLst>
        </pc:picChg>
        <pc:cxnChg chg="mod">
          <ac:chgData name="Takeuchi, Koichiro" userId="b3848a05-443b-4434-8fa5-7398ca0c03c9" providerId="ADAL" clId="{8AE3A369-E55C-4573-8F49-6E668EF80783}" dt="2024-07-03T10:54:20.851" v="6448"/>
          <ac:cxnSpMkLst>
            <pc:docMk/>
            <pc:sldMk cId="1353650430" sldId="2147480834"/>
            <ac:cxnSpMk id="83" creationId="{42884828-B30A-C5A8-3920-A3A5445AAC49}"/>
          </ac:cxnSpMkLst>
        </pc:cxnChg>
        <pc:cxnChg chg="mod">
          <ac:chgData name="Takeuchi, Koichiro" userId="b3848a05-443b-4434-8fa5-7398ca0c03c9" providerId="ADAL" clId="{8AE3A369-E55C-4573-8F49-6E668EF80783}" dt="2024-07-03T10:54:20.851" v="6448"/>
          <ac:cxnSpMkLst>
            <pc:docMk/>
            <pc:sldMk cId="1353650430" sldId="2147480834"/>
            <ac:cxnSpMk id="84" creationId="{B6FFBEA4-AF72-0EED-70D6-569A5340975F}"/>
          </ac:cxnSpMkLst>
        </pc:cxnChg>
        <pc:cxnChg chg="mod">
          <ac:chgData name="Takeuchi, Koichiro" userId="b3848a05-443b-4434-8fa5-7398ca0c03c9" providerId="ADAL" clId="{8AE3A369-E55C-4573-8F49-6E668EF80783}" dt="2024-07-03T10:54:20.851" v="6448"/>
          <ac:cxnSpMkLst>
            <pc:docMk/>
            <pc:sldMk cId="1353650430" sldId="2147480834"/>
            <ac:cxnSpMk id="85" creationId="{E39CB35D-9B2C-D850-8FA6-6FA60D493ACD}"/>
          </ac:cxnSpMkLst>
        </pc:cxnChg>
        <pc:cxnChg chg="mod">
          <ac:chgData name="Takeuchi, Koichiro" userId="b3848a05-443b-4434-8fa5-7398ca0c03c9" providerId="ADAL" clId="{8AE3A369-E55C-4573-8F49-6E668EF80783}" dt="2024-07-03T10:54:20.851" v="6448"/>
          <ac:cxnSpMkLst>
            <pc:docMk/>
            <pc:sldMk cId="1353650430" sldId="2147480834"/>
            <ac:cxnSpMk id="92" creationId="{474072BD-ED30-2E95-34D6-D3AD5E38AF61}"/>
          </ac:cxnSpMkLst>
        </pc:cxnChg>
        <pc:cxnChg chg="mod">
          <ac:chgData name="Takeuchi, Koichiro" userId="b3848a05-443b-4434-8fa5-7398ca0c03c9" providerId="ADAL" clId="{8AE3A369-E55C-4573-8F49-6E668EF80783}" dt="2024-07-03T10:54:20.851" v="6448"/>
          <ac:cxnSpMkLst>
            <pc:docMk/>
            <pc:sldMk cId="1353650430" sldId="2147480834"/>
            <ac:cxnSpMk id="93" creationId="{20DD3B01-FAB0-A5D2-0ACF-5DADCE64F1CE}"/>
          </ac:cxnSpMkLst>
        </pc:cxnChg>
        <pc:cxnChg chg="mod">
          <ac:chgData name="Takeuchi, Koichiro" userId="b3848a05-443b-4434-8fa5-7398ca0c03c9" providerId="ADAL" clId="{8AE3A369-E55C-4573-8F49-6E668EF80783}" dt="2024-07-03T10:54:20.851" v="6448"/>
          <ac:cxnSpMkLst>
            <pc:docMk/>
            <pc:sldMk cId="1353650430" sldId="2147480834"/>
            <ac:cxnSpMk id="94" creationId="{4C470F56-A58D-0E87-F8BE-213E5EC2AD52}"/>
          </ac:cxnSpMkLst>
        </pc:cxnChg>
        <pc:cxnChg chg="mod">
          <ac:chgData name="Takeuchi, Koichiro" userId="b3848a05-443b-4434-8fa5-7398ca0c03c9" providerId="ADAL" clId="{8AE3A369-E55C-4573-8F49-6E668EF80783}" dt="2024-07-03T10:54:20.851" v="6448"/>
          <ac:cxnSpMkLst>
            <pc:docMk/>
            <pc:sldMk cId="1353650430" sldId="2147480834"/>
            <ac:cxnSpMk id="95" creationId="{F9C258E8-380A-5273-7D8E-28D8208BC957}"/>
          </ac:cxnSpMkLst>
        </pc:cxnChg>
        <pc:cxnChg chg="mod">
          <ac:chgData name="Takeuchi, Koichiro" userId="b3848a05-443b-4434-8fa5-7398ca0c03c9" providerId="ADAL" clId="{8AE3A369-E55C-4573-8F49-6E668EF80783}" dt="2024-07-03T10:54:20.851" v="6448"/>
          <ac:cxnSpMkLst>
            <pc:docMk/>
            <pc:sldMk cId="1353650430" sldId="2147480834"/>
            <ac:cxnSpMk id="123" creationId="{AC9D15D2-B6BE-E333-76BB-845DF4853953}"/>
          </ac:cxnSpMkLst>
        </pc:cxnChg>
        <pc:cxnChg chg="mod">
          <ac:chgData name="Takeuchi, Koichiro" userId="b3848a05-443b-4434-8fa5-7398ca0c03c9" providerId="ADAL" clId="{8AE3A369-E55C-4573-8F49-6E668EF80783}" dt="2024-07-03T10:54:20.851" v="6448"/>
          <ac:cxnSpMkLst>
            <pc:docMk/>
            <pc:sldMk cId="1353650430" sldId="2147480834"/>
            <ac:cxnSpMk id="124" creationId="{6A3C6BF4-A5EE-AF57-B3FA-A997658D6139}"/>
          </ac:cxnSpMkLst>
        </pc:cxnChg>
        <pc:cxnChg chg="mod">
          <ac:chgData name="Takeuchi, Koichiro" userId="b3848a05-443b-4434-8fa5-7398ca0c03c9" providerId="ADAL" clId="{8AE3A369-E55C-4573-8F49-6E668EF80783}" dt="2024-07-03T10:54:20.851" v="6448"/>
          <ac:cxnSpMkLst>
            <pc:docMk/>
            <pc:sldMk cId="1353650430" sldId="2147480834"/>
            <ac:cxnSpMk id="125" creationId="{DDA5A8A3-40C7-F956-C50F-B1BD811244AB}"/>
          </ac:cxnSpMkLst>
        </pc:cxnChg>
        <pc:cxnChg chg="mod">
          <ac:chgData name="Takeuchi, Koichiro" userId="b3848a05-443b-4434-8fa5-7398ca0c03c9" providerId="ADAL" clId="{8AE3A369-E55C-4573-8F49-6E668EF80783}" dt="2024-07-03T10:54:20.851" v="6448"/>
          <ac:cxnSpMkLst>
            <pc:docMk/>
            <pc:sldMk cId="1353650430" sldId="2147480834"/>
            <ac:cxnSpMk id="126" creationId="{F7E8FD51-526F-1484-5659-20F9EE2521FF}"/>
          </ac:cxnSpMkLst>
        </pc:cxnChg>
        <pc:cxnChg chg="mod">
          <ac:chgData name="Takeuchi, Koichiro" userId="b3848a05-443b-4434-8fa5-7398ca0c03c9" providerId="ADAL" clId="{8AE3A369-E55C-4573-8F49-6E668EF80783}" dt="2024-07-03T10:54:20.851" v="6448"/>
          <ac:cxnSpMkLst>
            <pc:docMk/>
            <pc:sldMk cId="1353650430" sldId="2147480834"/>
            <ac:cxnSpMk id="127" creationId="{AD24E5BD-2410-CF36-2BE3-288F2CE43054}"/>
          </ac:cxnSpMkLst>
        </pc:cxnChg>
        <pc:cxnChg chg="mod">
          <ac:chgData name="Takeuchi, Koichiro" userId="b3848a05-443b-4434-8fa5-7398ca0c03c9" providerId="ADAL" clId="{8AE3A369-E55C-4573-8F49-6E668EF80783}" dt="2024-07-03T10:54:20.851" v="6448"/>
          <ac:cxnSpMkLst>
            <pc:docMk/>
            <pc:sldMk cId="1353650430" sldId="2147480834"/>
            <ac:cxnSpMk id="128" creationId="{4FD51170-ED96-C9CC-CA58-83A8E32C3462}"/>
          </ac:cxnSpMkLst>
        </pc:cxnChg>
      </pc:sldChg>
      <pc:sldChg chg="addSp delSp modSp add mod">
        <pc:chgData name="Takeuchi, Koichiro" userId="b3848a05-443b-4434-8fa5-7398ca0c03c9" providerId="ADAL" clId="{8AE3A369-E55C-4573-8F49-6E668EF80783}" dt="2024-07-12T01:01:38.615" v="20651" actId="404"/>
        <pc:sldMkLst>
          <pc:docMk/>
          <pc:sldMk cId="3421619155" sldId="2147480835"/>
        </pc:sldMkLst>
        <pc:spChg chg="mod">
          <ac:chgData name="Takeuchi, Koichiro" userId="b3848a05-443b-4434-8fa5-7398ca0c03c9" providerId="ADAL" clId="{8AE3A369-E55C-4573-8F49-6E668EF80783}" dt="2024-07-12T00:02:51.679" v="19103" actId="404"/>
          <ac:spMkLst>
            <pc:docMk/>
            <pc:sldMk cId="3421619155" sldId="2147480835"/>
            <ac:spMk id="2" creationId="{05CBB159-731C-24C3-0961-42025EE7DA79}"/>
          </ac:spMkLst>
        </pc:spChg>
        <pc:spChg chg="mod">
          <ac:chgData name="Takeuchi, Koichiro" userId="b3848a05-443b-4434-8fa5-7398ca0c03c9" providerId="ADAL" clId="{8AE3A369-E55C-4573-8F49-6E668EF80783}" dt="2024-07-12T00:59:31.905" v="20615" actId="20577"/>
          <ac:spMkLst>
            <pc:docMk/>
            <pc:sldMk cId="3421619155" sldId="2147480835"/>
            <ac:spMk id="3" creationId="{AD1EAC40-4216-15EF-D1A6-211C8288D462}"/>
          </ac:spMkLst>
        </pc:spChg>
        <pc:spChg chg="mod">
          <ac:chgData name="Takeuchi, Koichiro" userId="b3848a05-443b-4434-8fa5-7398ca0c03c9" providerId="ADAL" clId="{8AE3A369-E55C-4573-8F49-6E668EF80783}" dt="2024-07-12T00:09:21.092" v="19367" actId="20577"/>
          <ac:spMkLst>
            <pc:docMk/>
            <pc:sldMk cId="3421619155" sldId="2147480835"/>
            <ac:spMk id="4" creationId="{6A1322A5-916B-2AD0-BEA6-6753E798AD1D}"/>
          </ac:spMkLst>
        </pc:spChg>
        <pc:spChg chg="add del mod">
          <ac:chgData name="Takeuchi, Koichiro" userId="b3848a05-443b-4434-8fa5-7398ca0c03c9" providerId="ADAL" clId="{8AE3A369-E55C-4573-8F49-6E668EF80783}" dt="2024-07-03T10:56:41.463" v="6537" actId="478"/>
          <ac:spMkLst>
            <pc:docMk/>
            <pc:sldMk cId="3421619155" sldId="2147480835"/>
            <ac:spMk id="8" creationId="{645A01B4-8972-CA30-897C-D730AB72BE3E}"/>
          </ac:spMkLst>
        </pc:spChg>
        <pc:spChg chg="add mod">
          <ac:chgData name="Takeuchi, Koichiro" userId="b3848a05-443b-4434-8fa5-7398ca0c03c9" providerId="ADAL" clId="{8AE3A369-E55C-4573-8F49-6E668EF80783}" dt="2024-07-12T01:01:38.615" v="20651" actId="404"/>
          <ac:spMkLst>
            <pc:docMk/>
            <pc:sldMk cId="3421619155" sldId="2147480835"/>
            <ac:spMk id="8" creationId="{6E9D0488-130C-591A-5061-731DA33EBF4B}"/>
          </ac:spMkLst>
        </pc:spChg>
        <pc:spChg chg="add mod">
          <ac:chgData name="Takeuchi, Koichiro" userId="b3848a05-443b-4434-8fa5-7398ca0c03c9" providerId="ADAL" clId="{8AE3A369-E55C-4573-8F49-6E668EF80783}" dt="2024-07-03T10:58:41.901" v="6915"/>
          <ac:spMkLst>
            <pc:docMk/>
            <pc:sldMk cId="3421619155" sldId="2147480835"/>
            <ac:spMk id="9" creationId="{7B710618-7B09-45E8-184F-E15D736391F4}"/>
          </ac:spMkLst>
        </pc:spChg>
        <pc:picChg chg="add mod">
          <ac:chgData name="Takeuchi, Koichiro" userId="b3848a05-443b-4434-8fa5-7398ca0c03c9" providerId="ADAL" clId="{8AE3A369-E55C-4573-8F49-6E668EF80783}" dt="2024-07-03T10:56:37.694" v="6536" actId="1036"/>
          <ac:picMkLst>
            <pc:docMk/>
            <pc:sldMk cId="3421619155" sldId="2147480835"/>
            <ac:picMk id="7" creationId="{AF846E81-2FF8-1637-F520-A3FEEC9022F5}"/>
          </ac:picMkLst>
        </pc:picChg>
        <pc:picChg chg="del">
          <ac:chgData name="Takeuchi, Koichiro" userId="b3848a05-443b-4434-8fa5-7398ca0c03c9" providerId="ADAL" clId="{8AE3A369-E55C-4573-8F49-6E668EF80783}" dt="2024-07-03T10:55:28.848" v="6526" actId="478"/>
          <ac:picMkLst>
            <pc:docMk/>
            <pc:sldMk cId="3421619155" sldId="2147480835"/>
            <ac:picMk id="225" creationId="{00158D6D-B6F7-35C3-C107-ED8F3988836E}"/>
          </ac:picMkLst>
        </pc:picChg>
      </pc:sldChg>
      <pc:sldChg chg="addSp delSp modSp add mod">
        <pc:chgData name="Takeuchi, Koichiro" userId="b3848a05-443b-4434-8fa5-7398ca0c03c9" providerId="ADAL" clId="{8AE3A369-E55C-4573-8F49-6E668EF80783}" dt="2024-07-12T01:01:53.136" v="20652"/>
        <pc:sldMkLst>
          <pc:docMk/>
          <pc:sldMk cId="3067867741" sldId="2147480836"/>
        </pc:sldMkLst>
        <pc:spChg chg="mod">
          <ac:chgData name="Takeuchi, Koichiro" userId="b3848a05-443b-4434-8fa5-7398ca0c03c9" providerId="ADAL" clId="{8AE3A369-E55C-4573-8F49-6E668EF80783}" dt="2024-07-12T00:02:55.856" v="19104" actId="404"/>
          <ac:spMkLst>
            <pc:docMk/>
            <pc:sldMk cId="3067867741" sldId="2147480836"/>
            <ac:spMk id="2" creationId="{05CBB159-731C-24C3-0961-42025EE7DA79}"/>
          </ac:spMkLst>
        </pc:spChg>
        <pc:spChg chg="mod">
          <ac:chgData name="Takeuchi, Koichiro" userId="b3848a05-443b-4434-8fa5-7398ca0c03c9" providerId="ADAL" clId="{8AE3A369-E55C-4573-8F49-6E668EF80783}" dt="2024-07-03T11:20:14.092" v="8451" actId="20577"/>
          <ac:spMkLst>
            <pc:docMk/>
            <pc:sldMk cId="3067867741" sldId="2147480836"/>
            <ac:spMk id="3" creationId="{AD1EAC40-4216-15EF-D1A6-211C8288D462}"/>
          </ac:spMkLst>
        </pc:spChg>
        <pc:spChg chg="mod">
          <ac:chgData name="Takeuchi, Koichiro" userId="b3848a05-443b-4434-8fa5-7398ca0c03c9" providerId="ADAL" clId="{8AE3A369-E55C-4573-8F49-6E668EF80783}" dt="2024-07-12T00:09:26.895" v="19368" actId="20577"/>
          <ac:spMkLst>
            <pc:docMk/>
            <pc:sldMk cId="3067867741" sldId="2147480836"/>
            <ac:spMk id="4" creationId="{6A1322A5-916B-2AD0-BEA6-6753E798AD1D}"/>
          </ac:spMkLst>
        </pc:spChg>
        <pc:spChg chg="add mod">
          <ac:chgData name="Takeuchi, Koichiro" userId="b3848a05-443b-4434-8fa5-7398ca0c03c9" providerId="ADAL" clId="{8AE3A369-E55C-4573-8F49-6E668EF80783}" dt="2024-07-12T01:01:53.136" v="20652"/>
          <ac:spMkLst>
            <pc:docMk/>
            <pc:sldMk cId="3067867741" sldId="2147480836"/>
            <ac:spMk id="7" creationId="{33B88BD9-B4E0-5AA1-FFFD-56C686C2B268}"/>
          </ac:spMkLst>
        </pc:spChg>
        <pc:spChg chg="add mod">
          <ac:chgData name="Takeuchi, Koichiro" userId="b3848a05-443b-4434-8fa5-7398ca0c03c9" providerId="ADAL" clId="{8AE3A369-E55C-4573-8F49-6E668EF80783}" dt="2024-07-03T11:20:51.017" v="8478" actId="1035"/>
          <ac:spMkLst>
            <pc:docMk/>
            <pc:sldMk cId="3067867741" sldId="2147480836"/>
            <ac:spMk id="9" creationId="{FD0F2ED5-CEA5-3257-6F5C-4C4BA8BB6305}"/>
          </ac:spMkLst>
        </pc:spChg>
        <pc:spChg chg="add del mod">
          <ac:chgData name="Takeuchi, Koichiro" userId="b3848a05-443b-4434-8fa5-7398ca0c03c9" providerId="ADAL" clId="{8AE3A369-E55C-4573-8F49-6E668EF80783}" dt="2024-07-03T11:03:03.284" v="7048" actId="478"/>
          <ac:spMkLst>
            <pc:docMk/>
            <pc:sldMk cId="3067867741" sldId="2147480836"/>
            <ac:spMk id="10" creationId="{AC443EAC-8B1E-3B2A-5E32-F847501C5221}"/>
          </ac:spMkLst>
        </pc:spChg>
        <pc:spChg chg="add del mod">
          <ac:chgData name="Takeuchi, Koichiro" userId="b3848a05-443b-4434-8fa5-7398ca0c03c9" providerId="ADAL" clId="{8AE3A369-E55C-4573-8F49-6E668EF80783}" dt="2024-07-03T11:08:15.001" v="7572" actId="478"/>
          <ac:spMkLst>
            <pc:docMk/>
            <pc:sldMk cId="3067867741" sldId="2147480836"/>
            <ac:spMk id="11" creationId="{4A721D42-A5FA-4B89-B041-B7CF6A6D0E36}"/>
          </ac:spMkLst>
        </pc:spChg>
        <pc:spChg chg="add mod">
          <ac:chgData name="Takeuchi, Koichiro" userId="b3848a05-443b-4434-8fa5-7398ca0c03c9" providerId="ADAL" clId="{8AE3A369-E55C-4573-8F49-6E668EF80783}" dt="2024-07-03T11:20:37.895" v="8471" actId="20577"/>
          <ac:spMkLst>
            <pc:docMk/>
            <pc:sldMk cId="3067867741" sldId="2147480836"/>
            <ac:spMk id="12" creationId="{6BA44D57-7C9A-E938-27A3-6A33E4B7DB6F}"/>
          </ac:spMkLst>
        </pc:spChg>
        <pc:spChg chg="add del mod">
          <ac:chgData name="Takeuchi, Koichiro" userId="b3848a05-443b-4434-8fa5-7398ca0c03c9" providerId="ADAL" clId="{8AE3A369-E55C-4573-8F49-6E668EF80783}" dt="2024-07-03T11:11:51.474" v="7908" actId="478"/>
          <ac:spMkLst>
            <pc:docMk/>
            <pc:sldMk cId="3067867741" sldId="2147480836"/>
            <ac:spMk id="19" creationId="{A11CD211-5A24-D746-495F-0AAE1231EC43}"/>
          </ac:spMkLst>
        </pc:spChg>
        <pc:picChg chg="del">
          <ac:chgData name="Takeuchi, Koichiro" userId="b3848a05-443b-4434-8fa5-7398ca0c03c9" providerId="ADAL" clId="{8AE3A369-E55C-4573-8F49-6E668EF80783}" dt="2024-07-03T11:01:09.488" v="7000" actId="478"/>
          <ac:picMkLst>
            <pc:docMk/>
            <pc:sldMk cId="3067867741" sldId="2147480836"/>
            <ac:picMk id="7" creationId="{AF846E81-2FF8-1637-F520-A3FEEC9022F5}"/>
          </ac:picMkLst>
        </pc:picChg>
        <pc:picChg chg="add mod">
          <ac:chgData name="Takeuchi, Koichiro" userId="b3848a05-443b-4434-8fa5-7398ca0c03c9" providerId="ADAL" clId="{8AE3A369-E55C-4573-8F49-6E668EF80783}" dt="2024-07-03T11:09:25.167" v="7618" actId="1076"/>
          <ac:picMkLst>
            <pc:docMk/>
            <pc:sldMk cId="3067867741" sldId="2147480836"/>
            <ac:picMk id="8" creationId="{1FAB8F19-44CE-B416-697B-B17F81F465F6}"/>
          </ac:picMkLst>
        </pc:picChg>
        <pc:cxnChg chg="add mod">
          <ac:chgData name="Takeuchi, Koichiro" userId="b3848a05-443b-4434-8fa5-7398ca0c03c9" providerId="ADAL" clId="{8AE3A369-E55C-4573-8F49-6E668EF80783}" dt="2024-07-03T11:20:57.683" v="8479" actId="14100"/>
          <ac:cxnSpMkLst>
            <pc:docMk/>
            <pc:sldMk cId="3067867741" sldId="2147480836"/>
            <ac:cxnSpMk id="13" creationId="{850FEBE6-5A49-4C19-8F1E-A34BA9563182}"/>
          </ac:cxnSpMkLst>
        </pc:cxnChg>
      </pc:sldChg>
      <pc:sldChg chg="addSp delSp modSp new mod">
        <pc:chgData name="Takeuchi, Koichiro" userId="b3848a05-443b-4434-8fa5-7398ca0c03c9" providerId="ADAL" clId="{8AE3A369-E55C-4573-8F49-6E668EF80783}" dt="2024-07-12T02:14:08.960" v="21161" actId="20577"/>
        <pc:sldMkLst>
          <pc:docMk/>
          <pc:sldMk cId="672143202" sldId="2147480837"/>
        </pc:sldMkLst>
        <pc:spChg chg="mod">
          <ac:chgData name="Takeuchi, Koichiro" userId="b3848a05-443b-4434-8fa5-7398ca0c03c9" providerId="ADAL" clId="{8AE3A369-E55C-4573-8F49-6E668EF80783}" dt="2024-07-12T02:13:32.029" v="21150" actId="20577"/>
          <ac:spMkLst>
            <pc:docMk/>
            <pc:sldMk cId="672143202" sldId="2147480837"/>
            <ac:spMk id="2" creationId="{538CA542-996C-7AB6-4053-8416C1887F91}"/>
          </ac:spMkLst>
        </pc:spChg>
        <pc:spChg chg="mod">
          <ac:chgData name="Takeuchi, Koichiro" userId="b3848a05-443b-4434-8fa5-7398ca0c03c9" providerId="ADAL" clId="{8AE3A369-E55C-4573-8F49-6E668EF80783}" dt="2024-07-12T02:14:08.960" v="21161" actId="20577"/>
          <ac:spMkLst>
            <pc:docMk/>
            <pc:sldMk cId="672143202" sldId="2147480837"/>
            <ac:spMk id="3" creationId="{CC11C022-DA69-DA56-6A4B-57AB9D18EF40}"/>
          </ac:spMkLst>
        </pc:spChg>
        <pc:spChg chg="mod">
          <ac:chgData name="Takeuchi, Koichiro" userId="b3848a05-443b-4434-8fa5-7398ca0c03c9" providerId="ADAL" clId="{8AE3A369-E55C-4573-8F49-6E668EF80783}" dt="2024-07-12T02:09:28.578" v="20673" actId="20577"/>
          <ac:spMkLst>
            <pc:docMk/>
            <pc:sldMk cId="672143202" sldId="2147480837"/>
            <ac:spMk id="4" creationId="{1851F1D9-BB24-25A3-3EE6-809B48BA026E}"/>
          </ac:spMkLst>
        </pc:spChg>
        <pc:spChg chg="add del mod">
          <ac:chgData name="Takeuchi, Koichiro" userId="b3848a05-443b-4434-8fa5-7398ca0c03c9" providerId="ADAL" clId="{8AE3A369-E55C-4573-8F49-6E668EF80783}" dt="2024-07-03T11:18:45.335" v="8374" actId="478"/>
          <ac:spMkLst>
            <pc:docMk/>
            <pc:sldMk cId="672143202" sldId="2147480837"/>
            <ac:spMk id="7" creationId="{A1B45065-9DFF-EC68-E785-4E94D310D80E}"/>
          </ac:spMkLst>
        </pc:spChg>
        <pc:spChg chg="add del mod">
          <ac:chgData name="Takeuchi, Koichiro" userId="b3848a05-443b-4434-8fa5-7398ca0c03c9" providerId="ADAL" clId="{8AE3A369-E55C-4573-8F49-6E668EF80783}" dt="2024-07-12T02:10:19.873" v="20752" actId="478"/>
          <ac:spMkLst>
            <pc:docMk/>
            <pc:sldMk cId="672143202" sldId="2147480837"/>
            <ac:spMk id="7" creationId="{FBB2AA3D-2855-0617-63DB-AC84EF5B96C6}"/>
          </ac:spMkLst>
        </pc:spChg>
        <pc:spChg chg="mod">
          <ac:chgData name="Takeuchi, Koichiro" userId="b3848a05-443b-4434-8fa5-7398ca0c03c9" providerId="ADAL" clId="{8AE3A369-E55C-4573-8F49-6E668EF80783}" dt="2024-07-12T02:13:17.263" v="21117" actId="1036"/>
          <ac:spMkLst>
            <pc:docMk/>
            <pc:sldMk cId="672143202" sldId="2147480837"/>
            <ac:spMk id="9" creationId="{61BE11DE-66C2-273E-4892-497B311EFB33}"/>
          </ac:spMkLst>
        </pc:spChg>
        <pc:spChg chg="mod">
          <ac:chgData name="Takeuchi, Koichiro" userId="b3848a05-443b-4434-8fa5-7398ca0c03c9" providerId="ADAL" clId="{8AE3A369-E55C-4573-8F49-6E668EF80783}" dt="2024-07-12T02:13:17.263" v="21117" actId="1036"/>
          <ac:spMkLst>
            <pc:docMk/>
            <pc:sldMk cId="672143202" sldId="2147480837"/>
            <ac:spMk id="10" creationId="{E6F2AE6D-E281-47B0-77A6-08BD39D45857}"/>
          </ac:spMkLst>
        </pc:spChg>
        <pc:spChg chg="mod">
          <ac:chgData name="Takeuchi, Koichiro" userId="b3848a05-443b-4434-8fa5-7398ca0c03c9" providerId="ADAL" clId="{8AE3A369-E55C-4573-8F49-6E668EF80783}" dt="2024-07-12T02:13:17.263" v="21117" actId="1036"/>
          <ac:spMkLst>
            <pc:docMk/>
            <pc:sldMk cId="672143202" sldId="2147480837"/>
            <ac:spMk id="11" creationId="{2D013F44-0ED6-8308-FFD0-4A3DC91B713A}"/>
          </ac:spMkLst>
        </pc:spChg>
        <pc:spChg chg="add mod">
          <ac:chgData name="Takeuchi, Koichiro" userId="b3848a05-443b-4434-8fa5-7398ca0c03c9" providerId="ADAL" clId="{8AE3A369-E55C-4573-8F49-6E668EF80783}" dt="2024-07-12T02:13:17.263" v="21117" actId="1036"/>
          <ac:spMkLst>
            <pc:docMk/>
            <pc:sldMk cId="672143202" sldId="2147480837"/>
            <ac:spMk id="12" creationId="{764EB620-B0FD-A5B2-681A-20F076C16B66}"/>
          </ac:spMkLst>
        </pc:spChg>
        <pc:spChg chg="add mod">
          <ac:chgData name="Takeuchi, Koichiro" userId="b3848a05-443b-4434-8fa5-7398ca0c03c9" providerId="ADAL" clId="{8AE3A369-E55C-4573-8F49-6E668EF80783}" dt="2024-07-12T02:13:17.263" v="21117" actId="1036"/>
          <ac:spMkLst>
            <pc:docMk/>
            <pc:sldMk cId="672143202" sldId="2147480837"/>
            <ac:spMk id="14" creationId="{2EE4F79D-326C-65AB-A02C-A885D65DE728}"/>
          </ac:spMkLst>
        </pc:spChg>
        <pc:spChg chg="add mod">
          <ac:chgData name="Takeuchi, Koichiro" userId="b3848a05-443b-4434-8fa5-7398ca0c03c9" providerId="ADAL" clId="{8AE3A369-E55C-4573-8F49-6E668EF80783}" dt="2024-07-12T02:13:17.263" v="21117" actId="1036"/>
          <ac:spMkLst>
            <pc:docMk/>
            <pc:sldMk cId="672143202" sldId="2147480837"/>
            <ac:spMk id="15" creationId="{C3C2C76E-4E5D-8034-26B3-40C0B05C1C01}"/>
          </ac:spMkLst>
        </pc:spChg>
        <pc:spChg chg="add mod">
          <ac:chgData name="Takeuchi, Koichiro" userId="b3848a05-443b-4434-8fa5-7398ca0c03c9" providerId="ADAL" clId="{8AE3A369-E55C-4573-8F49-6E668EF80783}" dt="2024-07-12T02:13:17.263" v="21117" actId="1036"/>
          <ac:spMkLst>
            <pc:docMk/>
            <pc:sldMk cId="672143202" sldId="2147480837"/>
            <ac:spMk id="16" creationId="{E8B80967-DB4C-15E6-A47A-295576312B9A}"/>
          </ac:spMkLst>
        </pc:spChg>
        <pc:spChg chg="add mod">
          <ac:chgData name="Takeuchi, Koichiro" userId="b3848a05-443b-4434-8fa5-7398ca0c03c9" providerId="ADAL" clId="{8AE3A369-E55C-4573-8F49-6E668EF80783}" dt="2024-07-12T02:13:17.263" v="21117" actId="1036"/>
          <ac:spMkLst>
            <pc:docMk/>
            <pc:sldMk cId="672143202" sldId="2147480837"/>
            <ac:spMk id="18" creationId="{00FCBB1B-108F-9CA2-99C9-01F48DB35EE5}"/>
          </ac:spMkLst>
        </pc:spChg>
        <pc:spChg chg="add mod">
          <ac:chgData name="Takeuchi, Koichiro" userId="b3848a05-443b-4434-8fa5-7398ca0c03c9" providerId="ADAL" clId="{8AE3A369-E55C-4573-8F49-6E668EF80783}" dt="2024-07-12T02:13:17.263" v="21117" actId="1036"/>
          <ac:spMkLst>
            <pc:docMk/>
            <pc:sldMk cId="672143202" sldId="2147480837"/>
            <ac:spMk id="21" creationId="{CFB1729E-616F-1046-99C1-C01A1F7BD67C}"/>
          </ac:spMkLst>
        </pc:spChg>
        <pc:spChg chg="add mod">
          <ac:chgData name="Takeuchi, Koichiro" userId="b3848a05-443b-4434-8fa5-7398ca0c03c9" providerId="ADAL" clId="{8AE3A369-E55C-4573-8F49-6E668EF80783}" dt="2024-07-12T02:13:17.263" v="21117" actId="1036"/>
          <ac:spMkLst>
            <pc:docMk/>
            <pc:sldMk cId="672143202" sldId="2147480837"/>
            <ac:spMk id="24" creationId="{670E17FD-D45A-40D7-D050-36417CD8E259}"/>
          </ac:spMkLst>
        </pc:spChg>
        <pc:spChg chg="add mod">
          <ac:chgData name="Takeuchi, Koichiro" userId="b3848a05-443b-4434-8fa5-7398ca0c03c9" providerId="ADAL" clId="{8AE3A369-E55C-4573-8F49-6E668EF80783}" dt="2024-07-12T02:13:17.263" v="21117" actId="1036"/>
          <ac:spMkLst>
            <pc:docMk/>
            <pc:sldMk cId="672143202" sldId="2147480837"/>
            <ac:spMk id="25" creationId="{C4B23C42-2EA5-1559-0090-913ECDB15981}"/>
          </ac:spMkLst>
        </pc:spChg>
        <pc:spChg chg="add mod">
          <ac:chgData name="Takeuchi, Koichiro" userId="b3848a05-443b-4434-8fa5-7398ca0c03c9" providerId="ADAL" clId="{8AE3A369-E55C-4573-8F49-6E668EF80783}" dt="2024-07-12T02:13:17.263" v="21117" actId="1036"/>
          <ac:spMkLst>
            <pc:docMk/>
            <pc:sldMk cId="672143202" sldId="2147480837"/>
            <ac:spMk id="26" creationId="{7EBAD196-02B9-16C9-C55F-F13768E210EE}"/>
          </ac:spMkLst>
        </pc:spChg>
        <pc:spChg chg="add mod">
          <ac:chgData name="Takeuchi, Koichiro" userId="b3848a05-443b-4434-8fa5-7398ca0c03c9" providerId="ADAL" clId="{8AE3A369-E55C-4573-8F49-6E668EF80783}" dt="2024-07-12T02:13:17.263" v="21117" actId="1036"/>
          <ac:spMkLst>
            <pc:docMk/>
            <pc:sldMk cId="672143202" sldId="2147480837"/>
            <ac:spMk id="27" creationId="{C53B791A-1771-D8B3-F337-D3B05323CB8C}"/>
          </ac:spMkLst>
        </pc:spChg>
        <pc:spChg chg="add mod">
          <ac:chgData name="Takeuchi, Koichiro" userId="b3848a05-443b-4434-8fa5-7398ca0c03c9" providerId="ADAL" clId="{8AE3A369-E55C-4573-8F49-6E668EF80783}" dt="2024-07-12T02:13:17.263" v="21117" actId="1036"/>
          <ac:spMkLst>
            <pc:docMk/>
            <pc:sldMk cId="672143202" sldId="2147480837"/>
            <ac:spMk id="28" creationId="{7E8C3671-0CB1-C7AC-A8CD-F0ED886F39CA}"/>
          </ac:spMkLst>
        </pc:spChg>
        <pc:spChg chg="add mod">
          <ac:chgData name="Takeuchi, Koichiro" userId="b3848a05-443b-4434-8fa5-7398ca0c03c9" providerId="ADAL" clId="{8AE3A369-E55C-4573-8F49-6E668EF80783}" dt="2024-07-12T02:13:17.263" v="21117" actId="1036"/>
          <ac:spMkLst>
            <pc:docMk/>
            <pc:sldMk cId="672143202" sldId="2147480837"/>
            <ac:spMk id="31" creationId="{C3F99030-25EC-5818-9988-7F013DF41F15}"/>
          </ac:spMkLst>
        </pc:spChg>
        <pc:spChg chg="add mod">
          <ac:chgData name="Takeuchi, Koichiro" userId="b3848a05-443b-4434-8fa5-7398ca0c03c9" providerId="ADAL" clId="{8AE3A369-E55C-4573-8F49-6E668EF80783}" dt="2024-07-12T02:13:17.263" v="21117" actId="1036"/>
          <ac:spMkLst>
            <pc:docMk/>
            <pc:sldMk cId="672143202" sldId="2147480837"/>
            <ac:spMk id="32" creationId="{874BC83E-CEC8-A741-32B5-1FA1341958B0}"/>
          </ac:spMkLst>
        </pc:spChg>
        <pc:spChg chg="add mod">
          <ac:chgData name="Takeuchi, Koichiro" userId="b3848a05-443b-4434-8fa5-7398ca0c03c9" providerId="ADAL" clId="{8AE3A369-E55C-4573-8F49-6E668EF80783}" dt="2024-07-12T02:13:17.263" v="21117" actId="1036"/>
          <ac:spMkLst>
            <pc:docMk/>
            <pc:sldMk cId="672143202" sldId="2147480837"/>
            <ac:spMk id="33" creationId="{AF14AF48-B58D-BDEF-5529-62E1AF13EF8F}"/>
          </ac:spMkLst>
        </pc:spChg>
        <pc:spChg chg="add mod">
          <ac:chgData name="Takeuchi, Koichiro" userId="b3848a05-443b-4434-8fa5-7398ca0c03c9" providerId="ADAL" clId="{8AE3A369-E55C-4573-8F49-6E668EF80783}" dt="2024-07-12T02:13:17.263" v="21117" actId="1036"/>
          <ac:spMkLst>
            <pc:docMk/>
            <pc:sldMk cId="672143202" sldId="2147480837"/>
            <ac:spMk id="34" creationId="{56D55DC6-F8DE-B8D6-3A4E-20D7D0355AC1}"/>
          </ac:spMkLst>
        </pc:spChg>
        <pc:spChg chg="add mod">
          <ac:chgData name="Takeuchi, Koichiro" userId="b3848a05-443b-4434-8fa5-7398ca0c03c9" providerId="ADAL" clId="{8AE3A369-E55C-4573-8F49-6E668EF80783}" dt="2024-07-12T02:13:17.263" v="21117" actId="1036"/>
          <ac:spMkLst>
            <pc:docMk/>
            <pc:sldMk cId="672143202" sldId="2147480837"/>
            <ac:spMk id="35" creationId="{43E0669E-EA25-404C-287D-C2F12324D664}"/>
          </ac:spMkLst>
        </pc:spChg>
        <pc:spChg chg="add mod">
          <ac:chgData name="Takeuchi, Koichiro" userId="b3848a05-443b-4434-8fa5-7398ca0c03c9" providerId="ADAL" clId="{8AE3A369-E55C-4573-8F49-6E668EF80783}" dt="2024-07-12T02:13:17.263" v="21117" actId="1036"/>
          <ac:spMkLst>
            <pc:docMk/>
            <pc:sldMk cId="672143202" sldId="2147480837"/>
            <ac:spMk id="36" creationId="{5D751256-D03E-A8A8-8214-65B5960C8609}"/>
          </ac:spMkLst>
        </pc:spChg>
        <pc:spChg chg="add mod">
          <ac:chgData name="Takeuchi, Koichiro" userId="b3848a05-443b-4434-8fa5-7398ca0c03c9" providerId="ADAL" clId="{8AE3A369-E55C-4573-8F49-6E668EF80783}" dt="2024-07-12T02:13:17.263" v="21117" actId="1036"/>
          <ac:spMkLst>
            <pc:docMk/>
            <pc:sldMk cId="672143202" sldId="2147480837"/>
            <ac:spMk id="38" creationId="{28D5ED32-F2AE-9F7F-EE78-F8D6694DE104}"/>
          </ac:spMkLst>
        </pc:spChg>
        <pc:spChg chg="add mod">
          <ac:chgData name="Takeuchi, Koichiro" userId="b3848a05-443b-4434-8fa5-7398ca0c03c9" providerId="ADAL" clId="{8AE3A369-E55C-4573-8F49-6E668EF80783}" dt="2024-07-12T02:13:17.263" v="21117" actId="1036"/>
          <ac:spMkLst>
            <pc:docMk/>
            <pc:sldMk cId="672143202" sldId="2147480837"/>
            <ac:spMk id="39" creationId="{1F2DE917-F86A-0726-06B6-C8C550A8EA66}"/>
          </ac:spMkLst>
        </pc:spChg>
        <pc:spChg chg="add mod">
          <ac:chgData name="Takeuchi, Koichiro" userId="b3848a05-443b-4434-8fa5-7398ca0c03c9" providerId="ADAL" clId="{8AE3A369-E55C-4573-8F49-6E668EF80783}" dt="2024-07-12T02:13:17.263" v="21117" actId="1036"/>
          <ac:spMkLst>
            <pc:docMk/>
            <pc:sldMk cId="672143202" sldId="2147480837"/>
            <ac:spMk id="41" creationId="{F2D12DB3-060E-1D9F-148E-DE0E6561325C}"/>
          </ac:spMkLst>
        </pc:spChg>
        <pc:spChg chg="add mod">
          <ac:chgData name="Takeuchi, Koichiro" userId="b3848a05-443b-4434-8fa5-7398ca0c03c9" providerId="ADAL" clId="{8AE3A369-E55C-4573-8F49-6E668EF80783}" dt="2024-07-12T02:13:17.263" v="21117" actId="1036"/>
          <ac:spMkLst>
            <pc:docMk/>
            <pc:sldMk cId="672143202" sldId="2147480837"/>
            <ac:spMk id="42" creationId="{53CC6CF0-AAAE-A973-EAB3-5AD484855891}"/>
          </ac:spMkLst>
        </pc:spChg>
        <pc:spChg chg="add del mod">
          <ac:chgData name="Takeuchi, Koichiro" userId="b3848a05-443b-4434-8fa5-7398ca0c03c9" providerId="ADAL" clId="{8AE3A369-E55C-4573-8F49-6E668EF80783}" dt="2024-07-12T02:12:35.097" v="21060" actId="478"/>
          <ac:spMkLst>
            <pc:docMk/>
            <pc:sldMk cId="672143202" sldId="2147480837"/>
            <ac:spMk id="43" creationId="{84174447-FF23-9E0F-BC02-59AB07189C95}"/>
          </ac:spMkLst>
        </pc:spChg>
        <pc:spChg chg="add mod">
          <ac:chgData name="Takeuchi, Koichiro" userId="b3848a05-443b-4434-8fa5-7398ca0c03c9" providerId="ADAL" clId="{8AE3A369-E55C-4573-8F49-6E668EF80783}" dt="2024-07-12T02:13:17.263" v="21117" actId="1036"/>
          <ac:spMkLst>
            <pc:docMk/>
            <pc:sldMk cId="672143202" sldId="2147480837"/>
            <ac:spMk id="44" creationId="{067B1183-9D43-AE2E-7335-FC809D553D5D}"/>
          </ac:spMkLst>
        </pc:spChg>
        <pc:spChg chg="add mod">
          <ac:chgData name="Takeuchi, Koichiro" userId="b3848a05-443b-4434-8fa5-7398ca0c03c9" providerId="ADAL" clId="{8AE3A369-E55C-4573-8F49-6E668EF80783}" dt="2024-07-12T02:13:17.263" v="21117" actId="1036"/>
          <ac:spMkLst>
            <pc:docMk/>
            <pc:sldMk cId="672143202" sldId="2147480837"/>
            <ac:spMk id="48" creationId="{0A8AD576-8DC6-EE42-7C45-F10E06D2D9BD}"/>
          </ac:spMkLst>
        </pc:spChg>
        <pc:spChg chg="mod">
          <ac:chgData name="Takeuchi, Koichiro" userId="b3848a05-443b-4434-8fa5-7398ca0c03c9" providerId="ADAL" clId="{8AE3A369-E55C-4573-8F49-6E668EF80783}" dt="2024-07-12T02:13:17.263" v="21117" actId="1036"/>
          <ac:spMkLst>
            <pc:docMk/>
            <pc:sldMk cId="672143202" sldId="2147480837"/>
            <ac:spMk id="50" creationId="{42B126BF-EE23-FBC3-C431-34AE2E55B651}"/>
          </ac:spMkLst>
        </pc:spChg>
        <pc:spChg chg="mod">
          <ac:chgData name="Takeuchi, Koichiro" userId="b3848a05-443b-4434-8fa5-7398ca0c03c9" providerId="ADAL" clId="{8AE3A369-E55C-4573-8F49-6E668EF80783}" dt="2024-07-12T02:13:17.263" v="21117" actId="1036"/>
          <ac:spMkLst>
            <pc:docMk/>
            <pc:sldMk cId="672143202" sldId="2147480837"/>
            <ac:spMk id="51" creationId="{A22BDE77-CC9A-CB93-9215-12D382BA598C}"/>
          </ac:spMkLst>
        </pc:spChg>
        <pc:spChg chg="mod">
          <ac:chgData name="Takeuchi, Koichiro" userId="b3848a05-443b-4434-8fa5-7398ca0c03c9" providerId="ADAL" clId="{8AE3A369-E55C-4573-8F49-6E668EF80783}" dt="2024-07-12T02:13:17.263" v="21117" actId="1036"/>
          <ac:spMkLst>
            <pc:docMk/>
            <pc:sldMk cId="672143202" sldId="2147480837"/>
            <ac:spMk id="52" creationId="{17767B69-2D4C-40DC-995E-A072086BBFA6}"/>
          </ac:spMkLst>
        </pc:spChg>
        <pc:spChg chg="add mod">
          <ac:chgData name="Takeuchi, Koichiro" userId="b3848a05-443b-4434-8fa5-7398ca0c03c9" providerId="ADAL" clId="{8AE3A369-E55C-4573-8F49-6E668EF80783}" dt="2024-07-12T02:13:17.263" v="21117" actId="1036"/>
          <ac:spMkLst>
            <pc:docMk/>
            <pc:sldMk cId="672143202" sldId="2147480837"/>
            <ac:spMk id="53" creationId="{52EC902F-DE95-9CD9-198B-F5717B7CAEF8}"/>
          </ac:spMkLst>
        </pc:spChg>
        <pc:spChg chg="add mod">
          <ac:chgData name="Takeuchi, Koichiro" userId="b3848a05-443b-4434-8fa5-7398ca0c03c9" providerId="ADAL" clId="{8AE3A369-E55C-4573-8F49-6E668EF80783}" dt="2024-07-12T02:13:17.263" v="21117" actId="1036"/>
          <ac:spMkLst>
            <pc:docMk/>
            <pc:sldMk cId="672143202" sldId="2147480837"/>
            <ac:spMk id="54" creationId="{62F8AC51-01B6-AFB0-6DD4-00BA2745786C}"/>
          </ac:spMkLst>
        </pc:spChg>
        <pc:spChg chg="add mod">
          <ac:chgData name="Takeuchi, Koichiro" userId="b3848a05-443b-4434-8fa5-7398ca0c03c9" providerId="ADAL" clId="{8AE3A369-E55C-4573-8F49-6E668EF80783}" dt="2024-07-12T02:13:17.263" v="21117" actId="1036"/>
          <ac:spMkLst>
            <pc:docMk/>
            <pc:sldMk cId="672143202" sldId="2147480837"/>
            <ac:spMk id="55" creationId="{8521E705-6282-F121-6F7A-2E5DE822C9AB}"/>
          </ac:spMkLst>
        </pc:spChg>
        <pc:spChg chg="add mod">
          <ac:chgData name="Takeuchi, Koichiro" userId="b3848a05-443b-4434-8fa5-7398ca0c03c9" providerId="ADAL" clId="{8AE3A369-E55C-4573-8F49-6E668EF80783}" dt="2024-07-12T02:13:17.263" v="21117" actId="1036"/>
          <ac:spMkLst>
            <pc:docMk/>
            <pc:sldMk cId="672143202" sldId="2147480837"/>
            <ac:spMk id="56" creationId="{5E5FB263-FE64-8496-D20C-A59DBA2EDCAD}"/>
          </ac:spMkLst>
        </pc:spChg>
        <pc:spChg chg="add mod">
          <ac:chgData name="Takeuchi, Koichiro" userId="b3848a05-443b-4434-8fa5-7398ca0c03c9" providerId="ADAL" clId="{8AE3A369-E55C-4573-8F49-6E668EF80783}" dt="2024-07-12T02:13:17.263" v="21117" actId="1036"/>
          <ac:spMkLst>
            <pc:docMk/>
            <pc:sldMk cId="672143202" sldId="2147480837"/>
            <ac:spMk id="57" creationId="{3D22CF71-04BD-F84D-A763-BEBE2D48BDE8}"/>
          </ac:spMkLst>
        </pc:spChg>
        <pc:spChg chg="add mod">
          <ac:chgData name="Takeuchi, Koichiro" userId="b3848a05-443b-4434-8fa5-7398ca0c03c9" providerId="ADAL" clId="{8AE3A369-E55C-4573-8F49-6E668EF80783}" dt="2024-07-12T02:13:17.263" v="21117" actId="1036"/>
          <ac:spMkLst>
            <pc:docMk/>
            <pc:sldMk cId="672143202" sldId="2147480837"/>
            <ac:spMk id="58" creationId="{81FDB8C8-914D-640F-C50B-4D1FE6366C60}"/>
          </ac:spMkLst>
        </pc:spChg>
        <pc:spChg chg="add mod">
          <ac:chgData name="Takeuchi, Koichiro" userId="b3848a05-443b-4434-8fa5-7398ca0c03c9" providerId="ADAL" clId="{8AE3A369-E55C-4573-8F49-6E668EF80783}" dt="2024-07-12T02:13:17.263" v="21117" actId="1036"/>
          <ac:spMkLst>
            <pc:docMk/>
            <pc:sldMk cId="672143202" sldId="2147480837"/>
            <ac:spMk id="59" creationId="{A844B74E-70D1-AEA6-FC38-42E9333D59A9}"/>
          </ac:spMkLst>
        </pc:spChg>
        <pc:spChg chg="add mod">
          <ac:chgData name="Takeuchi, Koichiro" userId="b3848a05-443b-4434-8fa5-7398ca0c03c9" providerId="ADAL" clId="{8AE3A369-E55C-4573-8F49-6E668EF80783}" dt="2024-07-12T02:13:17.263" v="21117" actId="1036"/>
          <ac:spMkLst>
            <pc:docMk/>
            <pc:sldMk cId="672143202" sldId="2147480837"/>
            <ac:spMk id="60" creationId="{F7A51F9B-A016-3D93-C667-E7B469AB7A06}"/>
          </ac:spMkLst>
        </pc:spChg>
        <pc:spChg chg="add mod">
          <ac:chgData name="Takeuchi, Koichiro" userId="b3848a05-443b-4434-8fa5-7398ca0c03c9" providerId="ADAL" clId="{8AE3A369-E55C-4573-8F49-6E668EF80783}" dt="2024-07-12T02:13:17.263" v="21117" actId="1036"/>
          <ac:spMkLst>
            <pc:docMk/>
            <pc:sldMk cId="672143202" sldId="2147480837"/>
            <ac:spMk id="61" creationId="{3E508DD1-3C2F-6F5A-7083-D1330B5B53F5}"/>
          </ac:spMkLst>
        </pc:spChg>
        <pc:spChg chg="add mod">
          <ac:chgData name="Takeuchi, Koichiro" userId="b3848a05-443b-4434-8fa5-7398ca0c03c9" providerId="ADAL" clId="{8AE3A369-E55C-4573-8F49-6E668EF80783}" dt="2024-07-12T02:13:17.263" v="21117" actId="1036"/>
          <ac:spMkLst>
            <pc:docMk/>
            <pc:sldMk cId="672143202" sldId="2147480837"/>
            <ac:spMk id="62" creationId="{0D5709B6-D460-C027-2B06-9784EBE03212}"/>
          </ac:spMkLst>
        </pc:spChg>
        <pc:spChg chg="add del mod">
          <ac:chgData name="Takeuchi, Koichiro" userId="b3848a05-443b-4434-8fa5-7398ca0c03c9" providerId="ADAL" clId="{8AE3A369-E55C-4573-8F49-6E668EF80783}" dt="2024-07-12T02:10:19.873" v="20752" actId="478"/>
          <ac:spMkLst>
            <pc:docMk/>
            <pc:sldMk cId="672143202" sldId="2147480837"/>
            <ac:spMk id="110" creationId="{FAF3144E-B0A2-F9B7-3447-FE8D88991A4B}"/>
          </ac:spMkLst>
        </pc:spChg>
        <pc:grpChg chg="add mod">
          <ac:chgData name="Takeuchi, Koichiro" userId="b3848a05-443b-4434-8fa5-7398ca0c03c9" providerId="ADAL" clId="{8AE3A369-E55C-4573-8F49-6E668EF80783}" dt="2024-07-12T02:13:17.263" v="21117" actId="1036"/>
          <ac:grpSpMkLst>
            <pc:docMk/>
            <pc:sldMk cId="672143202" sldId="2147480837"/>
            <ac:grpSpMk id="8" creationId="{C63F1739-72A2-CE93-841A-DCA4E130C609}"/>
          </ac:grpSpMkLst>
        </pc:grpChg>
        <pc:grpChg chg="add mod">
          <ac:chgData name="Takeuchi, Koichiro" userId="b3848a05-443b-4434-8fa5-7398ca0c03c9" providerId="ADAL" clId="{8AE3A369-E55C-4573-8F49-6E668EF80783}" dt="2024-07-12T02:13:17.263" v="21117" actId="1036"/>
          <ac:grpSpMkLst>
            <pc:docMk/>
            <pc:sldMk cId="672143202" sldId="2147480837"/>
            <ac:grpSpMk id="49" creationId="{8ACC1F56-061B-47C5-EB81-42EB3DC899D6}"/>
          </ac:grpSpMkLst>
        </pc:grpChg>
        <pc:cxnChg chg="add mod">
          <ac:chgData name="Takeuchi, Koichiro" userId="b3848a05-443b-4434-8fa5-7398ca0c03c9" providerId="ADAL" clId="{8AE3A369-E55C-4573-8F49-6E668EF80783}" dt="2024-07-12T02:13:17.263" v="21117" actId="1036"/>
          <ac:cxnSpMkLst>
            <pc:docMk/>
            <pc:sldMk cId="672143202" sldId="2147480837"/>
            <ac:cxnSpMk id="13" creationId="{AF6C4BC6-3D3E-FB03-4E5F-761B857360C8}"/>
          </ac:cxnSpMkLst>
        </pc:cxnChg>
        <pc:cxnChg chg="add mod">
          <ac:chgData name="Takeuchi, Koichiro" userId="b3848a05-443b-4434-8fa5-7398ca0c03c9" providerId="ADAL" clId="{8AE3A369-E55C-4573-8F49-6E668EF80783}" dt="2024-07-12T02:13:17.263" v="21117" actId="1036"/>
          <ac:cxnSpMkLst>
            <pc:docMk/>
            <pc:sldMk cId="672143202" sldId="2147480837"/>
            <ac:cxnSpMk id="17" creationId="{823FC720-1AB8-2D9B-6E42-678A921C716E}"/>
          </ac:cxnSpMkLst>
        </pc:cxnChg>
        <pc:cxnChg chg="add mod">
          <ac:chgData name="Takeuchi, Koichiro" userId="b3848a05-443b-4434-8fa5-7398ca0c03c9" providerId="ADAL" clId="{8AE3A369-E55C-4573-8F49-6E668EF80783}" dt="2024-07-12T02:13:17.263" v="21117" actId="1036"/>
          <ac:cxnSpMkLst>
            <pc:docMk/>
            <pc:sldMk cId="672143202" sldId="2147480837"/>
            <ac:cxnSpMk id="19" creationId="{4C2A4F8F-65B0-61D4-A0BF-656D3B67259F}"/>
          </ac:cxnSpMkLst>
        </pc:cxnChg>
        <pc:cxnChg chg="add mod">
          <ac:chgData name="Takeuchi, Koichiro" userId="b3848a05-443b-4434-8fa5-7398ca0c03c9" providerId="ADAL" clId="{8AE3A369-E55C-4573-8F49-6E668EF80783}" dt="2024-07-12T02:13:17.263" v="21117" actId="1036"/>
          <ac:cxnSpMkLst>
            <pc:docMk/>
            <pc:sldMk cId="672143202" sldId="2147480837"/>
            <ac:cxnSpMk id="20" creationId="{AA3B385A-DDD2-9C84-F57B-9D64D724B9F3}"/>
          </ac:cxnSpMkLst>
        </pc:cxnChg>
        <pc:cxnChg chg="add mod">
          <ac:chgData name="Takeuchi, Koichiro" userId="b3848a05-443b-4434-8fa5-7398ca0c03c9" providerId="ADAL" clId="{8AE3A369-E55C-4573-8F49-6E668EF80783}" dt="2024-07-12T02:13:17.263" v="21117" actId="1036"/>
          <ac:cxnSpMkLst>
            <pc:docMk/>
            <pc:sldMk cId="672143202" sldId="2147480837"/>
            <ac:cxnSpMk id="22" creationId="{342BE57F-6526-2FC3-26D5-16EC5C867768}"/>
          </ac:cxnSpMkLst>
        </pc:cxnChg>
        <pc:cxnChg chg="add mod">
          <ac:chgData name="Takeuchi, Koichiro" userId="b3848a05-443b-4434-8fa5-7398ca0c03c9" providerId="ADAL" clId="{8AE3A369-E55C-4573-8F49-6E668EF80783}" dt="2024-07-12T02:13:17.263" v="21117" actId="1036"/>
          <ac:cxnSpMkLst>
            <pc:docMk/>
            <pc:sldMk cId="672143202" sldId="2147480837"/>
            <ac:cxnSpMk id="23" creationId="{71D74389-6E5F-4E2E-ACDB-3B1A1C5AEC18}"/>
          </ac:cxnSpMkLst>
        </pc:cxnChg>
        <pc:cxnChg chg="add mod">
          <ac:chgData name="Takeuchi, Koichiro" userId="b3848a05-443b-4434-8fa5-7398ca0c03c9" providerId="ADAL" clId="{8AE3A369-E55C-4573-8F49-6E668EF80783}" dt="2024-07-12T02:13:17.263" v="21117" actId="1036"/>
          <ac:cxnSpMkLst>
            <pc:docMk/>
            <pc:sldMk cId="672143202" sldId="2147480837"/>
            <ac:cxnSpMk id="29" creationId="{7C1C61B3-D561-462F-7FB1-471D97C11623}"/>
          </ac:cxnSpMkLst>
        </pc:cxnChg>
        <pc:cxnChg chg="add mod">
          <ac:chgData name="Takeuchi, Koichiro" userId="b3848a05-443b-4434-8fa5-7398ca0c03c9" providerId="ADAL" clId="{8AE3A369-E55C-4573-8F49-6E668EF80783}" dt="2024-07-12T02:13:17.263" v="21117" actId="1036"/>
          <ac:cxnSpMkLst>
            <pc:docMk/>
            <pc:sldMk cId="672143202" sldId="2147480837"/>
            <ac:cxnSpMk id="30" creationId="{4687F885-86B2-4A3D-322D-9E0905848D72}"/>
          </ac:cxnSpMkLst>
        </pc:cxnChg>
        <pc:cxnChg chg="add mod">
          <ac:chgData name="Takeuchi, Koichiro" userId="b3848a05-443b-4434-8fa5-7398ca0c03c9" providerId="ADAL" clId="{8AE3A369-E55C-4573-8F49-6E668EF80783}" dt="2024-07-12T02:13:17.263" v="21117" actId="1036"/>
          <ac:cxnSpMkLst>
            <pc:docMk/>
            <pc:sldMk cId="672143202" sldId="2147480837"/>
            <ac:cxnSpMk id="37" creationId="{24A596D2-0973-D998-340F-94C657E08B51}"/>
          </ac:cxnSpMkLst>
        </pc:cxnChg>
        <pc:cxnChg chg="add mod">
          <ac:chgData name="Takeuchi, Koichiro" userId="b3848a05-443b-4434-8fa5-7398ca0c03c9" providerId="ADAL" clId="{8AE3A369-E55C-4573-8F49-6E668EF80783}" dt="2024-07-12T02:13:17.263" v="21117" actId="1036"/>
          <ac:cxnSpMkLst>
            <pc:docMk/>
            <pc:sldMk cId="672143202" sldId="2147480837"/>
            <ac:cxnSpMk id="40" creationId="{0275ADA2-C2A5-30CF-0DA4-29AB82F00D69}"/>
          </ac:cxnSpMkLst>
        </pc:cxnChg>
        <pc:cxnChg chg="add mod">
          <ac:chgData name="Takeuchi, Koichiro" userId="b3848a05-443b-4434-8fa5-7398ca0c03c9" providerId="ADAL" clId="{8AE3A369-E55C-4573-8F49-6E668EF80783}" dt="2024-07-12T02:13:17.263" v="21117" actId="1036"/>
          <ac:cxnSpMkLst>
            <pc:docMk/>
            <pc:sldMk cId="672143202" sldId="2147480837"/>
            <ac:cxnSpMk id="45" creationId="{E2CCC392-02DD-9324-46C8-157B5CC00825}"/>
          </ac:cxnSpMkLst>
        </pc:cxnChg>
        <pc:cxnChg chg="add mod">
          <ac:chgData name="Takeuchi, Koichiro" userId="b3848a05-443b-4434-8fa5-7398ca0c03c9" providerId="ADAL" clId="{8AE3A369-E55C-4573-8F49-6E668EF80783}" dt="2024-07-12T02:13:17.263" v="21117" actId="1036"/>
          <ac:cxnSpMkLst>
            <pc:docMk/>
            <pc:sldMk cId="672143202" sldId="2147480837"/>
            <ac:cxnSpMk id="46" creationId="{EFC64132-A052-C11A-F5DA-65219C24B251}"/>
          </ac:cxnSpMkLst>
        </pc:cxnChg>
        <pc:cxnChg chg="add mod">
          <ac:chgData name="Takeuchi, Koichiro" userId="b3848a05-443b-4434-8fa5-7398ca0c03c9" providerId="ADAL" clId="{8AE3A369-E55C-4573-8F49-6E668EF80783}" dt="2024-07-12T02:13:17.263" v="21117" actId="1036"/>
          <ac:cxnSpMkLst>
            <pc:docMk/>
            <pc:sldMk cId="672143202" sldId="2147480837"/>
            <ac:cxnSpMk id="47" creationId="{C01803EB-CC5D-7440-2B32-E70F773FEBCE}"/>
          </ac:cxnSpMkLst>
        </pc:cxnChg>
        <pc:cxnChg chg="add mod">
          <ac:chgData name="Takeuchi, Koichiro" userId="b3848a05-443b-4434-8fa5-7398ca0c03c9" providerId="ADAL" clId="{8AE3A369-E55C-4573-8F49-6E668EF80783}" dt="2024-07-12T02:13:17.263" v="21117" actId="1036"/>
          <ac:cxnSpMkLst>
            <pc:docMk/>
            <pc:sldMk cId="672143202" sldId="2147480837"/>
            <ac:cxnSpMk id="63" creationId="{AF5CD203-C668-A24E-997D-D2578925377F}"/>
          </ac:cxnSpMkLst>
        </pc:cxnChg>
      </pc:sldChg>
      <pc:sldChg chg="addSp delSp modSp new mod">
        <pc:chgData name="Takeuchi, Koichiro" userId="b3848a05-443b-4434-8fa5-7398ca0c03c9" providerId="ADAL" clId="{8AE3A369-E55C-4573-8F49-6E668EF80783}" dt="2024-07-12T00:22:08.337" v="20267" actId="14100"/>
        <pc:sldMkLst>
          <pc:docMk/>
          <pc:sldMk cId="3849089130" sldId="2147480838"/>
        </pc:sldMkLst>
        <pc:spChg chg="mod">
          <ac:chgData name="Takeuchi, Koichiro" userId="b3848a05-443b-4434-8fa5-7398ca0c03c9" providerId="ADAL" clId="{8AE3A369-E55C-4573-8F49-6E668EF80783}" dt="2024-07-12T00:15:31.329" v="19590" actId="20577"/>
          <ac:spMkLst>
            <pc:docMk/>
            <pc:sldMk cId="3849089130" sldId="2147480838"/>
            <ac:spMk id="2" creationId="{7EF1B1EA-0734-2657-0D7D-45CE0B2A5AF5}"/>
          </ac:spMkLst>
        </pc:spChg>
        <pc:spChg chg="mod">
          <ac:chgData name="Takeuchi, Koichiro" userId="b3848a05-443b-4434-8fa5-7398ca0c03c9" providerId="ADAL" clId="{8AE3A369-E55C-4573-8F49-6E668EF80783}" dt="2024-07-12T00:19:17.307" v="20125" actId="20577"/>
          <ac:spMkLst>
            <pc:docMk/>
            <pc:sldMk cId="3849089130" sldId="2147480838"/>
            <ac:spMk id="3" creationId="{6B7DA810-07B4-528E-15B3-0B0B9CB6B99C}"/>
          </ac:spMkLst>
        </pc:spChg>
        <pc:spChg chg="mod">
          <ac:chgData name="Takeuchi, Koichiro" userId="b3848a05-443b-4434-8fa5-7398ca0c03c9" providerId="ADAL" clId="{8AE3A369-E55C-4573-8F49-6E668EF80783}" dt="2024-07-12T00:12:48.011" v="19537" actId="403"/>
          <ac:spMkLst>
            <pc:docMk/>
            <pc:sldMk cId="3849089130" sldId="2147480838"/>
            <ac:spMk id="4" creationId="{81BE9B96-21A5-6915-930F-E21F4C669B06}"/>
          </ac:spMkLst>
        </pc:spChg>
        <pc:spChg chg="add del mod">
          <ac:chgData name="Takeuchi, Koichiro" userId="b3848a05-443b-4434-8fa5-7398ca0c03c9" providerId="ADAL" clId="{8AE3A369-E55C-4573-8F49-6E668EF80783}" dt="2024-07-12T00:15:33.614" v="19591" actId="478"/>
          <ac:spMkLst>
            <pc:docMk/>
            <pc:sldMk cId="3849089130" sldId="2147480838"/>
            <ac:spMk id="7" creationId="{4E741472-FA96-653E-9756-AD2041090CF1}"/>
          </ac:spMkLst>
        </pc:spChg>
        <pc:spChg chg="add mod">
          <ac:chgData name="Takeuchi, Koichiro" userId="b3848a05-443b-4434-8fa5-7398ca0c03c9" providerId="ADAL" clId="{8AE3A369-E55C-4573-8F49-6E668EF80783}" dt="2024-07-12T00:22:08.337" v="20267" actId="14100"/>
          <ac:spMkLst>
            <pc:docMk/>
            <pc:sldMk cId="3849089130" sldId="2147480838"/>
            <ac:spMk id="8" creationId="{7A7D6ECF-8672-90B1-C41E-7E8CA4F965DF}"/>
          </ac:spMkLst>
        </pc:spChg>
        <pc:spChg chg="add mod">
          <ac:chgData name="Takeuchi, Koichiro" userId="b3848a05-443b-4434-8fa5-7398ca0c03c9" providerId="ADAL" clId="{8AE3A369-E55C-4573-8F49-6E668EF80783}" dt="2024-07-12T00:15:41.043" v="19592"/>
          <ac:spMkLst>
            <pc:docMk/>
            <pc:sldMk cId="3849089130" sldId="2147480838"/>
            <ac:spMk id="9" creationId="{A0E160A5-7D86-1FBD-2C97-0BFC66FB244F}"/>
          </ac:spMkLst>
        </pc:spChg>
        <pc:spChg chg="add mod">
          <ac:chgData name="Takeuchi, Koichiro" userId="b3848a05-443b-4434-8fa5-7398ca0c03c9" providerId="ADAL" clId="{8AE3A369-E55C-4573-8F49-6E668EF80783}" dt="2024-07-12T00:15:41.043" v="19592"/>
          <ac:spMkLst>
            <pc:docMk/>
            <pc:sldMk cId="3849089130" sldId="2147480838"/>
            <ac:spMk id="10" creationId="{C0C139C4-3BE1-60D4-49EC-A26F7967E0EB}"/>
          </ac:spMkLst>
        </pc:spChg>
        <pc:spChg chg="add mod">
          <ac:chgData name="Takeuchi, Koichiro" userId="b3848a05-443b-4434-8fa5-7398ca0c03c9" providerId="ADAL" clId="{8AE3A369-E55C-4573-8F49-6E668EF80783}" dt="2024-07-12T00:15:41.043" v="19592"/>
          <ac:spMkLst>
            <pc:docMk/>
            <pc:sldMk cId="3849089130" sldId="2147480838"/>
            <ac:spMk id="11" creationId="{B225072E-7715-F797-8831-65ECAC912FF6}"/>
          </ac:spMkLst>
        </pc:spChg>
        <pc:spChg chg="add mod">
          <ac:chgData name="Takeuchi, Koichiro" userId="b3848a05-443b-4434-8fa5-7398ca0c03c9" providerId="ADAL" clId="{8AE3A369-E55C-4573-8F49-6E668EF80783}" dt="2024-07-12T00:15:41.043" v="19592"/>
          <ac:spMkLst>
            <pc:docMk/>
            <pc:sldMk cId="3849089130" sldId="2147480838"/>
            <ac:spMk id="12" creationId="{746AE22B-38A0-5C1A-A1BD-3663179EB654}"/>
          </ac:spMkLst>
        </pc:spChg>
        <pc:spChg chg="add mod">
          <ac:chgData name="Takeuchi, Koichiro" userId="b3848a05-443b-4434-8fa5-7398ca0c03c9" providerId="ADAL" clId="{8AE3A369-E55C-4573-8F49-6E668EF80783}" dt="2024-07-12T00:15:41.043" v="19592"/>
          <ac:spMkLst>
            <pc:docMk/>
            <pc:sldMk cId="3849089130" sldId="2147480838"/>
            <ac:spMk id="13" creationId="{F269EB3D-9EA9-14C1-BAE7-02B70F27F609}"/>
          </ac:spMkLst>
        </pc:spChg>
        <pc:spChg chg="add mod">
          <ac:chgData name="Takeuchi, Koichiro" userId="b3848a05-443b-4434-8fa5-7398ca0c03c9" providerId="ADAL" clId="{8AE3A369-E55C-4573-8F49-6E668EF80783}" dt="2024-07-12T00:15:41.043" v="19592"/>
          <ac:spMkLst>
            <pc:docMk/>
            <pc:sldMk cId="3849089130" sldId="2147480838"/>
            <ac:spMk id="14" creationId="{349663B9-8489-B855-FE55-090F60857EA2}"/>
          </ac:spMkLst>
        </pc:spChg>
        <pc:spChg chg="add mod">
          <ac:chgData name="Takeuchi, Koichiro" userId="b3848a05-443b-4434-8fa5-7398ca0c03c9" providerId="ADAL" clId="{8AE3A369-E55C-4573-8F49-6E668EF80783}" dt="2024-07-12T00:15:41.043" v="19592"/>
          <ac:spMkLst>
            <pc:docMk/>
            <pc:sldMk cId="3849089130" sldId="2147480838"/>
            <ac:spMk id="15" creationId="{0954431D-F7C4-B9BB-07B7-8D053BF3C3F1}"/>
          </ac:spMkLst>
        </pc:spChg>
        <pc:spChg chg="add mod">
          <ac:chgData name="Takeuchi, Koichiro" userId="b3848a05-443b-4434-8fa5-7398ca0c03c9" providerId="ADAL" clId="{8AE3A369-E55C-4573-8F49-6E668EF80783}" dt="2024-07-12T00:15:41.043" v="19592"/>
          <ac:spMkLst>
            <pc:docMk/>
            <pc:sldMk cId="3849089130" sldId="2147480838"/>
            <ac:spMk id="16" creationId="{269BFB13-A183-3068-89A4-DEB83EF8CC30}"/>
          </ac:spMkLst>
        </pc:spChg>
        <pc:spChg chg="add mod">
          <ac:chgData name="Takeuchi, Koichiro" userId="b3848a05-443b-4434-8fa5-7398ca0c03c9" providerId="ADAL" clId="{8AE3A369-E55C-4573-8F49-6E668EF80783}" dt="2024-07-12T00:15:41.043" v="19592"/>
          <ac:spMkLst>
            <pc:docMk/>
            <pc:sldMk cId="3849089130" sldId="2147480838"/>
            <ac:spMk id="17" creationId="{813FD338-42E2-276D-6D38-2F820ABD755D}"/>
          </ac:spMkLst>
        </pc:spChg>
        <pc:spChg chg="add mod">
          <ac:chgData name="Takeuchi, Koichiro" userId="b3848a05-443b-4434-8fa5-7398ca0c03c9" providerId="ADAL" clId="{8AE3A369-E55C-4573-8F49-6E668EF80783}" dt="2024-07-12T00:15:41.043" v="19592"/>
          <ac:spMkLst>
            <pc:docMk/>
            <pc:sldMk cId="3849089130" sldId="2147480838"/>
            <ac:spMk id="18" creationId="{BB0F0C53-BD06-B93F-82D7-38144254F00E}"/>
          </ac:spMkLst>
        </pc:spChg>
        <pc:spChg chg="add mod">
          <ac:chgData name="Takeuchi, Koichiro" userId="b3848a05-443b-4434-8fa5-7398ca0c03c9" providerId="ADAL" clId="{8AE3A369-E55C-4573-8F49-6E668EF80783}" dt="2024-07-12T00:15:41.043" v="19592"/>
          <ac:spMkLst>
            <pc:docMk/>
            <pc:sldMk cId="3849089130" sldId="2147480838"/>
            <ac:spMk id="19" creationId="{C773225D-E3C0-5DCB-43E3-BD12D2B66CEC}"/>
          </ac:spMkLst>
        </pc:spChg>
        <pc:spChg chg="add mod">
          <ac:chgData name="Takeuchi, Koichiro" userId="b3848a05-443b-4434-8fa5-7398ca0c03c9" providerId="ADAL" clId="{8AE3A369-E55C-4573-8F49-6E668EF80783}" dt="2024-07-12T00:15:41.043" v="19592"/>
          <ac:spMkLst>
            <pc:docMk/>
            <pc:sldMk cId="3849089130" sldId="2147480838"/>
            <ac:spMk id="20" creationId="{F651DCFC-42A1-AEA2-3813-0F1538A91F5A}"/>
          </ac:spMkLst>
        </pc:spChg>
        <pc:spChg chg="add mod">
          <ac:chgData name="Takeuchi, Koichiro" userId="b3848a05-443b-4434-8fa5-7398ca0c03c9" providerId="ADAL" clId="{8AE3A369-E55C-4573-8F49-6E668EF80783}" dt="2024-07-12T00:15:41.043" v="19592"/>
          <ac:spMkLst>
            <pc:docMk/>
            <pc:sldMk cId="3849089130" sldId="2147480838"/>
            <ac:spMk id="21" creationId="{EE910167-64DB-F6DC-D904-D7BC8DE62681}"/>
          </ac:spMkLst>
        </pc:spChg>
        <pc:spChg chg="add mod">
          <ac:chgData name="Takeuchi, Koichiro" userId="b3848a05-443b-4434-8fa5-7398ca0c03c9" providerId="ADAL" clId="{8AE3A369-E55C-4573-8F49-6E668EF80783}" dt="2024-07-12T00:15:41.043" v="19592"/>
          <ac:spMkLst>
            <pc:docMk/>
            <pc:sldMk cId="3849089130" sldId="2147480838"/>
            <ac:spMk id="22" creationId="{1F3118E7-658B-46F3-448A-2D7453A84080}"/>
          </ac:spMkLst>
        </pc:spChg>
        <pc:spChg chg="add mod">
          <ac:chgData name="Takeuchi, Koichiro" userId="b3848a05-443b-4434-8fa5-7398ca0c03c9" providerId="ADAL" clId="{8AE3A369-E55C-4573-8F49-6E668EF80783}" dt="2024-07-12T00:15:41.043" v="19592"/>
          <ac:spMkLst>
            <pc:docMk/>
            <pc:sldMk cId="3849089130" sldId="2147480838"/>
            <ac:spMk id="23" creationId="{9CCF22A4-A612-8948-C059-F5255A62EF84}"/>
          </ac:spMkLst>
        </pc:spChg>
        <pc:spChg chg="add mod">
          <ac:chgData name="Takeuchi, Koichiro" userId="b3848a05-443b-4434-8fa5-7398ca0c03c9" providerId="ADAL" clId="{8AE3A369-E55C-4573-8F49-6E668EF80783}" dt="2024-07-12T00:15:41.043" v="19592"/>
          <ac:spMkLst>
            <pc:docMk/>
            <pc:sldMk cId="3849089130" sldId="2147480838"/>
            <ac:spMk id="24" creationId="{E555F6E1-70CB-9ABF-98A5-A48073D7882B}"/>
          </ac:spMkLst>
        </pc:spChg>
        <pc:spChg chg="add mod">
          <ac:chgData name="Takeuchi, Koichiro" userId="b3848a05-443b-4434-8fa5-7398ca0c03c9" providerId="ADAL" clId="{8AE3A369-E55C-4573-8F49-6E668EF80783}" dt="2024-07-12T00:15:41.043" v="19592"/>
          <ac:spMkLst>
            <pc:docMk/>
            <pc:sldMk cId="3849089130" sldId="2147480838"/>
            <ac:spMk id="25" creationId="{F89471B2-5455-25DA-E0CE-839482F754BB}"/>
          </ac:spMkLst>
        </pc:spChg>
        <pc:spChg chg="add mod">
          <ac:chgData name="Takeuchi, Koichiro" userId="b3848a05-443b-4434-8fa5-7398ca0c03c9" providerId="ADAL" clId="{8AE3A369-E55C-4573-8F49-6E668EF80783}" dt="2024-07-12T00:15:41.043" v="19592"/>
          <ac:spMkLst>
            <pc:docMk/>
            <pc:sldMk cId="3849089130" sldId="2147480838"/>
            <ac:spMk id="26" creationId="{521A74FE-2291-8552-06E5-9EB1BEE2DC26}"/>
          </ac:spMkLst>
        </pc:spChg>
        <pc:spChg chg="add mod">
          <ac:chgData name="Takeuchi, Koichiro" userId="b3848a05-443b-4434-8fa5-7398ca0c03c9" providerId="ADAL" clId="{8AE3A369-E55C-4573-8F49-6E668EF80783}" dt="2024-07-12T00:15:41.043" v="19592"/>
          <ac:spMkLst>
            <pc:docMk/>
            <pc:sldMk cId="3849089130" sldId="2147480838"/>
            <ac:spMk id="27" creationId="{72442474-6147-88B3-BF11-8F7B6B97098A}"/>
          </ac:spMkLst>
        </pc:spChg>
        <pc:spChg chg="add mod">
          <ac:chgData name="Takeuchi, Koichiro" userId="b3848a05-443b-4434-8fa5-7398ca0c03c9" providerId="ADAL" clId="{8AE3A369-E55C-4573-8F49-6E668EF80783}" dt="2024-07-12T00:15:41.043" v="19592"/>
          <ac:spMkLst>
            <pc:docMk/>
            <pc:sldMk cId="3849089130" sldId="2147480838"/>
            <ac:spMk id="28" creationId="{6F20C04D-D2CB-6F6F-D19B-C9D01AFECEEC}"/>
          </ac:spMkLst>
        </pc:spChg>
        <pc:spChg chg="add mod">
          <ac:chgData name="Takeuchi, Koichiro" userId="b3848a05-443b-4434-8fa5-7398ca0c03c9" providerId="ADAL" clId="{8AE3A369-E55C-4573-8F49-6E668EF80783}" dt="2024-07-12T00:15:41.043" v="19592"/>
          <ac:spMkLst>
            <pc:docMk/>
            <pc:sldMk cId="3849089130" sldId="2147480838"/>
            <ac:spMk id="29" creationId="{BFD595CA-8672-CC54-82D0-04D65D28245D}"/>
          </ac:spMkLst>
        </pc:spChg>
        <pc:spChg chg="add mod">
          <ac:chgData name="Takeuchi, Koichiro" userId="b3848a05-443b-4434-8fa5-7398ca0c03c9" providerId="ADAL" clId="{8AE3A369-E55C-4573-8F49-6E668EF80783}" dt="2024-07-12T00:15:41.043" v="19592"/>
          <ac:spMkLst>
            <pc:docMk/>
            <pc:sldMk cId="3849089130" sldId="2147480838"/>
            <ac:spMk id="30" creationId="{347A3B10-1286-6386-ADAD-D010E3E5549E}"/>
          </ac:spMkLst>
        </pc:spChg>
        <pc:spChg chg="add mod">
          <ac:chgData name="Takeuchi, Koichiro" userId="b3848a05-443b-4434-8fa5-7398ca0c03c9" providerId="ADAL" clId="{8AE3A369-E55C-4573-8F49-6E668EF80783}" dt="2024-07-12T00:15:41.043" v="19592"/>
          <ac:spMkLst>
            <pc:docMk/>
            <pc:sldMk cId="3849089130" sldId="2147480838"/>
            <ac:spMk id="31" creationId="{C3C5DEC2-0604-BE8A-51E6-504FD3E863E6}"/>
          </ac:spMkLst>
        </pc:spChg>
        <pc:spChg chg="add mod">
          <ac:chgData name="Takeuchi, Koichiro" userId="b3848a05-443b-4434-8fa5-7398ca0c03c9" providerId="ADAL" clId="{8AE3A369-E55C-4573-8F49-6E668EF80783}" dt="2024-07-12T00:15:41.043" v="19592"/>
          <ac:spMkLst>
            <pc:docMk/>
            <pc:sldMk cId="3849089130" sldId="2147480838"/>
            <ac:spMk id="32" creationId="{CBFF872D-AB46-BF42-26AA-97A07854B075}"/>
          </ac:spMkLst>
        </pc:spChg>
        <pc:spChg chg="add mod">
          <ac:chgData name="Takeuchi, Koichiro" userId="b3848a05-443b-4434-8fa5-7398ca0c03c9" providerId="ADAL" clId="{8AE3A369-E55C-4573-8F49-6E668EF80783}" dt="2024-07-12T00:15:41.043" v="19592"/>
          <ac:spMkLst>
            <pc:docMk/>
            <pc:sldMk cId="3849089130" sldId="2147480838"/>
            <ac:spMk id="33" creationId="{294A93E6-919A-04F6-C4B6-657E1343E007}"/>
          </ac:spMkLst>
        </pc:spChg>
        <pc:spChg chg="add mod">
          <ac:chgData name="Takeuchi, Koichiro" userId="b3848a05-443b-4434-8fa5-7398ca0c03c9" providerId="ADAL" clId="{8AE3A369-E55C-4573-8F49-6E668EF80783}" dt="2024-07-12T00:15:41.043" v="19592"/>
          <ac:spMkLst>
            <pc:docMk/>
            <pc:sldMk cId="3849089130" sldId="2147480838"/>
            <ac:spMk id="34" creationId="{487F6900-D2E0-EA1F-E502-8F52CD99AA59}"/>
          </ac:spMkLst>
        </pc:spChg>
        <pc:spChg chg="add mod">
          <ac:chgData name="Takeuchi, Koichiro" userId="b3848a05-443b-4434-8fa5-7398ca0c03c9" providerId="ADAL" clId="{8AE3A369-E55C-4573-8F49-6E668EF80783}" dt="2024-07-12T00:15:41.043" v="19592"/>
          <ac:spMkLst>
            <pc:docMk/>
            <pc:sldMk cId="3849089130" sldId="2147480838"/>
            <ac:spMk id="35" creationId="{6D0EB408-52BA-14C3-3BFA-6C32848BFA5D}"/>
          </ac:spMkLst>
        </pc:spChg>
        <pc:spChg chg="add mod">
          <ac:chgData name="Takeuchi, Koichiro" userId="b3848a05-443b-4434-8fa5-7398ca0c03c9" providerId="ADAL" clId="{8AE3A369-E55C-4573-8F49-6E668EF80783}" dt="2024-07-12T00:15:41.043" v="19592"/>
          <ac:spMkLst>
            <pc:docMk/>
            <pc:sldMk cId="3849089130" sldId="2147480838"/>
            <ac:spMk id="36" creationId="{C7BF3547-29E6-D215-B909-D18890989FB4}"/>
          </ac:spMkLst>
        </pc:spChg>
        <pc:spChg chg="mod">
          <ac:chgData name="Takeuchi, Koichiro" userId="b3848a05-443b-4434-8fa5-7398ca0c03c9" providerId="ADAL" clId="{8AE3A369-E55C-4573-8F49-6E668EF80783}" dt="2024-07-12T00:15:41.043" v="19592"/>
          <ac:spMkLst>
            <pc:docMk/>
            <pc:sldMk cId="3849089130" sldId="2147480838"/>
            <ac:spMk id="39" creationId="{70F4A0A2-F0CA-176D-D823-E46073253E31}"/>
          </ac:spMkLst>
        </pc:spChg>
        <pc:spChg chg="mod">
          <ac:chgData name="Takeuchi, Koichiro" userId="b3848a05-443b-4434-8fa5-7398ca0c03c9" providerId="ADAL" clId="{8AE3A369-E55C-4573-8F49-6E668EF80783}" dt="2024-07-12T00:15:41.043" v="19592"/>
          <ac:spMkLst>
            <pc:docMk/>
            <pc:sldMk cId="3849089130" sldId="2147480838"/>
            <ac:spMk id="40" creationId="{A609B1F7-3D6F-DF13-3E3E-3148A21FD628}"/>
          </ac:spMkLst>
        </pc:spChg>
        <pc:spChg chg="mod">
          <ac:chgData name="Takeuchi, Koichiro" userId="b3848a05-443b-4434-8fa5-7398ca0c03c9" providerId="ADAL" clId="{8AE3A369-E55C-4573-8F49-6E668EF80783}" dt="2024-07-12T00:15:41.043" v="19592"/>
          <ac:spMkLst>
            <pc:docMk/>
            <pc:sldMk cId="3849089130" sldId="2147480838"/>
            <ac:spMk id="42" creationId="{7008892C-A090-CBFA-137E-1CF1AD68F3A6}"/>
          </ac:spMkLst>
        </pc:spChg>
        <pc:spChg chg="mod">
          <ac:chgData name="Takeuchi, Koichiro" userId="b3848a05-443b-4434-8fa5-7398ca0c03c9" providerId="ADAL" clId="{8AE3A369-E55C-4573-8F49-6E668EF80783}" dt="2024-07-12T00:15:41.043" v="19592"/>
          <ac:spMkLst>
            <pc:docMk/>
            <pc:sldMk cId="3849089130" sldId="2147480838"/>
            <ac:spMk id="43" creationId="{66CBCE56-B4A7-1412-4CFA-B92A53B9E63B}"/>
          </ac:spMkLst>
        </pc:spChg>
        <pc:spChg chg="add mod">
          <ac:chgData name="Takeuchi, Koichiro" userId="b3848a05-443b-4434-8fa5-7398ca0c03c9" providerId="ADAL" clId="{8AE3A369-E55C-4573-8F49-6E668EF80783}" dt="2024-07-12T00:15:41.043" v="19592"/>
          <ac:spMkLst>
            <pc:docMk/>
            <pc:sldMk cId="3849089130" sldId="2147480838"/>
            <ac:spMk id="44" creationId="{F6B3D51A-1E0D-21F0-1882-7C82EFB72482}"/>
          </ac:spMkLst>
        </pc:spChg>
        <pc:spChg chg="add del mod">
          <ac:chgData name="Takeuchi, Koichiro" userId="b3848a05-443b-4434-8fa5-7398ca0c03c9" providerId="ADAL" clId="{8AE3A369-E55C-4573-8F49-6E668EF80783}" dt="2024-07-12T00:15:52.604" v="19595" actId="21"/>
          <ac:spMkLst>
            <pc:docMk/>
            <pc:sldMk cId="3849089130" sldId="2147480838"/>
            <ac:spMk id="45" creationId="{4C5760C6-001B-2D40-C048-CFBEE5517A2D}"/>
          </ac:spMkLst>
        </pc:spChg>
        <pc:spChg chg="add del mod">
          <ac:chgData name="Takeuchi, Koichiro" userId="b3848a05-443b-4434-8fa5-7398ca0c03c9" providerId="ADAL" clId="{8AE3A369-E55C-4573-8F49-6E668EF80783}" dt="2024-07-12T00:15:52.604" v="19595" actId="21"/>
          <ac:spMkLst>
            <pc:docMk/>
            <pc:sldMk cId="3849089130" sldId="2147480838"/>
            <ac:spMk id="46" creationId="{C56454B7-5F2A-3B7D-E3E4-25D56DC74FE2}"/>
          </ac:spMkLst>
        </pc:spChg>
        <pc:spChg chg="add del mod">
          <ac:chgData name="Takeuchi, Koichiro" userId="b3848a05-443b-4434-8fa5-7398ca0c03c9" providerId="ADAL" clId="{8AE3A369-E55C-4573-8F49-6E668EF80783}" dt="2024-07-12T00:15:52.604" v="19595" actId="21"/>
          <ac:spMkLst>
            <pc:docMk/>
            <pc:sldMk cId="3849089130" sldId="2147480838"/>
            <ac:spMk id="47" creationId="{7860E261-7B19-6635-7F5A-99E20139F3B9}"/>
          </ac:spMkLst>
        </pc:spChg>
        <pc:spChg chg="add del mod">
          <ac:chgData name="Takeuchi, Koichiro" userId="b3848a05-443b-4434-8fa5-7398ca0c03c9" providerId="ADAL" clId="{8AE3A369-E55C-4573-8F49-6E668EF80783}" dt="2024-07-12T00:15:52.604" v="19595" actId="21"/>
          <ac:spMkLst>
            <pc:docMk/>
            <pc:sldMk cId="3849089130" sldId="2147480838"/>
            <ac:spMk id="48" creationId="{1C8734BC-CC45-FFD8-DEF6-3BC09EE3BDF1}"/>
          </ac:spMkLst>
        </pc:spChg>
        <pc:spChg chg="add del mod">
          <ac:chgData name="Takeuchi, Koichiro" userId="b3848a05-443b-4434-8fa5-7398ca0c03c9" providerId="ADAL" clId="{8AE3A369-E55C-4573-8F49-6E668EF80783}" dt="2024-07-12T00:15:52.604" v="19595" actId="21"/>
          <ac:spMkLst>
            <pc:docMk/>
            <pc:sldMk cId="3849089130" sldId="2147480838"/>
            <ac:spMk id="49" creationId="{E08026A2-7ED9-7BFD-D5B4-709E2BC69452}"/>
          </ac:spMkLst>
        </pc:spChg>
        <pc:spChg chg="add del mod">
          <ac:chgData name="Takeuchi, Koichiro" userId="b3848a05-443b-4434-8fa5-7398ca0c03c9" providerId="ADAL" clId="{8AE3A369-E55C-4573-8F49-6E668EF80783}" dt="2024-07-12T00:15:52.604" v="19595" actId="21"/>
          <ac:spMkLst>
            <pc:docMk/>
            <pc:sldMk cId="3849089130" sldId="2147480838"/>
            <ac:spMk id="50" creationId="{F974F5B1-7562-10E4-4C3F-52692565659F}"/>
          </ac:spMkLst>
        </pc:spChg>
        <pc:spChg chg="add del mod">
          <ac:chgData name="Takeuchi, Koichiro" userId="b3848a05-443b-4434-8fa5-7398ca0c03c9" providerId="ADAL" clId="{8AE3A369-E55C-4573-8F49-6E668EF80783}" dt="2024-07-12T00:15:52.604" v="19595" actId="21"/>
          <ac:spMkLst>
            <pc:docMk/>
            <pc:sldMk cId="3849089130" sldId="2147480838"/>
            <ac:spMk id="51" creationId="{2B1B8BA1-C15A-4D43-3B84-67414B2FDACB}"/>
          </ac:spMkLst>
        </pc:spChg>
        <pc:spChg chg="add del mod">
          <ac:chgData name="Takeuchi, Koichiro" userId="b3848a05-443b-4434-8fa5-7398ca0c03c9" providerId="ADAL" clId="{8AE3A369-E55C-4573-8F49-6E668EF80783}" dt="2024-07-12T00:15:52.604" v="19595" actId="21"/>
          <ac:spMkLst>
            <pc:docMk/>
            <pc:sldMk cId="3849089130" sldId="2147480838"/>
            <ac:spMk id="52" creationId="{9B1614C1-2197-589F-0EEE-F01CF38FE833}"/>
          </ac:spMkLst>
        </pc:spChg>
        <pc:spChg chg="add del mod">
          <ac:chgData name="Takeuchi, Koichiro" userId="b3848a05-443b-4434-8fa5-7398ca0c03c9" providerId="ADAL" clId="{8AE3A369-E55C-4573-8F49-6E668EF80783}" dt="2024-07-12T00:15:52.604" v="19595" actId="21"/>
          <ac:spMkLst>
            <pc:docMk/>
            <pc:sldMk cId="3849089130" sldId="2147480838"/>
            <ac:spMk id="53" creationId="{AAC89761-B5EF-B504-3678-0AF4F066B13C}"/>
          </ac:spMkLst>
        </pc:spChg>
        <pc:spChg chg="add del mod">
          <ac:chgData name="Takeuchi, Koichiro" userId="b3848a05-443b-4434-8fa5-7398ca0c03c9" providerId="ADAL" clId="{8AE3A369-E55C-4573-8F49-6E668EF80783}" dt="2024-07-12T00:15:52.604" v="19595" actId="21"/>
          <ac:spMkLst>
            <pc:docMk/>
            <pc:sldMk cId="3849089130" sldId="2147480838"/>
            <ac:spMk id="54" creationId="{07395BA9-EB7E-EEED-CAE7-1FDDBE9647C6}"/>
          </ac:spMkLst>
        </pc:spChg>
        <pc:spChg chg="add del mod">
          <ac:chgData name="Takeuchi, Koichiro" userId="b3848a05-443b-4434-8fa5-7398ca0c03c9" providerId="ADAL" clId="{8AE3A369-E55C-4573-8F49-6E668EF80783}" dt="2024-07-12T00:15:52.604" v="19595" actId="21"/>
          <ac:spMkLst>
            <pc:docMk/>
            <pc:sldMk cId="3849089130" sldId="2147480838"/>
            <ac:spMk id="55" creationId="{64A8B26C-8C84-129E-AA86-EC89F5570C68}"/>
          </ac:spMkLst>
        </pc:spChg>
        <pc:spChg chg="add del mod">
          <ac:chgData name="Takeuchi, Koichiro" userId="b3848a05-443b-4434-8fa5-7398ca0c03c9" providerId="ADAL" clId="{8AE3A369-E55C-4573-8F49-6E668EF80783}" dt="2024-07-12T00:15:52.604" v="19595" actId="21"/>
          <ac:spMkLst>
            <pc:docMk/>
            <pc:sldMk cId="3849089130" sldId="2147480838"/>
            <ac:spMk id="56" creationId="{63AED709-B78B-2DD2-301D-5D513EB4C401}"/>
          </ac:spMkLst>
        </pc:spChg>
        <pc:spChg chg="add del mod">
          <ac:chgData name="Takeuchi, Koichiro" userId="b3848a05-443b-4434-8fa5-7398ca0c03c9" providerId="ADAL" clId="{8AE3A369-E55C-4573-8F49-6E668EF80783}" dt="2024-07-12T00:15:52.604" v="19595" actId="21"/>
          <ac:spMkLst>
            <pc:docMk/>
            <pc:sldMk cId="3849089130" sldId="2147480838"/>
            <ac:spMk id="57" creationId="{04ADA61F-C53C-8C9D-4FEF-7B94A3C5E8D4}"/>
          </ac:spMkLst>
        </pc:spChg>
        <pc:spChg chg="add del mod">
          <ac:chgData name="Takeuchi, Koichiro" userId="b3848a05-443b-4434-8fa5-7398ca0c03c9" providerId="ADAL" clId="{8AE3A369-E55C-4573-8F49-6E668EF80783}" dt="2024-07-12T00:15:52.604" v="19595" actId="21"/>
          <ac:spMkLst>
            <pc:docMk/>
            <pc:sldMk cId="3849089130" sldId="2147480838"/>
            <ac:spMk id="58" creationId="{3DE99381-FA3D-EA1F-05BF-71D80EC2EF1B}"/>
          </ac:spMkLst>
        </pc:spChg>
        <pc:spChg chg="add del mod">
          <ac:chgData name="Takeuchi, Koichiro" userId="b3848a05-443b-4434-8fa5-7398ca0c03c9" providerId="ADAL" clId="{8AE3A369-E55C-4573-8F49-6E668EF80783}" dt="2024-07-12T00:15:52.604" v="19595" actId="21"/>
          <ac:spMkLst>
            <pc:docMk/>
            <pc:sldMk cId="3849089130" sldId="2147480838"/>
            <ac:spMk id="59" creationId="{3D06B9B9-2A48-48D7-9615-0C5D98766E37}"/>
          </ac:spMkLst>
        </pc:spChg>
        <pc:spChg chg="add del mod">
          <ac:chgData name="Takeuchi, Koichiro" userId="b3848a05-443b-4434-8fa5-7398ca0c03c9" providerId="ADAL" clId="{8AE3A369-E55C-4573-8F49-6E668EF80783}" dt="2024-07-12T00:15:52.604" v="19595" actId="21"/>
          <ac:spMkLst>
            <pc:docMk/>
            <pc:sldMk cId="3849089130" sldId="2147480838"/>
            <ac:spMk id="60" creationId="{C5023853-E4A2-EBE2-EAB7-53F7B02A6D7F}"/>
          </ac:spMkLst>
        </pc:spChg>
        <pc:spChg chg="add del mod">
          <ac:chgData name="Takeuchi, Koichiro" userId="b3848a05-443b-4434-8fa5-7398ca0c03c9" providerId="ADAL" clId="{8AE3A369-E55C-4573-8F49-6E668EF80783}" dt="2024-07-12T00:15:52.604" v="19595" actId="21"/>
          <ac:spMkLst>
            <pc:docMk/>
            <pc:sldMk cId="3849089130" sldId="2147480838"/>
            <ac:spMk id="61" creationId="{5FFF09C9-72C0-7E61-5615-D114B061141E}"/>
          </ac:spMkLst>
        </pc:spChg>
        <pc:spChg chg="add del mod">
          <ac:chgData name="Takeuchi, Koichiro" userId="b3848a05-443b-4434-8fa5-7398ca0c03c9" providerId="ADAL" clId="{8AE3A369-E55C-4573-8F49-6E668EF80783}" dt="2024-07-12T00:15:52.604" v="19595" actId="21"/>
          <ac:spMkLst>
            <pc:docMk/>
            <pc:sldMk cId="3849089130" sldId="2147480838"/>
            <ac:spMk id="62" creationId="{37393AD4-94DB-1F98-9105-29257CB4E232}"/>
          </ac:spMkLst>
        </pc:spChg>
        <pc:spChg chg="add del mod">
          <ac:chgData name="Takeuchi, Koichiro" userId="b3848a05-443b-4434-8fa5-7398ca0c03c9" providerId="ADAL" clId="{8AE3A369-E55C-4573-8F49-6E668EF80783}" dt="2024-07-12T00:15:52.604" v="19595" actId="21"/>
          <ac:spMkLst>
            <pc:docMk/>
            <pc:sldMk cId="3849089130" sldId="2147480838"/>
            <ac:spMk id="63" creationId="{7F824E5E-1F36-90B0-538C-146F565A84F1}"/>
          </ac:spMkLst>
        </pc:spChg>
        <pc:spChg chg="add del mod">
          <ac:chgData name="Takeuchi, Koichiro" userId="b3848a05-443b-4434-8fa5-7398ca0c03c9" providerId="ADAL" clId="{8AE3A369-E55C-4573-8F49-6E668EF80783}" dt="2024-07-12T00:15:52.604" v="19595" actId="21"/>
          <ac:spMkLst>
            <pc:docMk/>
            <pc:sldMk cId="3849089130" sldId="2147480838"/>
            <ac:spMk id="64" creationId="{9C48A4F8-B759-E44D-1B52-981D00DC46FF}"/>
          </ac:spMkLst>
        </pc:spChg>
        <pc:spChg chg="add del mod">
          <ac:chgData name="Takeuchi, Koichiro" userId="b3848a05-443b-4434-8fa5-7398ca0c03c9" providerId="ADAL" clId="{8AE3A369-E55C-4573-8F49-6E668EF80783}" dt="2024-07-12T00:15:52.604" v="19595" actId="21"/>
          <ac:spMkLst>
            <pc:docMk/>
            <pc:sldMk cId="3849089130" sldId="2147480838"/>
            <ac:spMk id="65" creationId="{C26AF090-5185-1A19-926F-1FF8A48540A0}"/>
          </ac:spMkLst>
        </pc:spChg>
        <pc:spChg chg="add del mod">
          <ac:chgData name="Takeuchi, Koichiro" userId="b3848a05-443b-4434-8fa5-7398ca0c03c9" providerId="ADAL" clId="{8AE3A369-E55C-4573-8F49-6E668EF80783}" dt="2024-07-12T00:15:52.604" v="19595" actId="21"/>
          <ac:spMkLst>
            <pc:docMk/>
            <pc:sldMk cId="3849089130" sldId="2147480838"/>
            <ac:spMk id="66" creationId="{9DE7F2DF-21BD-E49D-084B-0486C5A08DE2}"/>
          </ac:spMkLst>
        </pc:spChg>
        <pc:spChg chg="add del mod">
          <ac:chgData name="Takeuchi, Koichiro" userId="b3848a05-443b-4434-8fa5-7398ca0c03c9" providerId="ADAL" clId="{8AE3A369-E55C-4573-8F49-6E668EF80783}" dt="2024-07-12T00:15:52.604" v="19595" actId="21"/>
          <ac:spMkLst>
            <pc:docMk/>
            <pc:sldMk cId="3849089130" sldId="2147480838"/>
            <ac:spMk id="67" creationId="{67BF023C-9C14-E816-4223-E622D2809320}"/>
          </ac:spMkLst>
        </pc:spChg>
        <pc:spChg chg="add del mod">
          <ac:chgData name="Takeuchi, Koichiro" userId="b3848a05-443b-4434-8fa5-7398ca0c03c9" providerId="ADAL" clId="{8AE3A369-E55C-4573-8F49-6E668EF80783}" dt="2024-07-12T00:15:52.604" v="19595" actId="21"/>
          <ac:spMkLst>
            <pc:docMk/>
            <pc:sldMk cId="3849089130" sldId="2147480838"/>
            <ac:spMk id="68" creationId="{1C1462E8-5881-63FE-B833-1180033167C8}"/>
          </ac:spMkLst>
        </pc:spChg>
        <pc:spChg chg="add del mod">
          <ac:chgData name="Takeuchi, Koichiro" userId="b3848a05-443b-4434-8fa5-7398ca0c03c9" providerId="ADAL" clId="{8AE3A369-E55C-4573-8F49-6E668EF80783}" dt="2024-07-12T00:15:52.604" v="19595" actId="21"/>
          <ac:spMkLst>
            <pc:docMk/>
            <pc:sldMk cId="3849089130" sldId="2147480838"/>
            <ac:spMk id="69" creationId="{DCED7C81-0D2D-FB22-E449-CF1BC8DB97D1}"/>
          </ac:spMkLst>
        </pc:spChg>
        <pc:spChg chg="add del mod">
          <ac:chgData name="Takeuchi, Koichiro" userId="b3848a05-443b-4434-8fa5-7398ca0c03c9" providerId="ADAL" clId="{8AE3A369-E55C-4573-8F49-6E668EF80783}" dt="2024-07-12T00:15:52.604" v="19595" actId="21"/>
          <ac:spMkLst>
            <pc:docMk/>
            <pc:sldMk cId="3849089130" sldId="2147480838"/>
            <ac:spMk id="70" creationId="{F950A391-F6CF-D9E7-C050-BFC9D77CE32B}"/>
          </ac:spMkLst>
        </pc:spChg>
        <pc:spChg chg="add del mod">
          <ac:chgData name="Takeuchi, Koichiro" userId="b3848a05-443b-4434-8fa5-7398ca0c03c9" providerId="ADAL" clId="{8AE3A369-E55C-4573-8F49-6E668EF80783}" dt="2024-07-12T00:15:52.604" v="19595" actId="21"/>
          <ac:spMkLst>
            <pc:docMk/>
            <pc:sldMk cId="3849089130" sldId="2147480838"/>
            <ac:spMk id="71" creationId="{C68DAD2A-1C62-B204-4842-B9AA2F9C2F4C}"/>
          </ac:spMkLst>
        </pc:spChg>
        <pc:spChg chg="add del mod">
          <ac:chgData name="Takeuchi, Koichiro" userId="b3848a05-443b-4434-8fa5-7398ca0c03c9" providerId="ADAL" clId="{8AE3A369-E55C-4573-8F49-6E668EF80783}" dt="2024-07-12T00:15:52.604" v="19595" actId="21"/>
          <ac:spMkLst>
            <pc:docMk/>
            <pc:sldMk cId="3849089130" sldId="2147480838"/>
            <ac:spMk id="72" creationId="{E3493D9F-DF04-A78E-D815-B7D6776C2BF9}"/>
          </ac:spMkLst>
        </pc:spChg>
        <pc:spChg chg="mod">
          <ac:chgData name="Takeuchi, Koichiro" userId="b3848a05-443b-4434-8fa5-7398ca0c03c9" providerId="ADAL" clId="{8AE3A369-E55C-4573-8F49-6E668EF80783}" dt="2024-07-12T00:15:43.575" v="19593"/>
          <ac:spMkLst>
            <pc:docMk/>
            <pc:sldMk cId="3849089130" sldId="2147480838"/>
            <ac:spMk id="75" creationId="{0E75BE54-51C5-4537-40DB-FE0036532591}"/>
          </ac:spMkLst>
        </pc:spChg>
        <pc:spChg chg="mod">
          <ac:chgData name="Takeuchi, Koichiro" userId="b3848a05-443b-4434-8fa5-7398ca0c03c9" providerId="ADAL" clId="{8AE3A369-E55C-4573-8F49-6E668EF80783}" dt="2024-07-12T00:15:43.575" v="19593"/>
          <ac:spMkLst>
            <pc:docMk/>
            <pc:sldMk cId="3849089130" sldId="2147480838"/>
            <ac:spMk id="76" creationId="{EC627D25-3F36-15DA-A7B7-91F86A3371E8}"/>
          </ac:spMkLst>
        </pc:spChg>
        <pc:spChg chg="mod">
          <ac:chgData name="Takeuchi, Koichiro" userId="b3848a05-443b-4434-8fa5-7398ca0c03c9" providerId="ADAL" clId="{8AE3A369-E55C-4573-8F49-6E668EF80783}" dt="2024-07-12T00:15:43.575" v="19593"/>
          <ac:spMkLst>
            <pc:docMk/>
            <pc:sldMk cId="3849089130" sldId="2147480838"/>
            <ac:spMk id="78" creationId="{2DDC56F3-9E87-71C2-2B8E-EC2DE9A5B9E6}"/>
          </ac:spMkLst>
        </pc:spChg>
        <pc:spChg chg="mod">
          <ac:chgData name="Takeuchi, Koichiro" userId="b3848a05-443b-4434-8fa5-7398ca0c03c9" providerId="ADAL" clId="{8AE3A369-E55C-4573-8F49-6E668EF80783}" dt="2024-07-12T00:15:43.575" v="19593"/>
          <ac:spMkLst>
            <pc:docMk/>
            <pc:sldMk cId="3849089130" sldId="2147480838"/>
            <ac:spMk id="79" creationId="{0A5F5EA4-A058-5AF0-5491-D1C0E5410734}"/>
          </ac:spMkLst>
        </pc:spChg>
        <pc:spChg chg="add del mod">
          <ac:chgData name="Takeuchi, Koichiro" userId="b3848a05-443b-4434-8fa5-7398ca0c03c9" providerId="ADAL" clId="{8AE3A369-E55C-4573-8F49-6E668EF80783}" dt="2024-07-12T00:15:52.604" v="19595" actId="21"/>
          <ac:spMkLst>
            <pc:docMk/>
            <pc:sldMk cId="3849089130" sldId="2147480838"/>
            <ac:spMk id="80" creationId="{7A28A2D9-8781-DAB5-A56C-4A23957ECFCD}"/>
          </ac:spMkLst>
        </pc:spChg>
        <pc:spChg chg="add del mod">
          <ac:chgData name="Takeuchi, Koichiro" userId="b3848a05-443b-4434-8fa5-7398ca0c03c9" providerId="ADAL" clId="{8AE3A369-E55C-4573-8F49-6E668EF80783}" dt="2024-07-12T00:16:07.416" v="19601" actId="21"/>
          <ac:spMkLst>
            <pc:docMk/>
            <pc:sldMk cId="3849089130" sldId="2147480838"/>
            <ac:spMk id="81" creationId="{4C5760C6-001B-2D40-C048-CFBEE5517A2D}"/>
          </ac:spMkLst>
        </pc:spChg>
        <pc:spChg chg="add del mod">
          <ac:chgData name="Takeuchi, Koichiro" userId="b3848a05-443b-4434-8fa5-7398ca0c03c9" providerId="ADAL" clId="{8AE3A369-E55C-4573-8F49-6E668EF80783}" dt="2024-07-12T00:16:07.416" v="19601" actId="21"/>
          <ac:spMkLst>
            <pc:docMk/>
            <pc:sldMk cId="3849089130" sldId="2147480838"/>
            <ac:spMk id="82" creationId="{C56454B7-5F2A-3B7D-E3E4-25D56DC74FE2}"/>
          </ac:spMkLst>
        </pc:spChg>
        <pc:spChg chg="add del mod">
          <ac:chgData name="Takeuchi, Koichiro" userId="b3848a05-443b-4434-8fa5-7398ca0c03c9" providerId="ADAL" clId="{8AE3A369-E55C-4573-8F49-6E668EF80783}" dt="2024-07-12T00:16:07.416" v="19601" actId="21"/>
          <ac:spMkLst>
            <pc:docMk/>
            <pc:sldMk cId="3849089130" sldId="2147480838"/>
            <ac:spMk id="83" creationId="{7860E261-7B19-6635-7F5A-99E20139F3B9}"/>
          </ac:spMkLst>
        </pc:spChg>
        <pc:spChg chg="add del mod">
          <ac:chgData name="Takeuchi, Koichiro" userId="b3848a05-443b-4434-8fa5-7398ca0c03c9" providerId="ADAL" clId="{8AE3A369-E55C-4573-8F49-6E668EF80783}" dt="2024-07-12T00:16:07.416" v="19601" actId="21"/>
          <ac:spMkLst>
            <pc:docMk/>
            <pc:sldMk cId="3849089130" sldId="2147480838"/>
            <ac:spMk id="84" creationId="{1C8734BC-CC45-FFD8-DEF6-3BC09EE3BDF1}"/>
          </ac:spMkLst>
        </pc:spChg>
        <pc:spChg chg="add del mod">
          <ac:chgData name="Takeuchi, Koichiro" userId="b3848a05-443b-4434-8fa5-7398ca0c03c9" providerId="ADAL" clId="{8AE3A369-E55C-4573-8F49-6E668EF80783}" dt="2024-07-12T00:16:07.416" v="19601" actId="21"/>
          <ac:spMkLst>
            <pc:docMk/>
            <pc:sldMk cId="3849089130" sldId="2147480838"/>
            <ac:spMk id="85" creationId="{E08026A2-7ED9-7BFD-D5B4-709E2BC69452}"/>
          </ac:spMkLst>
        </pc:spChg>
        <pc:spChg chg="add del mod">
          <ac:chgData name="Takeuchi, Koichiro" userId="b3848a05-443b-4434-8fa5-7398ca0c03c9" providerId="ADAL" clId="{8AE3A369-E55C-4573-8F49-6E668EF80783}" dt="2024-07-12T00:16:07.416" v="19601" actId="21"/>
          <ac:spMkLst>
            <pc:docMk/>
            <pc:sldMk cId="3849089130" sldId="2147480838"/>
            <ac:spMk id="86" creationId="{F974F5B1-7562-10E4-4C3F-52692565659F}"/>
          </ac:spMkLst>
        </pc:spChg>
        <pc:spChg chg="add del mod">
          <ac:chgData name="Takeuchi, Koichiro" userId="b3848a05-443b-4434-8fa5-7398ca0c03c9" providerId="ADAL" clId="{8AE3A369-E55C-4573-8F49-6E668EF80783}" dt="2024-07-12T00:16:07.416" v="19601" actId="21"/>
          <ac:spMkLst>
            <pc:docMk/>
            <pc:sldMk cId="3849089130" sldId="2147480838"/>
            <ac:spMk id="87" creationId="{2B1B8BA1-C15A-4D43-3B84-67414B2FDACB}"/>
          </ac:spMkLst>
        </pc:spChg>
        <pc:spChg chg="add del mod">
          <ac:chgData name="Takeuchi, Koichiro" userId="b3848a05-443b-4434-8fa5-7398ca0c03c9" providerId="ADAL" clId="{8AE3A369-E55C-4573-8F49-6E668EF80783}" dt="2024-07-12T00:16:07.416" v="19601" actId="21"/>
          <ac:spMkLst>
            <pc:docMk/>
            <pc:sldMk cId="3849089130" sldId="2147480838"/>
            <ac:spMk id="88" creationId="{9B1614C1-2197-589F-0EEE-F01CF38FE833}"/>
          </ac:spMkLst>
        </pc:spChg>
        <pc:spChg chg="add del mod">
          <ac:chgData name="Takeuchi, Koichiro" userId="b3848a05-443b-4434-8fa5-7398ca0c03c9" providerId="ADAL" clId="{8AE3A369-E55C-4573-8F49-6E668EF80783}" dt="2024-07-12T00:16:07.416" v="19601" actId="21"/>
          <ac:spMkLst>
            <pc:docMk/>
            <pc:sldMk cId="3849089130" sldId="2147480838"/>
            <ac:spMk id="89" creationId="{AAC89761-B5EF-B504-3678-0AF4F066B13C}"/>
          </ac:spMkLst>
        </pc:spChg>
        <pc:spChg chg="add del mod">
          <ac:chgData name="Takeuchi, Koichiro" userId="b3848a05-443b-4434-8fa5-7398ca0c03c9" providerId="ADAL" clId="{8AE3A369-E55C-4573-8F49-6E668EF80783}" dt="2024-07-12T00:16:07.416" v="19601" actId="21"/>
          <ac:spMkLst>
            <pc:docMk/>
            <pc:sldMk cId="3849089130" sldId="2147480838"/>
            <ac:spMk id="90" creationId="{07395BA9-EB7E-EEED-CAE7-1FDDBE9647C6}"/>
          </ac:spMkLst>
        </pc:spChg>
        <pc:spChg chg="add del mod">
          <ac:chgData name="Takeuchi, Koichiro" userId="b3848a05-443b-4434-8fa5-7398ca0c03c9" providerId="ADAL" clId="{8AE3A369-E55C-4573-8F49-6E668EF80783}" dt="2024-07-12T00:16:07.416" v="19601" actId="21"/>
          <ac:spMkLst>
            <pc:docMk/>
            <pc:sldMk cId="3849089130" sldId="2147480838"/>
            <ac:spMk id="91" creationId="{64A8B26C-8C84-129E-AA86-EC89F5570C68}"/>
          </ac:spMkLst>
        </pc:spChg>
        <pc:spChg chg="add del mod">
          <ac:chgData name="Takeuchi, Koichiro" userId="b3848a05-443b-4434-8fa5-7398ca0c03c9" providerId="ADAL" clId="{8AE3A369-E55C-4573-8F49-6E668EF80783}" dt="2024-07-12T00:16:07.416" v="19601" actId="21"/>
          <ac:spMkLst>
            <pc:docMk/>
            <pc:sldMk cId="3849089130" sldId="2147480838"/>
            <ac:spMk id="92" creationId="{63AED709-B78B-2DD2-301D-5D513EB4C401}"/>
          </ac:spMkLst>
        </pc:spChg>
        <pc:spChg chg="add del mod">
          <ac:chgData name="Takeuchi, Koichiro" userId="b3848a05-443b-4434-8fa5-7398ca0c03c9" providerId="ADAL" clId="{8AE3A369-E55C-4573-8F49-6E668EF80783}" dt="2024-07-12T00:16:07.416" v="19601" actId="21"/>
          <ac:spMkLst>
            <pc:docMk/>
            <pc:sldMk cId="3849089130" sldId="2147480838"/>
            <ac:spMk id="93" creationId="{04ADA61F-C53C-8C9D-4FEF-7B94A3C5E8D4}"/>
          </ac:spMkLst>
        </pc:spChg>
        <pc:spChg chg="add del mod">
          <ac:chgData name="Takeuchi, Koichiro" userId="b3848a05-443b-4434-8fa5-7398ca0c03c9" providerId="ADAL" clId="{8AE3A369-E55C-4573-8F49-6E668EF80783}" dt="2024-07-12T00:16:07.416" v="19601" actId="21"/>
          <ac:spMkLst>
            <pc:docMk/>
            <pc:sldMk cId="3849089130" sldId="2147480838"/>
            <ac:spMk id="94" creationId="{3DE99381-FA3D-EA1F-05BF-71D80EC2EF1B}"/>
          </ac:spMkLst>
        </pc:spChg>
        <pc:spChg chg="add del mod">
          <ac:chgData name="Takeuchi, Koichiro" userId="b3848a05-443b-4434-8fa5-7398ca0c03c9" providerId="ADAL" clId="{8AE3A369-E55C-4573-8F49-6E668EF80783}" dt="2024-07-12T00:16:07.416" v="19601" actId="21"/>
          <ac:spMkLst>
            <pc:docMk/>
            <pc:sldMk cId="3849089130" sldId="2147480838"/>
            <ac:spMk id="95" creationId="{3D06B9B9-2A48-48D7-9615-0C5D98766E37}"/>
          </ac:spMkLst>
        </pc:spChg>
        <pc:spChg chg="add del mod">
          <ac:chgData name="Takeuchi, Koichiro" userId="b3848a05-443b-4434-8fa5-7398ca0c03c9" providerId="ADAL" clId="{8AE3A369-E55C-4573-8F49-6E668EF80783}" dt="2024-07-12T00:16:07.416" v="19601" actId="21"/>
          <ac:spMkLst>
            <pc:docMk/>
            <pc:sldMk cId="3849089130" sldId="2147480838"/>
            <ac:spMk id="96" creationId="{C5023853-E4A2-EBE2-EAB7-53F7B02A6D7F}"/>
          </ac:spMkLst>
        </pc:spChg>
        <pc:spChg chg="add del mod">
          <ac:chgData name="Takeuchi, Koichiro" userId="b3848a05-443b-4434-8fa5-7398ca0c03c9" providerId="ADAL" clId="{8AE3A369-E55C-4573-8F49-6E668EF80783}" dt="2024-07-12T00:16:07.416" v="19601" actId="21"/>
          <ac:spMkLst>
            <pc:docMk/>
            <pc:sldMk cId="3849089130" sldId="2147480838"/>
            <ac:spMk id="97" creationId="{5FFF09C9-72C0-7E61-5615-D114B061141E}"/>
          </ac:spMkLst>
        </pc:spChg>
        <pc:spChg chg="add del mod">
          <ac:chgData name="Takeuchi, Koichiro" userId="b3848a05-443b-4434-8fa5-7398ca0c03c9" providerId="ADAL" clId="{8AE3A369-E55C-4573-8F49-6E668EF80783}" dt="2024-07-12T00:16:07.416" v="19601" actId="21"/>
          <ac:spMkLst>
            <pc:docMk/>
            <pc:sldMk cId="3849089130" sldId="2147480838"/>
            <ac:spMk id="98" creationId="{37393AD4-94DB-1F98-9105-29257CB4E232}"/>
          </ac:spMkLst>
        </pc:spChg>
        <pc:spChg chg="add del mod">
          <ac:chgData name="Takeuchi, Koichiro" userId="b3848a05-443b-4434-8fa5-7398ca0c03c9" providerId="ADAL" clId="{8AE3A369-E55C-4573-8F49-6E668EF80783}" dt="2024-07-12T00:16:07.416" v="19601" actId="21"/>
          <ac:spMkLst>
            <pc:docMk/>
            <pc:sldMk cId="3849089130" sldId="2147480838"/>
            <ac:spMk id="99" creationId="{7F824E5E-1F36-90B0-538C-146F565A84F1}"/>
          </ac:spMkLst>
        </pc:spChg>
        <pc:spChg chg="add del mod">
          <ac:chgData name="Takeuchi, Koichiro" userId="b3848a05-443b-4434-8fa5-7398ca0c03c9" providerId="ADAL" clId="{8AE3A369-E55C-4573-8F49-6E668EF80783}" dt="2024-07-12T00:16:07.416" v="19601" actId="21"/>
          <ac:spMkLst>
            <pc:docMk/>
            <pc:sldMk cId="3849089130" sldId="2147480838"/>
            <ac:spMk id="100" creationId="{9C48A4F8-B759-E44D-1B52-981D00DC46FF}"/>
          </ac:spMkLst>
        </pc:spChg>
        <pc:spChg chg="add del mod">
          <ac:chgData name="Takeuchi, Koichiro" userId="b3848a05-443b-4434-8fa5-7398ca0c03c9" providerId="ADAL" clId="{8AE3A369-E55C-4573-8F49-6E668EF80783}" dt="2024-07-12T00:16:07.416" v="19601" actId="21"/>
          <ac:spMkLst>
            <pc:docMk/>
            <pc:sldMk cId="3849089130" sldId="2147480838"/>
            <ac:spMk id="101" creationId="{C26AF090-5185-1A19-926F-1FF8A48540A0}"/>
          </ac:spMkLst>
        </pc:spChg>
        <pc:spChg chg="add del mod">
          <ac:chgData name="Takeuchi, Koichiro" userId="b3848a05-443b-4434-8fa5-7398ca0c03c9" providerId="ADAL" clId="{8AE3A369-E55C-4573-8F49-6E668EF80783}" dt="2024-07-12T00:16:07.416" v="19601" actId="21"/>
          <ac:spMkLst>
            <pc:docMk/>
            <pc:sldMk cId="3849089130" sldId="2147480838"/>
            <ac:spMk id="102" creationId="{9DE7F2DF-21BD-E49D-084B-0486C5A08DE2}"/>
          </ac:spMkLst>
        </pc:spChg>
        <pc:spChg chg="add del mod">
          <ac:chgData name="Takeuchi, Koichiro" userId="b3848a05-443b-4434-8fa5-7398ca0c03c9" providerId="ADAL" clId="{8AE3A369-E55C-4573-8F49-6E668EF80783}" dt="2024-07-12T00:16:07.416" v="19601" actId="21"/>
          <ac:spMkLst>
            <pc:docMk/>
            <pc:sldMk cId="3849089130" sldId="2147480838"/>
            <ac:spMk id="103" creationId="{67BF023C-9C14-E816-4223-E622D2809320}"/>
          </ac:spMkLst>
        </pc:spChg>
        <pc:spChg chg="add del mod">
          <ac:chgData name="Takeuchi, Koichiro" userId="b3848a05-443b-4434-8fa5-7398ca0c03c9" providerId="ADAL" clId="{8AE3A369-E55C-4573-8F49-6E668EF80783}" dt="2024-07-12T00:16:07.416" v="19601" actId="21"/>
          <ac:spMkLst>
            <pc:docMk/>
            <pc:sldMk cId="3849089130" sldId="2147480838"/>
            <ac:spMk id="104" creationId="{1C1462E8-5881-63FE-B833-1180033167C8}"/>
          </ac:spMkLst>
        </pc:spChg>
        <pc:spChg chg="add del mod">
          <ac:chgData name="Takeuchi, Koichiro" userId="b3848a05-443b-4434-8fa5-7398ca0c03c9" providerId="ADAL" clId="{8AE3A369-E55C-4573-8F49-6E668EF80783}" dt="2024-07-12T00:16:07.416" v="19601" actId="21"/>
          <ac:spMkLst>
            <pc:docMk/>
            <pc:sldMk cId="3849089130" sldId="2147480838"/>
            <ac:spMk id="105" creationId="{DCED7C81-0D2D-FB22-E449-CF1BC8DB97D1}"/>
          </ac:spMkLst>
        </pc:spChg>
        <pc:spChg chg="add del mod">
          <ac:chgData name="Takeuchi, Koichiro" userId="b3848a05-443b-4434-8fa5-7398ca0c03c9" providerId="ADAL" clId="{8AE3A369-E55C-4573-8F49-6E668EF80783}" dt="2024-07-12T00:16:07.416" v="19601" actId="21"/>
          <ac:spMkLst>
            <pc:docMk/>
            <pc:sldMk cId="3849089130" sldId="2147480838"/>
            <ac:spMk id="106" creationId="{F950A391-F6CF-D9E7-C050-BFC9D77CE32B}"/>
          </ac:spMkLst>
        </pc:spChg>
        <pc:spChg chg="add del mod">
          <ac:chgData name="Takeuchi, Koichiro" userId="b3848a05-443b-4434-8fa5-7398ca0c03c9" providerId="ADAL" clId="{8AE3A369-E55C-4573-8F49-6E668EF80783}" dt="2024-07-12T00:16:07.416" v="19601" actId="21"/>
          <ac:spMkLst>
            <pc:docMk/>
            <pc:sldMk cId="3849089130" sldId="2147480838"/>
            <ac:spMk id="107" creationId="{C68DAD2A-1C62-B204-4842-B9AA2F9C2F4C}"/>
          </ac:spMkLst>
        </pc:spChg>
        <pc:spChg chg="add del mod">
          <ac:chgData name="Takeuchi, Koichiro" userId="b3848a05-443b-4434-8fa5-7398ca0c03c9" providerId="ADAL" clId="{8AE3A369-E55C-4573-8F49-6E668EF80783}" dt="2024-07-12T00:16:07.416" v="19601" actId="21"/>
          <ac:spMkLst>
            <pc:docMk/>
            <pc:sldMk cId="3849089130" sldId="2147480838"/>
            <ac:spMk id="108" creationId="{E3493D9F-DF04-A78E-D815-B7D6776C2BF9}"/>
          </ac:spMkLst>
        </pc:spChg>
        <pc:spChg chg="mod">
          <ac:chgData name="Takeuchi, Koichiro" userId="b3848a05-443b-4434-8fa5-7398ca0c03c9" providerId="ADAL" clId="{8AE3A369-E55C-4573-8F49-6E668EF80783}" dt="2024-07-12T00:15:53.666" v="19596"/>
          <ac:spMkLst>
            <pc:docMk/>
            <pc:sldMk cId="3849089130" sldId="2147480838"/>
            <ac:spMk id="111" creationId="{0E75BE54-51C5-4537-40DB-FE0036532591}"/>
          </ac:spMkLst>
        </pc:spChg>
        <pc:spChg chg="mod">
          <ac:chgData name="Takeuchi, Koichiro" userId="b3848a05-443b-4434-8fa5-7398ca0c03c9" providerId="ADAL" clId="{8AE3A369-E55C-4573-8F49-6E668EF80783}" dt="2024-07-12T00:16:01.320" v="19600" actId="20577"/>
          <ac:spMkLst>
            <pc:docMk/>
            <pc:sldMk cId="3849089130" sldId="2147480838"/>
            <ac:spMk id="112" creationId="{EC627D25-3F36-15DA-A7B7-91F86A3371E8}"/>
          </ac:spMkLst>
        </pc:spChg>
        <pc:spChg chg="mod">
          <ac:chgData name="Takeuchi, Koichiro" userId="b3848a05-443b-4434-8fa5-7398ca0c03c9" providerId="ADAL" clId="{8AE3A369-E55C-4573-8F49-6E668EF80783}" dt="2024-07-12T00:15:53.666" v="19596"/>
          <ac:spMkLst>
            <pc:docMk/>
            <pc:sldMk cId="3849089130" sldId="2147480838"/>
            <ac:spMk id="114" creationId="{2DDC56F3-9E87-71C2-2B8E-EC2DE9A5B9E6}"/>
          </ac:spMkLst>
        </pc:spChg>
        <pc:spChg chg="mod">
          <ac:chgData name="Takeuchi, Koichiro" userId="b3848a05-443b-4434-8fa5-7398ca0c03c9" providerId="ADAL" clId="{8AE3A369-E55C-4573-8F49-6E668EF80783}" dt="2024-07-12T00:15:53.666" v="19596"/>
          <ac:spMkLst>
            <pc:docMk/>
            <pc:sldMk cId="3849089130" sldId="2147480838"/>
            <ac:spMk id="115" creationId="{0A5F5EA4-A058-5AF0-5491-D1C0E5410734}"/>
          </ac:spMkLst>
        </pc:spChg>
        <pc:spChg chg="add del mod">
          <ac:chgData name="Takeuchi, Koichiro" userId="b3848a05-443b-4434-8fa5-7398ca0c03c9" providerId="ADAL" clId="{8AE3A369-E55C-4573-8F49-6E668EF80783}" dt="2024-07-12T00:16:07.416" v="19601" actId="21"/>
          <ac:spMkLst>
            <pc:docMk/>
            <pc:sldMk cId="3849089130" sldId="2147480838"/>
            <ac:spMk id="116" creationId="{7A28A2D9-8781-DAB5-A56C-4A23957ECFCD}"/>
          </ac:spMkLst>
        </pc:spChg>
        <pc:spChg chg="add del mod">
          <ac:chgData name="Takeuchi, Koichiro" userId="b3848a05-443b-4434-8fa5-7398ca0c03c9" providerId="ADAL" clId="{8AE3A369-E55C-4573-8F49-6E668EF80783}" dt="2024-07-12T00:19:24.061" v="20126" actId="478"/>
          <ac:spMkLst>
            <pc:docMk/>
            <pc:sldMk cId="3849089130" sldId="2147480838"/>
            <ac:spMk id="118" creationId="{939B7625-D637-6085-54A5-1A6DBBD9F822}"/>
          </ac:spMkLst>
        </pc:spChg>
        <pc:spChg chg="add mod">
          <ac:chgData name="Takeuchi, Koichiro" userId="b3848a05-443b-4434-8fa5-7398ca0c03c9" providerId="ADAL" clId="{8AE3A369-E55C-4573-8F49-6E668EF80783}" dt="2024-07-12T00:20:33.703" v="20164" actId="207"/>
          <ac:spMkLst>
            <pc:docMk/>
            <pc:sldMk cId="3849089130" sldId="2147480838"/>
            <ac:spMk id="119" creationId="{F94C362C-4689-3421-36B2-0BD404D867E4}"/>
          </ac:spMkLst>
        </pc:spChg>
        <pc:grpChg chg="add mod">
          <ac:chgData name="Takeuchi, Koichiro" userId="b3848a05-443b-4434-8fa5-7398ca0c03c9" providerId="ADAL" clId="{8AE3A369-E55C-4573-8F49-6E668EF80783}" dt="2024-07-12T00:15:41.043" v="19592"/>
          <ac:grpSpMkLst>
            <pc:docMk/>
            <pc:sldMk cId="3849089130" sldId="2147480838"/>
            <ac:grpSpMk id="38" creationId="{F786373F-277D-8CA9-9DD3-568F3F136359}"/>
          </ac:grpSpMkLst>
        </pc:grpChg>
        <pc:grpChg chg="add mod">
          <ac:chgData name="Takeuchi, Koichiro" userId="b3848a05-443b-4434-8fa5-7398ca0c03c9" providerId="ADAL" clId="{8AE3A369-E55C-4573-8F49-6E668EF80783}" dt="2024-07-12T00:15:41.043" v="19592"/>
          <ac:grpSpMkLst>
            <pc:docMk/>
            <pc:sldMk cId="3849089130" sldId="2147480838"/>
            <ac:grpSpMk id="41" creationId="{532ED4C7-4253-57DB-CEB6-51BACF04E6D6}"/>
          </ac:grpSpMkLst>
        </pc:grpChg>
        <pc:grpChg chg="add del mod">
          <ac:chgData name="Takeuchi, Koichiro" userId="b3848a05-443b-4434-8fa5-7398ca0c03c9" providerId="ADAL" clId="{8AE3A369-E55C-4573-8F49-6E668EF80783}" dt="2024-07-12T00:15:52.604" v="19595" actId="21"/>
          <ac:grpSpMkLst>
            <pc:docMk/>
            <pc:sldMk cId="3849089130" sldId="2147480838"/>
            <ac:grpSpMk id="74" creationId="{DF6CB9C2-ED1F-530D-F9C7-4B61DBDB2AC3}"/>
          </ac:grpSpMkLst>
        </pc:grpChg>
        <pc:grpChg chg="add del mod">
          <ac:chgData name="Takeuchi, Koichiro" userId="b3848a05-443b-4434-8fa5-7398ca0c03c9" providerId="ADAL" clId="{8AE3A369-E55C-4573-8F49-6E668EF80783}" dt="2024-07-12T00:15:52.604" v="19595" actId="21"/>
          <ac:grpSpMkLst>
            <pc:docMk/>
            <pc:sldMk cId="3849089130" sldId="2147480838"/>
            <ac:grpSpMk id="77" creationId="{CBB349A8-3E1A-A309-F211-DDA6E13EED99}"/>
          </ac:grpSpMkLst>
        </pc:grpChg>
        <pc:grpChg chg="add del mod">
          <ac:chgData name="Takeuchi, Koichiro" userId="b3848a05-443b-4434-8fa5-7398ca0c03c9" providerId="ADAL" clId="{8AE3A369-E55C-4573-8F49-6E668EF80783}" dt="2024-07-12T00:16:07.416" v="19601" actId="21"/>
          <ac:grpSpMkLst>
            <pc:docMk/>
            <pc:sldMk cId="3849089130" sldId="2147480838"/>
            <ac:grpSpMk id="110" creationId="{DF6CB9C2-ED1F-530D-F9C7-4B61DBDB2AC3}"/>
          </ac:grpSpMkLst>
        </pc:grpChg>
        <pc:grpChg chg="add del mod">
          <ac:chgData name="Takeuchi, Koichiro" userId="b3848a05-443b-4434-8fa5-7398ca0c03c9" providerId="ADAL" clId="{8AE3A369-E55C-4573-8F49-6E668EF80783}" dt="2024-07-12T00:16:07.416" v="19601" actId="21"/>
          <ac:grpSpMkLst>
            <pc:docMk/>
            <pc:sldMk cId="3849089130" sldId="2147480838"/>
            <ac:grpSpMk id="113" creationId="{CBB349A8-3E1A-A309-F211-DDA6E13EED99}"/>
          </ac:grpSpMkLst>
        </pc:grpChg>
        <pc:picChg chg="add mod">
          <ac:chgData name="Takeuchi, Koichiro" userId="b3848a05-443b-4434-8fa5-7398ca0c03c9" providerId="ADAL" clId="{8AE3A369-E55C-4573-8F49-6E668EF80783}" dt="2024-07-12T00:15:41.043" v="19592"/>
          <ac:picMkLst>
            <pc:docMk/>
            <pc:sldMk cId="3849089130" sldId="2147480838"/>
            <ac:picMk id="37" creationId="{2ED85346-B7C5-3E1E-2059-A2BF985624E6}"/>
          </ac:picMkLst>
        </pc:picChg>
        <pc:picChg chg="add del mod">
          <ac:chgData name="Takeuchi, Koichiro" userId="b3848a05-443b-4434-8fa5-7398ca0c03c9" providerId="ADAL" clId="{8AE3A369-E55C-4573-8F49-6E668EF80783}" dt="2024-07-12T00:15:52.604" v="19595" actId="21"/>
          <ac:picMkLst>
            <pc:docMk/>
            <pc:sldMk cId="3849089130" sldId="2147480838"/>
            <ac:picMk id="73" creationId="{4E94D735-C644-5D1A-859E-1C1B3FF0BAD2}"/>
          </ac:picMkLst>
        </pc:picChg>
        <pc:picChg chg="add del mod">
          <ac:chgData name="Takeuchi, Koichiro" userId="b3848a05-443b-4434-8fa5-7398ca0c03c9" providerId="ADAL" clId="{8AE3A369-E55C-4573-8F49-6E668EF80783}" dt="2024-07-12T00:16:07.416" v="19601" actId="21"/>
          <ac:picMkLst>
            <pc:docMk/>
            <pc:sldMk cId="3849089130" sldId="2147480838"/>
            <ac:picMk id="109" creationId="{4E94D735-C644-5D1A-859E-1C1B3FF0BAD2}"/>
          </ac:picMkLst>
        </pc:picChg>
        <pc:picChg chg="add mod">
          <ac:chgData name="Takeuchi, Koichiro" userId="b3848a05-443b-4434-8fa5-7398ca0c03c9" providerId="ADAL" clId="{8AE3A369-E55C-4573-8F49-6E668EF80783}" dt="2024-07-12T00:19:27.982" v="20141" actId="1036"/>
          <ac:picMkLst>
            <pc:docMk/>
            <pc:sldMk cId="3849089130" sldId="2147480838"/>
            <ac:picMk id="117" creationId="{AFBCCD2A-61D8-C008-9A62-066B09EE5552}"/>
          </ac:picMkLst>
        </pc:picChg>
      </pc:sldChg>
      <pc:sldChg chg="addSp modSp new del mod">
        <pc:chgData name="Takeuchi, Koichiro" userId="b3848a05-443b-4434-8fa5-7398ca0c03c9" providerId="ADAL" clId="{8AE3A369-E55C-4573-8F49-6E668EF80783}" dt="2024-07-11T23:28:57.679" v="17528" actId="47"/>
        <pc:sldMkLst>
          <pc:docMk/>
          <pc:sldMk cId="7111861" sldId="2147480839"/>
        </pc:sldMkLst>
        <pc:spChg chg="add mod">
          <ac:chgData name="Takeuchi, Koichiro" userId="b3848a05-443b-4434-8fa5-7398ca0c03c9" providerId="ADAL" clId="{8AE3A369-E55C-4573-8F49-6E668EF80783}" dt="2024-07-04T01:48:25.461" v="10374" actId="20577"/>
          <ac:spMkLst>
            <pc:docMk/>
            <pc:sldMk cId="7111861" sldId="2147480839"/>
            <ac:spMk id="7" creationId="{6CDC2F96-9B21-537A-2D5D-3CB1AC4C7601}"/>
          </ac:spMkLst>
        </pc:spChg>
      </pc:sldChg>
      <pc:sldChg chg="addSp delSp modSp add mod">
        <pc:chgData name="Takeuchi, Koichiro" userId="b3848a05-443b-4434-8fa5-7398ca0c03c9" providerId="ADAL" clId="{8AE3A369-E55C-4573-8F49-6E668EF80783}" dt="2024-07-12T02:29:50.165" v="21326" actId="20577"/>
        <pc:sldMkLst>
          <pc:docMk/>
          <pc:sldMk cId="1607300711" sldId="2147480840"/>
        </pc:sldMkLst>
        <pc:spChg chg="mod">
          <ac:chgData name="Takeuchi, Koichiro" userId="b3848a05-443b-4434-8fa5-7398ca0c03c9" providerId="ADAL" clId="{8AE3A369-E55C-4573-8F49-6E668EF80783}" dt="2024-07-12T00:02:36.373" v="19100" actId="404"/>
          <ac:spMkLst>
            <pc:docMk/>
            <pc:sldMk cId="1607300711" sldId="2147480840"/>
            <ac:spMk id="2" creationId="{C4050E0A-F4AC-8E52-FCEA-9771083801F3}"/>
          </ac:spMkLst>
        </pc:spChg>
        <pc:spChg chg="add mod">
          <ac:chgData name="Takeuchi, Koichiro" userId="b3848a05-443b-4434-8fa5-7398ca0c03c9" providerId="ADAL" clId="{8AE3A369-E55C-4573-8F49-6E668EF80783}" dt="2024-07-12T02:25:55.143" v="21278" actId="20577"/>
          <ac:spMkLst>
            <pc:docMk/>
            <pc:sldMk cId="1607300711" sldId="2147480840"/>
            <ac:spMk id="3" creationId="{E3D1267C-2426-816B-4A76-C1E6C6075135}"/>
          </ac:spMkLst>
        </pc:spChg>
        <pc:spChg chg="mod">
          <ac:chgData name="Takeuchi, Koichiro" userId="b3848a05-443b-4434-8fa5-7398ca0c03c9" providerId="ADAL" clId="{8AE3A369-E55C-4573-8F49-6E668EF80783}" dt="2024-07-11T23:58:42.205" v="18959" actId="20577"/>
          <ac:spMkLst>
            <pc:docMk/>
            <pc:sldMk cId="1607300711" sldId="2147480840"/>
            <ac:spMk id="4" creationId="{00A5FE04-EC3A-89E5-9EA0-6E07FBF47F13}"/>
          </ac:spMkLst>
        </pc:spChg>
        <pc:spChg chg="del mod">
          <ac:chgData name="Takeuchi, Koichiro" userId="b3848a05-443b-4434-8fa5-7398ca0c03c9" providerId="ADAL" clId="{8AE3A369-E55C-4573-8F49-6E668EF80783}" dt="2024-07-11T23:43:19.208" v="18474" actId="478"/>
          <ac:spMkLst>
            <pc:docMk/>
            <pc:sldMk cId="1607300711" sldId="2147480840"/>
            <ac:spMk id="6" creationId="{9A5B5AA7-CD37-D6AB-42CB-30F50B1CEF78}"/>
          </ac:spMkLst>
        </pc:spChg>
        <pc:spChg chg="add del mod">
          <ac:chgData name="Takeuchi, Koichiro" userId="b3848a05-443b-4434-8fa5-7398ca0c03c9" providerId="ADAL" clId="{8AE3A369-E55C-4573-8F49-6E668EF80783}" dt="2024-07-11T23:38:28.155" v="18323" actId="478"/>
          <ac:spMkLst>
            <pc:docMk/>
            <pc:sldMk cId="1607300711" sldId="2147480840"/>
            <ac:spMk id="7" creationId="{331BC78D-5A51-84C9-6856-EA72809A63BD}"/>
          </ac:spMkLst>
        </pc:spChg>
        <pc:spChg chg="mod">
          <ac:chgData name="Takeuchi, Koichiro" userId="b3848a05-443b-4434-8fa5-7398ca0c03c9" providerId="ADAL" clId="{8AE3A369-E55C-4573-8F49-6E668EF80783}" dt="2024-07-11T23:41:39.385" v="18469" actId="20577"/>
          <ac:spMkLst>
            <pc:docMk/>
            <pc:sldMk cId="1607300711" sldId="2147480840"/>
            <ac:spMk id="9" creationId="{B86D8330-0B1A-E587-FA07-0AAE4A76EC6B}"/>
          </ac:spMkLst>
        </pc:spChg>
        <pc:spChg chg="mod">
          <ac:chgData name="Takeuchi, Koichiro" userId="b3848a05-443b-4434-8fa5-7398ca0c03c9" providerId="ADAL" clId="{8AE3A369-E55C-4573-8F49-6E668EF80783}" dt="2024-07-11T23:40:02.796" v="18358" actId="207"/>
          <ac:spMkLst>
            <pc:docMk/>
            <pc:sldMk cId="1607300711" sldId="2147480840"/>
            <ac:spMk id="12" creationId="{45EE08F6-DEC4-E349-C3D4-3A0D55311423}"/>
          </ac:spMkLst>
        </pc:spChg>
        <pc:spChg chg="mod">
          <ac:chgData name="Takeuchi, Koichiro" userId="b3848a05-443b-4434-8fa5-7398ca0c03c9" providerId="ADAL" clId="{8AE3A369-E55C-4573-8F49-6E668EF80783}" dt="2024-07-11T23:40:02.796" v="18358" actId="207"/>
          <ac:spMkLst>
            <pc:docMk/>
            <pc:sldMk cId="1607300711" sldId="2147480840"/>
            <ac:spMk id="13" creationId="{F8CADEEC-4DA6-DFCA-EDD3-66F074215B62}"/>
          </ac:spMkLst>
        </pc:spChg>
        <pc:spChg chg="mod">
          <ac:chgData name="Takeuchi, Koichiro" userId="b3848a05-443b-4434-8fa5-7398ca0c03c9" providerId="ADAL" clId="{8AE3A369-E55C-4573-8F49-6E668EF80783}" dt="2024-07-11T23:41:35.627" v="18467" actId="20577"/>
          <ac:spMkLst>
            <pc:docMk/>
            <pc:sldMk cId="1607300711" sldId="2147480840"/>
            <ac:spMk id="14" creationId="{EFA41AAB-2D04-0717-2656-A5F1F1A09AEE}"/>
          </ac:spMkLst>
        </pc:spChg>
        <pc:spChg chg="mod topLvl">
          <ac:chgData name="Takeuchi, Koichiro" userId="b3848a05-443b-4434-8fa5-7398ca0c03c9" providerId="ADAL" clId="{8AE3A369-E55C-4573-8F49-6E668EF80783}" dt="2024-07-11T23:40:02.796" v="18358" actId="207"/>
          <ac:spMkLst>
            <pc:docMk/>
            <pc:sldMk cId="1607300711" sldId="2147480840"/>
            <ac:spMk id="15" creationId="{9E2C2CC3-C868-A486-19A5-796650E36F44}"/>
          </ac:spMkLst>
        </pc:spChg>
        <pc:spChg chg="mod topLvl">
          <ac:chgData name="Takeuchi, Koichiro" userId="b3848a05-443b-4434-8fa5-7398ca0c03c9" providerId="ADAL" clId="{8AE3A369-E55C-4573-8F49-6E668EF80783}" dt="2024-07-11T23:40:02.796" v="18358" actId="207"/>
          <ac:spMkLst>
            <pc:docMk/>
            <pc:sldMk cId="1607300711" sldId="2147480840"/>
            <ac:spMk id="16" creationId="{037C46BB-6F39-EABB-FE4B-F5D4758A4034}"/>
          </ac:spMkLst>
        </pc:spChg>
        <pc:spChg chg="mod topLvl">
          <ac:chgData name="Takeuchi, Koichiro" userId="b3848a05-443b-4434-8fa5-7398ca0c03c9" providerId="ADAL" clId="{8AE3A369-E55C-4573-8F49-6E668EF80783}" dt="2024-07-11T23:40:02.796" v="18358" actId="207"/>
          <ac:spMkLst>
            <pc:docMk/>
            <pc:sldMk cId="1607300711" sldId="2147480840"/>
            <ac:spMk id="17" creationId="{A5CAC6B1-665F-4C40-F148-C1BBFB3F82B8}"/>
          </ac:spMkLst>
        </pc:spChg>
        <pc:spChg chg="mod topLvl">
          <ac:chgData name="Takeuchi, Koichiro" userId="b3848a05-443b-4434-8fa5-7398ca0c03c9" providerId="ADAL" clId="{8AE3A369-E55C-4573-8F49-6E668EF80783}" dt="2024-07-11T23:40:02.796" v="18358" actId="207"/>
          <ac:spMkLst>
            <pc:docMk/>
            <pc:sldMk cId="1607300711" sldId="2147480840"/>
            <ac:spMk id="18" creationId="{54925650-A2C7-8C3D-3169-31D70F34808D}"/>
          </ac:spMkLst>
        </pc:spChg>
        <pc:spChg chg="mod">
          <ac:chgData name="Takeuchi, Koichiro" userId="b3848a05-443b-4434-8fa5-7398ca0c03c9" providerId="ADAL" clId="{8AE3A369-E55C-4573-8F49-6E668EF80783}" dt="2024-07-11T23:41:42.411" v="18471" actId="20577"/>
          <ac:spMkLst>
            <pc:docMk/>
            <pc:sldMk cId="1607300711" sldId="2147480840"/>
            <ac:spMk id="52" creationId="{31FE5F08-F380-21A0-E6AC-8278563276A2}"/>
          </ac:spMkLst>
        </pc:spChg>
        <pc:spChg chg="mod">
          <ac:chgData name="Takeuchi, Koichiro" userId="b3848a05-443b-4434-8fa5-7398ca0c03c9" providerId="ADAL" clId="{8AE3A369-E55C-4573-8F49-6E668EF80783}" dt="2024-07-11T23:40:02.796" v="18358" actId="207"/>
          <ac:spMkLst>
            <pc:docMk/>
            <pc:sldMk cId="1607300711" sldId="2147480840"/>
            <ac:spMk id="75" creationId="{259D5601-F7A4-9E37-5B38-041897564AC6}"/>
          </ac:spMkLst>
        </pc:spChg>
        <pc:spChg chg="mod topLvl">
          <ac:chgData name="Takeuchi, Koichiro" userId="b3848a05-443b-4434-8fa5-7398ca0c03c9" providerId="ADAL" clId="{8AE3A369-E55C-4573-8F49-6E668EF80783}" dt="2024-07-11T23:40:02.796" v="18358" actId="207"/>
          <ac:spMkLst>
            <pc:docMk/>
            <pc:sldMk cId="1607300711" sldId="2147480840"/>
            <ac:spMk id="77" creationId="{BD0BC7C3-CD39-C14E-2EA1-9B97F1441834}"/>
          </ac:spMkLst>
        </pc:spChg>
        <pc:spChg chg="mod topLvl">
          <ac:chgData name="Takeuchi, Koichiro" userId="b3848a05-443b-4434-8fa5-7398ca0c03c9" providerId="ADAL" clId="{8AE3A369-E55C-4573-8F49-6E668EF80783}" dt="2024-07-11T23:40:02.796" v="18358" actId="207"/>
          <ac:spMkLst>
            <pc:docMk/>
            <pc:sldMk cId="1607300711" sldId="2147480840"/>
            <ac:spMk id="78" creationId="{FEA6D6A3-6F0A-1214-A01F-411341C529BB}"/>
          </ac:spMkLst>
        </pc:spChg>
        <pc:spChg chg="mod">
          <ac:chgData name="Takeuchi, Koichiro" userId="b3848a05-443b-4434-8fa5-7398ca0c03c9" providerId="ADAL" clId="{8AE3A369-E55C-4573-8F49-6E668EF80783}" dt="2024-07-11T23:41:46.157" v="18473" actId="20577"/>
          <ac:spMkLst>
            <pc:docMk/>
            <pc:sldMk cId="1607300711" sldId="2147480840"/>
            <ac:spMk id="189" creationId="{E8F97E9A-8132-2D11-6001-9A3F3AECEF9F}"/>
          </ac:spMkLst>
        </pc:spChg>
        <pc:spChg chg="mod">
          <ac:chgData name="Takeuchi, Koichiro" userId="b3848a05-443b-4434-8fa5-7398ca0c03c9" providerId="ADAL" clId="{8AE3A369-E55C-4573-8F49-6E668EF80783}" dt="2024-07-12T02:24:32.734" v="21267" actId="20577"/>
          <ac:spMkLst>
            <pc:docMk/>
            <pc:sldMk cId="1607300711" sldId="2147480840"/>
            <ac:spMk id="208" creationId="{531F8940-1EFE-DA00-53F1-5015FAE21735}"/>
          </ac:spMkLst>
        </pc:spChg>
        <pc:spChg chg="mod">
          <ac:chgData name="Takeuchi, Koichiro" userId="b3848a05-443b-4434-8fa5-7398ca0c03c9" providerId="ADAL" clId="{8AE3A369-E55C-4573-8F49-6E668EF80783}" dt="2024-07-11T23:38:15.577" v="18321" actId="14100"/>
          <ac:spMkLst>
            <pc:docMk/>
            <pc:sldMk cId="1607300711" sldId="2147480840"/>
            <ac:spMk id="209" creationId="{30B282B6-9750-FA8B-6C51-A5917F777134}"/>
          </ac:spMkLst>
        </pc:spChg>
        <pc:spChg chg="mod">
          <ac:chgData name="Takeuchi, Koichiro" userId="b3848a05-443b-4434-8fa5-7398ca0c03c9" providerId="ADAL" clId="{8AE3A369-E55C-4573-8F49-6E668EF80783}" dt="2024-07-11T23:38:15.577" v="18321" actId="14100"/>
          <ac:spMkLst>
            <pc:docMk/>
            <pc:sldMk cId="1607300711" sldId="2147480840"/>
            <ac:spMk id="210" creationId="{35CE46D5-A796-E027-5CAC-CF70DF116A4B}"/>
          </ac:spMkLst>
        </pc:spChg>
        <pc:spChg chg="mod">
          <ac:chgData name="Takeuchi, Koichiro" userId="b3848a05-443b-4434-8fa5-7398ca0c03c9" providerId="ADAL" clId="{8AE3A369-E55C-4573-8F49-6E668EF80783}" dt="2024-07-11T23:38:15.577" v="18321" actId="14100"/>
          <ac:spMkLst>
            <pc:docMk/>
            <pc:sldMk cId="1607300711" sldId="2147480840"/>
            <ac:spMk id="211" creationId="{AFF9BE76-BCFA-CBD5-8E5B-971A0279D4FD}"/>
          </ac:spMkLst>
        </pc:spChg>
        <pc:spChg chg="mod">
          <ac:chgData name="Takeuchi, Koichiro" userId="b3848a05-443b-4434-8fa5-7398ca0c03c9" providerId="ADAL" clId="{8AE3A369-E55C-4573-8F49-6E668EF80783}" dt="2024-07-11T23:38:15.577" v="18321" actId="14100"/>
          <ac:spMkLst>
            <pc:docMk/>
            <pc:sldMk cId="1607300711" sldId="2147480840"/>
            <ac:spMk id="212" creationId="{14A9D9A1-4AEE-599B-32A1-C126CF147B38}"/>
          </ac:spMkLst>
        </pc:spChg>
        <pc:spChg chg="mod">
          <ac:chgData name="Takeuchi, Koichiro" userId="b3848a05-443b-4434-8fa5-7398ca0c03c9" providerId="ADAL" clId="{8AE3A369-E55C-4573-8F49-6E668EF80783}" dt="2024-07-11T23:38:15.577" v="18321" actId="14100"/>
          <ac:spMkLst>
            <pc:docMk/>
            <pc:sldMk cId="1607300711" sldId="2147480840"/>
            <ac:spMk id="213" creationId="{4E7C820E-2345-BB83-143F-E8B2E618B28D}"/>
          </ac:spMkLst>
        </pc:spChg>
        <pc:spChg chg="mod">
          <ac:chgData name="Takeuchi, Koichiro" userId="b3848a05-443b-4434-8fa5-7398ca0c03c9" providerId="ADAL" clId="{8AE3A369-E55C-4573-8F49-6E668EF80783}" dt="2024-07-11T23:38:15.577" v="18321" actId="14100"/>
          <ac:spMkLst>
            <pc:docMk/>
            <pc:sldMk cId="1607300711" sldId="2147480840"/>
            <ac:spMk id="214" creationId="{8912081A-38C7-6169-5113-49BD0264F6FF}"/>
          </ac:spMkLst>
        </pc:spChg>
        <pc:spChg chg="mod">
          <ac:chgData name="Takeuchi, Koichiro" userId="b3848a05-443b-4434-8fa5-7398ca0c03c9" providerId="ADAL" clId="{8AE3A369-E55C-4573-8F49-6E668EF80783}" dt="2024-07-11T23:38:15.577" v="18321" actId="14100"/>
          <ac:spMkLst>
            <pc:docMk/>
            <pc:sldMk cId="1607300711" sldId="2147480840"/>
            <ac:spMk id="215" creationId="{43FD22A2-8270-CE73-7B7D-6930666C3742}"/>
          </ac:spMkLst>
        </pc:spChg>
        <pc:spChg chg="mod">
          <ac:chgData name="Takeuchi, Koichiro" userId="b3848a05-443b-4434-8fa5-7398ca0c03c9" providerId="ADAL" clId="{8AE3A369-E55C-4573-8F49-6E668EF80783}" dt="2024-07-11T23:38:15.577" v="18321" actId="14100"/>
          <ac:spMkLst>
            <pc:docMk/>
            <pc:sldMk cId="1607300711" sldId="2147480840"/>
            <ac:spMk id="216" creationId="{D1D443BD-5FF5-0466-8254-D380AA63B39F}"/>
          </ac:spMkLst>
        </pc:spChg>
        <pc:spChg chg="mod">
          <ac:chgData name="Takeuchi, Koichiro" userId="b3848a05-443b-4434-8fa5-7398ca0c03c9" providerId="ADAL" clId="{8AE3A369-E55C-4573-8F49-6E668EF80783}" dt="2024-07-12T00:06:31.945" v="19193" actId="20577"/>
          <ac:spMkLst>
            <pc:docMk/>
            <pc:sldMk cId="1607300711" sldId="2147480840"/>
            <ac:spMk id="217" creationId="{040B7B0C-2E0B-336E-FC0D-9741329C79D8}"/>
          </ac:spMkLst>
        </pc:spChg>
        <pc:spChg chg="mod">
          <ac:chgData name="Takeuchi, Koichiro" userId="b3848a05-443b-4434-8fa5-7398ca0c03c9" providerId="ADAL" clId="{8AE3A369-E55C-4573-8F49-6E668EF80783}" dt="2024-07-11T23:38:15.577" v="18321" actId="14100"/>
          <ac:spMkLst>
            <pc:docMk/>
            <pc:sldMk cId="1607300711" sldId="2147480840"/>
            <ac:spMk id="218" creationId="{C5672CB1-C2C8-588F-CB81-5A4F126EB313}"/>
          </ac:spMkLst>
        </pc:spChg>
        <pc:spChg chg="mod">
          <ac:chgData name="Takeuchi, Koichiro" userId="b3848a05-443b-4434-8fa5-7398ca0c03c9" providerId="ADAL" clId="{8AE3A369-E55C-4573-8F49-6E668EF80783}" dt="2024-07-11T23:38:15.577" v="18321" actId="14100"/>
          <ac:spMkLst>
            <pc:docMk/>
            <pc:sldMk cId="1607300711" sldId="2147480840"/>
            <ac:spMk id="224" creationId="{85BC9C2E-C34B-E93D-65E3-92129BE29BF3}"/>
          </ac:spMkLst>
        </pc:spChg>
        <pc:spChg chg="mod">
          <ac:chgData name="Takeuchi, Koichiro" userId="b3848a05-443b-4434-8fa5-7398ca0c03c9" providerId="ADAL" clId="{8AE3A369-E55C-4573-8F49-6E668EF80783}" dt="2024-07-12T02:26:19.212" v="21296" actId="20577"/>
          <ac:spMkLst>
            <pc:docMk/>
            <pc:sldMk cId="1607300711" sldId="2147480840"/>
            <ac:spMk id="227" creationId="{3791F0AB-B144-EA72-B581-3B967285A068}"/>
          </ac:spMkLst>
        </pc:spChg>
        <pc:spChg chg="mod">
          <ac:chgData name="Takeuchi, Koichiro" userId="b3848a05-443b-4434-8fa5-7398ca0c03c9" providerId="ADAL" clId="{8AE3A369-E55C-4573-8F49-6E668EF80783}" dt="2024-07-11T23:59:00.931" v="19019" actId="20577"/>
          <ac:spMkLst>
            <pc:docMk/>
            <pc:sldMk cId="1607300711" sldId="2147480840"/>
            <ac:spMk id="255" creationId="{8DF0C800-9480-1D55-C3A5-A90B83D54F6D}"/>
          </ac:spMkLst>
        </pc:spChg>
        <pc:spChg chg="mod">
          <ac:chgData name="Takeuchi, Koichiro" userId="b3848a05-443b-4434-8fa5-7398ca0c03c9" providerId="ADAL" clId="{8AE3A369-E55C-4573-8F49-6E668EF80783}" dt="2024-07-11T23:38:15.577" v="18321" actId="14100"/>
          <ac:spMkLst>
            <pc:docMk/>
            <pc:sldMk cId="1607300711" sldId="2147480840"/>
            <ac:spMk id="263" creationId="{23249CE0-6054-8C26-59F0-EDA6D641ABCC}"/>
          </ac:spMkLst>
        </pc:spChg>
        <pc:spChg chg="mod">
          <ac:chgData name="Takeuchi, Koichiro" userId="b3848a05-443b-4434-8fa5-7398ca0c03c9" providerId="ADAL" clId="{8AE3A369-E55C-4573-8F49-6E668EF80783}" dt="2024-07-12T02:29:50.165" v="21326" actId="20577"/>
          <ac:spMkLst>
            <pc:docMk/>
            <pc:sldMk cId="1607300711" sldId="2147480840"/>
            <ac:spMk id="308" creationId="{48AD3ECE-2A9A-A9F8-0CBE-5B277B5774CE}"/>
          </ac:spMkLst>
        </pc:spChg>
        <pc:grpChg chg="del">
          <ac:chgData name="Takeuchi, Koichiro" userId="b3848a05-443b-4434-8fa5-7398ca0c03c9" providerId="ADAL" clId="{8AE3A369-E55C-4573-8F49-6E668EF80783}" dt="2024-07-11T23:39:54.035" v="18357" actId="165"/>
          <ac:grpSpMkLst>
            <pc:docMk/>
            <pc:sldMk cId="1607300711" sldId="2147480840"/>
            <ac:grpSpMk id="25" creationId="{2A54FA47-0E35-1A7B-2118-B7581D0D08E2}"/>
          </ac:grpSpMkLst>
        </pc:grpChg>
        <pc:grpChg chg="mod">
          <ac:chgData name="Takeuchi, Koichiro" userId="b3848a05-443b-4434-8fa5-7398ca0c03c9" providerId="ADAL" clId="{8AE3A369-E55C-4573-8F49-6E668EF80783}" dt="2024-07-11T23:39:45.735" v="18356" actId="1036"/>
          <ac:grpSpMkLst>
            <pc:docMk/>
            <pc:sldMk cId="1607300711" sldId="2147480840"/>
            <ac:grpSpMk id="44" creationId="{0268E6E6-0163-7AB8-FE04-4731C4A726D4}"/>
          </ac:grpSpMkLst>
        </pc:grpChg>
        <pc:grpChg chg="mod">
          <ac:chgData name="Takeuchi, Koichiro" userId="b3848a05-443b-4434-8fa5-7398ca0c03c9" providerId="ADAL" clId="{8AE3A369-E55C-4573-8F49-6E668EF80783}" dt="2024-07-11T23:38:21.064" v="18322" actId="14100"/>
          <ac:grpSpMkLst>
            <pc:docMk/>
            <pc:sldMk cId="1607300711" sldId="2147480840"/>
            <ac:grpSpMk id="259" creationId="{BD742AFC-913D-9D9A-8B50-52664690A895}"/>
          </ac:grpSpMkLst>
        </pc:grpChg>
      </pc:sldChg>
      <pc:sldChg chg="add del">
        <pc:chgData name="Takeuchi, Koichiro" userId="b3848a05-443b-4434-8fa5-7398ca0c03c9" providerId="ADAL" clId="{8AE3A369-E55C-4573-8F49-6E668EF80783}" dt="2024-07-11T07:18:05.128" v="13632" actId="47"/>
        <pc:sldMkLst>
          <pc:docMk/>
          <pc:sldMk cId="2390001677" sldId="2147480840"/>
        </pc:sldMkLst>
      </pc:sldChg>
      <pc:sldChg chg="addSp delSp modSp add mod">
        <pc:chgData name="Takeuchi, Koichiro" userId="b3848a05-443b-4434-8fa5-7398ca0c03c9" providerId="ADAL" clId="{8AE3A369-E55C-4573-8F49-6E668EF80783}" dt="2024-07-12T00:55:52.029" v="20477" actId="14100"/>
        <pc:sldMkLst>
          <pc:docMk/>
          <pc:sldMk cId="489336897" sldId="2147480841"/>
        </pc:sldMkLst>
        <pc:spChg chg="mod">
          <ac:chgData name="Takeuchi, Koichiro" userId="b3848a05-443b-4434-8fa5-7398ca0c03c9" providerId="ADAL" clId="{8AE3A369-E55C-4573-8F49-6E668EF80783}" dt="2024-07-12T00:02:28.025" v="19098" actId="404"/>
          <ac:spMkLst>
            <pc:docMk/>
            <pc:sldMk cId="489336897" sldId="2147480841"/>
            <ac:spMk id="2" creationId="{C4050E0A-F4AC-8E52-FCEA-9771083801F3}"/>
          </ac:spMkLst>
        </pc:spChg>
        <pc:spChg chg="mod">
          <ac:chgData name="Takeuchi, Koichiro" userId="b3848a05-443b-4434-8fa5-7398ca0c03c9" providerId="ADAL" clId="{8AE3A369-E55C-4573-8F49-6E668EF80783}" dt="2024-07-11T23:58:34.319" v="18949" actId="20577"/>
          <ac:spMkLst>
            <pc:docMk/>
            <pc:sldMk cId="489336897" sldId="2147480841"/>
            <ac:spMk id="4" creationId="{00A5FE04-EC3A-89E5-9EA0-6E07FBF47F13}"/>
          </ac:spMkLst>
        </pc:spChg>
        <pc:spChg chg="mod">
          <ac:chgData name="Takeuchi, Koichiro" userId="b3848a05-443b-4434-8fa5-7398ca0c03c9" providerId="ADAL" clId="{8AE3A369-E55C-4573-8F49-6E668EF80783}" dt="2024-07-12T00:55:52.029" v="20477" actId="14100"/>
          <ac:spMkLst>
            <pc:docMk/>
            <pc:sldMk cId="489336897" sldId="2147480841"/>
            <ac:spMk id="6" creationId="{90EE92DB-DBB3-C63E-C631-8747CA2DC46E}"/>
          </ac:spMkLst>
        </pc:spChg>
        <pc:spChg chg="del">
          <ac:chgData name="Takeuchi, Koichiro" userId="b3848a05-443b-4434-8fa5-7398ca0c03c9" providerId="ADAL" clId="{8AE3A369-E55C-4573-8F49-6E668EF80783}" dt="2024-07-11T07:40:52.256" v="15402" actId="478"/>
          <ac:spMkLst>
            <pc:docMk/>
            <pc:sldMk cId="489336897" sldId="2147480841"/>
            <ac:spMk id="8" creationId="{E1B1D180-8A6C-7442-250A-CC4087A6B9D5}"/>
          </ac:spMkLst>
        </pc:spChg>
        <pc:spChg chg="mod">
          <ac:chgData name="Takeuchi, Koichiro" userId="b3848a05-443b-4434-8fa5-7398ca0c03c9" providerId="ADAL" clId="{8AE3A369-E55C-4573-8F49-6E668EF80783}" dt="2024-07-11T23:40:35.319" v="18365" actId="947"/>
          <ac:spMkLst>
            <pc:docMk/>
            <pc:sldMk cId="489336897" sldId="2147480841"/>
            <ac:spMk id="9" creationId="{B86D8330-0B1A-E587-FA07-0AAE4A76EC6B}"/>
          </ac:spMkLst>
        </pc:spChg>
        <pc:spChg chg="mod topLvl">
          <ac:chgData name="Takeuchi, Koichiro" userId="b3848a05-443b-4434-8fa5-7398ca0c03c9" providerId="ADAL" clId="{8AE3A369-E55C-4573-8F49-6E668EF80783}" dt="2024-07-11T07:53:34.346" v="16535" actId="555"/>
          <ac:spMkLst>
            <pc:docMk/>
            <pc:sldMk cId="489336897" sldId="2147480841"/>
            <ac:spMk id="12" creationId="{45EE08F6-DEC4-E349-C3D4-3A0D55311423}"/>
          </ac:spMkLst>
        </pc:spChg>
        <pc:spChg chg="mod topLvl">
          <ac:chgData name="Takeuchi, Koichiro" userId="b3848a05-443b-4434-8fa5-7398ca0c03c9" providerId="ADAL" clId="{8AE3A369-E55C-4573-8F49-6E668EF80783}" dt="2024-07-11T07:53:27.948" v="16532" actId="555"/>
          <ac:spMkLst>
            <pc:docMk/>
            <pc:sldMk cId="489336897" sldId="2147480841"/>
            <ac:spMk id="13" creationId="{F8CADEEC-4DA6-DFCA-EDD3-66F074215B62}"/>
          </ac:spMkLst>
        </pc:spChg>
        <pc:spChg chg="mod topLvl">
          <ac:chgData name="Takeuchi, Koichiro" userId="b3848a05-443b-4434-8fa5-7398ca0c03c9" providerId="ADAL" clId="{8AE3A369-E55C-4573-8F49-6E668EF80783}" dt="2024-07-11T07:47:30.960" v="15989" actId="164"/>
          <ac:spMkLst>
            <pc:docMk/>
            <pc:sldMk cId="489336897" sldId="2147480841"/>
            <ac:spMk id="15" creationId="{9E2C2CC3-C868-A486-19A5-796650E36F44}"/>
          </ac:spMkLst>
        </pc:spChg>
        <pc:spChg chg="mod topLvl">
          <ac:chgData name="Takeuchi, Koichiro" userId="b3848a05-443b-4434-8fa5-7398ca0c03c9" providerId="ADAL" clId="{8AE3A369-E55C-4573-8F49-6E668EF80783}" dt="2024-07-11T07:47:30.960" v="15989" actId="164"/>
          <ac:spMkLst>
            <pc:docMk/>
            <pc:sldMk cId="489336897" sldId="2147480841"/>
            <ac:spMk id="16" creationId="{037C46BB-6F39-EABB-FE4B-F5D4758A4034}"/>
          </ac:spMkLst>
        </pc:spChg>
        <pc:spChg chg="mod topLvl">
          <ac:chgData name="Takeuchi, Koichiro" userId="b3848a05-443b-4434-8fa5-7398ca0c03c9" providerId="ADAL" clId="{8AE3A369-E55C-4573-8F49-6E668EF80783}" dt="2024-07-11T07:47:30.960" v="15989" actId="164"/>
          <ac:spMkLst>
            <pc:docMk/>
            <pc:sldMk cId="489336897" sldId="2147480841"/>
            <ac:spMk id="17" creationId="{A5CAC6B1-665F-4C40-F148-C1BBFB3F82B8}"/>
          </ac:spMkLst>
        </pc:spChg>
        <pc:spChg chg="mod topLvl">
          <ac:chgData name="Takeuchi, Koichiro" userId="b3848a05-443b-4434-8fa5-7398ca0c03c9" providerId="ADAL" clId="{8AE3A369-E55C-4573-8F49-6E668EF80783}" dt="2024-07-11T07:47:30.960" v="15989" actId="164"/>
          <ac:spMkLst>
            <pc:docMk/>
            <pc:sldMk cId="489336897" sldId="2147480841"/>
            <ac:spMk id="18" creationId="{54925650-A2C7-8C3D-3169-31D70F34808D}"/>
          </ac:spMkLst>
        </pc:spChg>
        <pc:spChg chg="add mod">
          <ac:chgData name="Takeuchi, Koichiro" userId="b3848a05-443b-4434-8fa5-7398ca0c03c9" providerId="ADAL" clId="{8AE3A369-E55C-4573-8F49-6E668EF80783}" dt="2024-07-11T07:47:17.478" v="15985" actId="555"/>
          <ac:spMkLst>
            <pc:docMk/>
            <pc:sldMk cId="489336897" sldId="2147480841"/>
            <ac:spMk id="20" creationId="{C1CCDEAC-293D-CFBD-A6DC-79CC8724D50D}"/>
          </ac:spMkLst>
        </pc:spChg>
        <pc:spChg chg="del">
          <ac:chgData name="Takeuchi, Koichiro" userId="b3848a05-443b-4434-8fa5-7398ca0c03c9" providerId="ADAL" clId="{8AE3A369-E55C-4573-8F49-6E668EF80783}" dt="2024-07-11T07:21:30.730" v="13740" actId="478"/>
          <ac:spMkLst>
            <pc:docMk/>
            <pc:sldMk cId="489336897" sldId="2147480841"/>
            <ac:spMk id="21" creationId="{A4DE7A8D-6B64-4CED-DAF5-F1F1D2D469D9}"/>
          </ac:spMkLst>
        </pc:spChg>
        <pc:spChg chg="add mod">
          <ac:chgData name="Takeuchi, Koichiro" userId="b3848a05-443b-4434-8fa5-7398ca0c03c9" providerId="ADAL" clId="{8AE3A369-E55C-4573-8F49-6E668EF80783}" dt="2024-07-11T07:46:55.968" v="15964" actId="465"/>
          <ac:spMkLst>
            <pc:docMk/>
            <pc:sldMk cId="489336897" sldId="2147480841"/>
            <ac:spMk id="24" creationId="{5DE35DF3-5FE8-F274-8AC5-7357F6730352}"/>
          </ac:spMkLst>
        </pc:spChg>
        <pc:spChg chg="del">
          <ac:chgData name="Takeuchi, Koichiro" userId="b3848a05-443b-4434-8fa5-7398ca0c03c9" providerId="ADAL" clId="{8AE3A369-E55C-4573-8F49-6E668EF80783}" dt="2024-07-11T07:21:45.291" v="13742" actId="478"/>
          <ac:spMkLst>
            <pc:docMk/>
            <pc:sldMk cId="489336897" sldId="2147480841"/>
            <ac:spMk id="26" creationId="{1DA32650-B045-D9BC-3CCD-DDEEDB2D602D}"/>
          </ac:spMkLst>
        </pc:spChg>
        <pc:spChg chg="del">
          <ac:chgData name="Takeuchi, Koichiro" userId="b3848a05-443b-4434-8fa5-7398ca0c03c9" providerId="ADAL" clId="{8AE3A369-E55C-4573-8F49-6E668EF80783}" dt="2024-07-11T07:21:45.291" v="13742" actId="478"/>
          <ac:spMkLst>
            <pc:docMk/>
            <pc:sldMk cId="489336897" sldId="2147480841"/>
            <ac:spMk id="28" creationId="{0EDA5138-D410-C67E-2E37-6B97332AEEAC}"/>
          </ac:spMkLst>
        </pc:spChg>
        <pc:spChg chg="del">
          <ac:chgData name="Takeuchi, Koichiro" userId="b3848a05-443b-4434-8fa5-7398ca0c03c9" providerId="ADAL" clId="{8AE3A369-E55C-4573-8F49-6E668EF80783}" dt="2024-07-11T07:21:45.291" v="13742" actId="478"/>
          <ac:spMkLst>
            <pc:docMk/>
            <pc:sldMk cId="489336897" sldId="2147480841"/>
            <ac:spMk id="29" creationId="{978C9B17-67C8-E6DD-A757-00973BE33D30}"/>
          </ac:spMkLst>
        </pc:spChg>
        <pc:spChg chg="del">
          <ac:chgData name="Takeuchi, Koichiro" userId="b3848a05-443b-4434-8fa5-7398ca0c03c9" providerId="ADAL" clId="{8AE3A369-E55C-4573-8F49-6E668EF80783}" dt="2024-07-11T07:21:45.291" v="13742" actId="478"/>
          <ac:spMkLst>
            <pc:docMk/>
            <pc:sldMk cId="489336897" sldId="2147480841"/>
            <ac:spMk id="30" creationId="{DC79760C-355C-E00E-F8C9-BF089296F00E}"/>
          </ac:spMkLst>
        </pc:spChg>
        <pc:spChg chg="del">
          <ac:chgData name="Takeuchi, Koichiro" userId="b3848a05-443b-4434-8fa5-7398ca0c03c9" providerId="ADAL" clId="{8AE3A369-E55C-4573-8F49-6E668EF80783}" dt="2024-07-11T07:21:45.291" v="13742" actId="478"/>
          <ac:spMkLst>
            <pc:docMk/>
            <pc:sldMk cId="489336897" sldId="2147480841"/>
            <ac:spMk id="31" creationId="{F9C953D7-060B-4103-0A38-78D36EFCE9DF}"/>
          </ac:spMkLst>
        </pc:spChg>
        <pc:spChg chg="del">
          <ac:chgData name="Takeuchi, Koichiro" userId="b3848a05-443b-4434-8fa5-7398ca0c03c9" providerId="ADAL" clId="{8AE3A369-E55C-4573-8F49-6E668EF80783}" dt="2024-07-11T07:21:45.291" v="13742" actId="478"/>
          <ac:spMkLst>
            <pc:docMk/>
            <pc:sldMk cId="489336897" sldId="2147480841"/>
            <ac:spMk id="32" creationId="{EA3D5716-DA44-36C3-FC91-611D3BEF2DC1}"/>
          </ac:spMkLst>
        </pc:spChg>
        <pc:spChg chg="del">
          <ac:chgData name="Takeuchi, Koichiro" userId="b3848a05-443b-4434-8fa5-7398ca0c03c9" providerId="ADAL" clId="{8AE3A369-E55C-4573-8F49-6E668EF80783}" dt="2024-07-11T07:21:45.291" v="13742" actId="478"/>
          <ac:spMkLst>
            <pc:docMk/>
            <pc:sldMk cId="489336897" sldId="2147480841"/>
            <ac:spMk id="33" creationId="{42702711-B423-8CC4-51E5-EA10A15B4813}"/>
          </ac:spMkLst>
        </pc:spChg>
        <pc:spChg chg="add mod">
          <ac:chgData name="Takeuchi, Koichiro" userId="b3848a05-443b-4434-8fa5-7398ca0c03c9" providerId="ADAL" clId="{8AE3A369-E55C-4573-8F49-6E668EF80783}" dt="2024-07-11T07:46:55.968" v="15964" actId="465"/>
          <ac:spMkLst>
            <pc:docMk/>
            <pc:sldMk cId="489336897" sldId="2147480841"/>
            <ac:spMk id="34" creationId="{DD3733C2-63E9-9073-72B8-48C6084F1C93}"/>
          </ac:spMkLst>
        </pc:spChg>
        <pc:spChg chg="add mod">
          <ac:chgData name="Takeuchi, Koichiro" userId="b3848a05-443b-4434-8fa5-7398ca0c03c9" providerId="ADAL" clId="{8AE3A369-E55C-4573-8F49-6E668EF80783}" dt="2024-07-11T07:46:55.968" v="15964" actId="465"/>
          <ac:spMkLst>
            <pc:docMk/>
            <pc:sldMk cId="489336897" sldId="2147480841"/>
            <ac:spMk id="35" creationId="{5F1C6E13-5CA5-1BF9-0102-8F74C13F2D77}"/>
          </ac:spMkLst>
        </pc:spChg>
        <pc:spChg chg="add mod">
          <ac:chgData name="Takeuchi, Koichiro" userId="b3848a05-443b-4434-8fa5-7398ca0c03c9" providerId="ADAL" clId="{8AE3A369-E55C-4573-8F49-6E668EF80783}" dt="2024-07-11T07:46:55.968" v="15964" actId="465"/>
          <ac:spMkLst>
            <pc:docMk/>
            <pc:sldMk cId="489336897" sldId="2147480841"/>
            <ac:spMk id="36" creationId="{90F6DD07-9D4B-ECEC-5DC6-1578937F845D}"/>
          </ac:spMkLst>
        </pc:spChg>
        <pc:spChg chg="del">
          <ac:chgData name="Takeuchi, Koichiro" userId="b3848a05-443b-4434-8fa5-7398ca0c03c9" providerId="ADAL" clId="{8AE3A369-E55C-4573-8F49-6E668EF80783}" dt="2024-07-11T07:21:41.219" v="13741" actId="478"/>
          <ac:spMkLst>
            <pc:docMk/>
            <pc:sldMk cId="489336897" sldId="2147480841"/>
            <ac:spMk id="37" creationId="{78CE2519-3690-9D0C-EBDA-40E10BFFA4B6}"/>
          </ac:spMkLst>
        </pc:spChg>
        <pc:spChg chg="del">
          <ac:chgData name="Takeuchi, Koichiro" userId="b3848a05-443b-4434-8fa5-7398ca0c03c9" providerId="ADAL" clId="{8AE3A369-E55C-4573-8F49-6E668EF80783}" dt="2024-07-11T07:21:41.219" v="13741" actId="478"/>
          <ac:spMkLst>
            <pc:docMk/>
            <pc:sldMk cId="489336897" sldId="2147480841"/>
            <ac:spMk id="38" creationId="{5DEB7BA9-9E32-B9D5-263B-C3DB1357F0A4}"/>
          </ac:spMkLst>
        </pc:spChg>
        <pc:spChg chg="del">
          <ac:chgData name="Takeuchi, Koichiro" userId="b3848a05-443b-4434-8fa5-7398ca0c03c9" providerId="ADAL" clId="{8AE3A369-E55C-4573-8F49-6E668EF80783}" dt="2024-07-11T07:21:41.219" v="13741" actId="478"/>
          <ac:spMkLst>
            <pc:docMk/>
            <pc:sldMk cId="489336897" sldId="2147480841"/>
            <ac:spMk id="39" creationId="{80627AC9-02C1-4AD6-42AA-2390DD110274}"/>
          </ac:spMkLst>
        </pc:spChg>
        <pc:spChg chg="add mod">
          <ac:chgData name="Takeuchi, Koichiro" userId="b3848a05-443b-4434-8fa5-7398ca0c03c9" providerId="ADAL" clId="{8AE3A369-E55C-4573-8F49-6E668EF80783}" dt="2024-07-11T07:46:26.125" v="15899" actId="1035"/>
          <ac:spMkLst>
            <pc:docMk/>
            <pc:sldMk cId="489336897" sldId="2147480841"/>
            <ac:spMk id="40" creationId="{E4013D42-869C-F771-1523-5561938B4D87}"/>
          </ac:spMkLst>
        </pc:spChg>
        <pc:spChg chg="add del mod">
          <ac:chgData name="Takeuchi, Koichiro" userId="b3848a05-443b-4434-8fa5-7398ca0c03c9" providerId="ADAL" clId="{8AE3A369-E55C-4573-8F49-6E668EF80783}" dt="2024-07-11T07:44:45.073" v="15889" actId="478"/>
          <ac:spMkLst>
            <pc:docMk/>
            <pc:sldMk cId="489336897" sldId="2147480841"/>
            <ac:spMk id="41" creationId="{F408D1A5-C064-8835-E104-F183353CEB0E}"/>
          </ac:spMkLst>
        </pc:spChg>
        <pc:spChg chg="add del mod">
          <ac:chgData name="Takeuchi, Koichiro" userId="b3848a05-443b-4434-8fa5-7398ca0c03c9" providerId="ADAL" clId="{8AE3A369-E55C-4573-8F49-6E668EF80783}" dt="2024-07-11T07:44:34.598" v="15858" actId="478"/>
          <ac:spMkLst>
            <pc:docMk/>
            <pc:sldMk cId="489336897" sldId="2147480841"/>
            <ac:spMk id="42" creationId="{02FE8B11-5799-59C0-C3B5-606350719AE7}"/>
          </ac:spMkLst>
        </pc:spChg>
        <pc:spChg chg="mod">
          <ac:chgData name="Takeuchi, Koichiro" userId="b3848a05-443b-4434-8fa5-7398ca0c03c9" providerId="ADAL" clId="{8AE3A369-E55C-4573-8F49-6E668EF80783}" dt="2024-07-11T07:52:43.704" v="16523" actId="20577"/>
          <ac:spMkLst>
            <pc:docMk/>
            <pc:sldMk cId="489336897" sldId="2147480841"/>
            <ac:spMk id="56" creationId="{491EEB24-3D1D-D72F-A1D9-0DE73D7B5404}"/>
          </ac:spMkLst>
        </pc:spChg>
        <pc:spChg chg="del">
          <ac:chgData name="Takeuchi, Koichiro" userId="b3848a05-443b-4434-8fa5-7398ca0c03c9" providerId="ADAL" clId="{8AE3A369-E55C-4573-8F49-6E668EF80783}" dt="2024-07-11T07:22:10.911" v="13790" actId="478"/>
          <ac:spMkLst>
            <pc:docMk/>
            <pc:sldMk cId="489336897" sldId="2147480841"/>
            <ac:spMk id="57" creationId="{8CB8B048-6EAE-0492-6BF5-326113B693F2}"/>
          </ac:spMkLst>
        </pc:spChg>
        <pc:spChg chg="del">
          <ac:chgData name="Takeuchi, Koichiro" userId="b3848a05-443b-4434-8fa5-7398ca0c03c9" providerId="ADAL" clId="{8AE3A369-E55C-4573-8F49-6E668EF80783}" dt="2024-07-11T07:21:30.730" v="13740" actId="478"/>
          <ac:spMkLst>
            <pc:docMk/>
            <pc:sldMk cId="489336897" sldId="2147480841"/>
            <ac:spMk id="74" creationId="{C3E3AD82-E1D5-D1A1-56BB-1922A92AC7BD}"/>
          </ac:spMkLst>
        </pc:spChg>
        <pc:spChg chg="mod topLvl">
          <ac:chgData name="Takeuchi, Koichiro" userId="b3848a05-443b-4434-8fa5-7398ca0c03c9" providerId="ADAL" clId="{8AE3A369-E55C-4573-8F49-6E668EF80783}" dt="2024-07-11T07:53:46.747" v="16548" actId="555"/>
          <ac:spMkLst>
            <pc:docMk/>
            <pc:sldMk cId="489336897" sldId="2147480841"/>
            <ac:spMk id="75" creationId="{259D5601-F7A4-9E37-5B38-041897564AC6}"/>
          </ac:spMkLst>
        </pc:spChg>
        <pc:spChg chg="mod topLvl">
          <ac:chgData name="Takeuchi, Koichiro" userId="b3848a05-443b-4434-8fa5-7398ca0c03c9" providerId="ADAL" clId="{8AE3A369-E55C-4573-8F49-6E668EF80783}" dt="2024-07-11T07:47:30.960" v="15989" actId="164"/>
          <ac:spMkLst>
            <pc:docMk/>
            <pc:sldMk cId="489336897" sldId="2147480841"/>
            <ac:spMk id="77" creationId="{BD0BC7C3-CD39-C14E-2EA1-9B97F1441834}"/>
          </ac:spMkLst>
        </pc:spChg>
        <pc:spChg chg="mod topLvl">
          <ac:chgData name="Takeuchi, Koichiro" userId="b3848a05-443b-4434-8fa5-7398ca0c03c9" providerId="ADAL" clId="{8AE3A369-E55C-4573-8F49-6E668EF80783}" dt="2024-07-11T07:47:30.960" v="15989" actId="164"/>
          <ac:spMkLst>
            <pc:docMk/>
            <pc:sldMk cId="489336897" sldId="2147480841"/>
            <ac:spMk id="78" creationId="{FEA6D6A3-6F0A-1214-A01F-411341C529BB}"/>
          </ac:spMkLst>
        </pc:spChg>
        <pc:spChg chg="add del mod">
          <ac:chgData name="Takeuchi, Koichiro" userId="b3848a05-443b-4434-8fa5-7398ca0c03c9" providerId="ADAL" clId="{8AE3A369-E55C-4573-8F49-6E668EF80783}" dt="2024-07-11T07:52:47.261" v="16524" actId="478"/>
          <ac:spMkLst>
            <pc:docMk/>
            <pc:sldMk cId="489336897" sldId="2147480841"/>
            <ac:spMk id="96" creationId="{D4CF37F7-6C23-2003-E09A-66CEE1D3AD24}"/>
          </ac:spMkLst>
        </pc:spChg>
        <pc:spChg chg="mod">
          <ac:chgData name="Takeuchi, Koichiro" userId="b3848a05-443b-4434-8fa5-7398ca0c03c9" providerId="ADAL" clId="{8AE3A369-E55C-4573-8F49-6E668EF80783}" dt="2024-07-11T07:54:07.490" v="16576" actId="255"/>
          <ac:spMkLst>
            <pc:docMk/>
            <pc:sldMk cId="489336897" sldId="2147480841"/>
            <ac:spMk id="102" creationId="{380C856B-096D-D58D-1F14-BD74C777B395}"/>
          </ac:spMkLst>
        </pc:spChg>
        <pc:spChg chg="mod">
          <ac:chgData name="Takeuchi, Koichiro" userId="b3848a05-443b-4434-8fa5-7398ca0c03c9" providerId="ADAL" clId="{8AE3A369-E55C-4573-8F49-6E668EF80783}" dt="2024-07-11T07:54:26.784" v="16611" actId="20577"/>
          <ac:spMkLst>
            <pc:docMk/>
            <pc:sldMk cId="489336897" sldId="2147480841"/>
            <ac:spMk id="105" creationId="{925A08DC-8BAC-BE6C-0D37-8A810DB70136}"/>
          </ac:spMkLst>
        </pc:spChg>
        <pc:spChg chg="mod">
          <ac:chgData name="Takeuchi, Koichiro" userId="b3848a05-443b-4434-8fa5-7398ca0c03c9" providerId="ADAL" clId="{8AE3A369-E55C-4573-8F49-6E668EF80783}" dt="2024-07-11T07:54:42.263" v="16627" actId="20577"/>
          <ac:spMkLst>
            <pc:docMk/>
            <pc:sldMk cId="489336897" sldId="2147480841"/>
            <ac:spMk id="108" creationId="{20031272-822F-197D-EC2C-4784E64C1D85}"/>
          </ac:spMkLst>
        </pc:spChg>
        <pc:spChg chg="add mod">
          <ac:chgData name="Takeuchi, Koichiro" userId="b3848a05-443b-4434-8fa5-7398ca0c03c9" providerId="ADAL" clId="{8AE3A369-E55C-4573-8F49-6E668EF80783}" dt="2024-07-11T23:41:07.264" v="18372" actId="1076"/>
          <ac:spMkLst>
            <pc:docMk/>
            <pc:sldMk cId="489336897" sldId="2147480841"/>
            <ac:spMk id="110" creationId="{3BAB559A-77D4-6EF2-2A0E-7AB3D6026BB9}"/>
          </ac:spMkLst>
        </pc:spChg>
        <pc:grpChg chg="del mod">
          <ac:chgData name="Takeuchi, Koichiro" userId="b3848a05-443b-4434-8fa5-7398ca0c03c9" providerId="ADAL" clId="{8AE3A369-E55C-4573-8F49-6E668EF80783}" dt="2024-07-11T07:26:51.810" v="13951" actId="165"/>
          <ac:grpSpMkLst>
            <pc:docMk/>
            <pc:sldMk cId="489336897" sldId="2147480841"/>
            <ac:grpSpMk id="3" creationId="{E7C2F6B4-B08F-1C31-681A-3B6EB5A30FD3}"/>
          </ac:grpSpMkLst>
        </pc:grpChg>
        <pc:grpChg chg="del">
          <ac:chgData name="Takeuchi, Koichiro" userId="b3848a05-443b-4434-8fa5-7398ca0c03c9" providerId="ADAL" clId="{8AE3A369-E55C-4573-8F49-6E668EF80783}" dt="2024-07-11T07:22:07.667" v="13789" actId="478"/>
          <ac:grpSpMkLst>
            <pc:docMk/>
            <pc:sldMk cId="489336897" sldId="2147480841"/>
            <ac:grpSpMk id="7" creationId="{E336E46D-2C2A-708A-9009-89BDEB85DDBC}"/>
          </ac:grpSpMkLst>
        </pc:grpChg>
        <pc:grpChg chg="del mod">
          <ac:chgData name="Takeuchi, Koichiro" userId="b3848a05-443b-4434-8fa5-7398ca0c03c9" providerId="ADAL" clId="{8AE3A369-E55C-4573-8F49-6E668EF80783}" dt="2024-07-11T07:26:51.810" v="13951" actId="165"/>
          <ac:grpSpMkLst>
            <pc:docMk/>
            <pc:sldMk cId="489336897" sldId="2147480841"/>
            <ac:grpSpMk id="25" creationId="{2A54FA47-0E35-1A7B-2118-B7581D0D08E2}"/>
          </ac:grpSpMkLst>
        </pc:grpChg>
        <pc:grpChg chg="add del mod">
          <ac:chgData name="Takeuchi, Koichiro" userId="b3848a05-443b-4434-8fa5-7398ca0c03c9" providerId="ADAL" clId="{8AE3A369-E55C-4573-8F49-6E668EF80783}" dt="2024-07-11T07:53:22.294" v="16530" actId="165"/>
          <ac:grpSpMkLst>
            <pc:docMk/>
            <pc:sldMk cId="489336897" sldId="2147480841"/>
            <ac:grpSpMk id="43" creationId="{F62BF861-3BDF-E0D3-FFE8-4BEDD5E6268D}"/>
          </ac:grpSpMkLst>
        </pc:grpChg>
        <pc:grpChg chg="del">
          <ac:chgData name="Takeuchi, Koichiro" userId="b3848a05-443b-4434-8fa5-7398ca0c03c9" providerId="ADAL" clId="{8AE3A369-E55C-4573-8F49-6E668EF80783}" dt="2024-07-11T07:26:05.574" v="13946" actId="478"/>
          <ac:grpSpMkLst>
            <pc:docMk/>
            <pc:sldMk cId="489336897" sldId="2147480841"/>
            <ac:grpSpMk id="44" creationId="{0268E6E6-0163-7AB8-FE04-4731C4A726D4}"/>
          </ac:grpSpMkLst>
        </pc:grpChg>
        <pc:grpChg chg="add mod">
          <ac:chgData name="Takeuchi, Koichiro" userId="b3848a05-443b-4434-8fa5-7398ca0c03c9" providerId="ADAL" clId="{8AE3A369-E55C-4573-8F49-6E668EF80783}" dt="2024-07-11T07:47:32.990" v="15990" actId="12789"/>
          <ac:grpSpMkLst>
            <pc:docMk/>
            <pc:sldMk cId="489336897" sldId="2147480841"/>
            <ac:grpSpMk id="47" creationId="{D8EE1047-A8A2-0740-2664-88806BE2E5B6}"/>
          </ac:grpSpMkLst>
        </pc:grpChg>
        <pc:grpChg chg="del">
          <ac:chgData name="Takeuchi, Koichiro" userId="b3848a05-443b-4434-8fa5-7398ca0c03c9" providerId="ADAL" clId="{8AE3A369-E55C-4573-8F49-6E668EF80783}" dt="2024-07-11T07:26:08.590" v="13947" actId="478"/>
          <ac:grpSpMkLst>
            <pc:docMk/>
            <pc:sldMk cId="489336897" sldId="2147480841"/>
            <ac:grpSpMk id="50" creationId="{ACEFCF3C-2616-77E0-F8EF-14862CC5C5D9}"/>
          </ac:grpSpMkLst>
        </pc:grpChg>
        <pc:grpChg chg="add mod">
          <ac:chgData name="Takeuchi, Koichiro" userId="b3848a05-443b-4434-8fa5-7398ca0c03c9" providerId="ADAL" clId="{8AE3A369-E55C-4573-8F49-6E668EF80783}" dt="2024-07-11T07:55:00.175" v="16634" actId="1036"/>
          <ac:grpSpMkLst>
            <pc:docMk/>
            <pc:sldMk cId="489336897" sldId="2147480841"/>
            <ac:grpSpMk id="100" creationId="{8B34D0DF-ED2B-8103-803C-BF460FF02642}"/>
          </ac:grpSpMkLst>
        </pc:grpChg>
        <pc:grpChg chg="add mod">
          <ac:chgData name="Takeuchi, Koichiro" userId="b3848a05-443b-4434-8fa5-7398ca0c03c9" providerId="ADAL" clId="{8AE3A369-E55C-4573-8F49-6E668EF80783}" dt="2024-07-11T07:55:00.175" v="16634" actId="1036"/>
          <ac:grpSpMkLst>
            <pc:docMk/>
            <pc:sldMk cId="489336897" sldId="2147480841"/>
            <ac:grpSpMk id="103" creationId="{3058AAFE-BC61-F5D2-7304-FAF8D97EA765}"/>
          </ac:grpSpMkLst>
        </pc:grpChg>
        <pc:grpChg chg="add mod">
          <ac:chgData name="Takeuchi, Koichiro" userId="b3848a05-443b-4434-8fa5-7398ca0c03c9" providerId="ADAL" clId="{8AE3A369-E55C-4573-8F49-6E668EF80783}" dt="2024-07-11T07:55:00.175" v="16634" actId="1036"/>
          <ac:grpSpMkLst>
            <pc:docMk/>
            <pc:sldMk cId="489336897" sldId="2147480841"/>
            <ac:grpSpMk id="106" creationId="{86FEFFE9-0C0F-F8E8-B6AA-633F01148805}"/>
          </ac:grpSpMkLst>
        </pc:grpChg>
        <pc:picChg chg="add mod">
          <ac:chgData name="Takeuchi, Koichiro" userId="b3848a05-443b-4434-8fa5-7398ca0c03c9" providerId="ADAL" clId="{8AE3A369-E55C-4573-8F49-6E668EF80783}" dt="2024-07-11T07:53:46.747" v="16548" actId="555"/>
          <ac:picMkLst>
            <pc:docMk/>
            <pc:sldMk cId="489336897" sldId="2147480841"/>
            <ac:picMk id="97" creationId="{DA3BCDB9-2F9E-2EEF-EBF6-87AEC335FD06}"/>
          </ac:picMkLst>
        </pc:picChg>
        <pc:picChg chg="add mod">
          <ac:chgData name="Takeuchi, Koichiro" userId="b3848a05-443b-4434-8fa5-7398ca0c03c9" providerId="ADAL" clId="{8AE3A369-E55C-4573-8F49-6E668EF80783}" dt="2024-07-11T07:53:36.966" v="16538" actId="1035"/>
          <ac:picMkLst>
            <pc:docMk/>
            <pc:sldMk cId="489336897" sldId="2147480841"/>
            <ac:picMk id="98" creationId="{74E0DF33-744D-7AA0-4619-25DB0F7CAC65}"/>
          </ac:picMkLst>
        </pc:picChg>
        <pc:picChg chg="add mod">
          <ac:chgData name="Takeuchi, Koichiro" userId="b3848a05-443b-4434-8fa5-7398ca0c03c9" providerId="ADAL" clId="{8AE3A369-E55C-4573-8F49-6E668EF80783}" dt="2024-07-11T07:53:27.948" v="16532" actId="555"/>
          <ac:picMkLst>
            <pc:docMk/>
            <pc:sldMk cId="489336897" sldId="2147480841"/>
            <ac:picMk id="99" creationId="{6E486C85-0C8B-62F1-08D7-9F30709C2997}"/>
          </ac:picMkLst>
        </pc:picChg>
        <pc:cxnChg chg="del mod">
          <ac:chgData name="Takeuchi, Koichiro" userId="b3848a05-443b-4434-8fa5-7398ca0c03c9" providerId="ADAL" clId="{8AE3A369-E55C-4573-8F49-6E668EF80783}" dt="2024-07-11T07:29:29.073" v="14068" actId="478"/>
          <ac:cxnSpMkLst>
            <pc:docMk/>
            <pc:sldMk cId="489336897" sldId="2147480841"/>
            <ac:cxnSpMk id="22" creationId="{130F5DBF-645B-D8CF-3BD2-17554BC75219}"/>
          </ac:cxnSpMkLst>
        </pc:cxnChg>
        <pc:cxnChg chg="del mod">
          <ac:chgData name="Takeuchi, Koichiro" userId="b3848a05-443b-4434-8fa5-7398ca0c03c9" providerId="ADAL" clId="{8AE3A369-E55C-4573-8F49-6E668EF80783}" dt="2024-07-11T07:29:29.073" v="14068" actId="478"/>
          <ac:cxnSpMkLst>
            <pc:docMk/>
            <pc:sldMk cId="489336897" sldId="2147480841"/>
            <ac:cxnSpMk id="23" creationId="{9A7CA008-4115-3C2A-02F7-6DD94000A43F}"/>
          </ac:cxnSpMkLst>
        </pc:cxnChg>
        <pc:cxnChg chg="del mod">
          <ac:chgData name="Takeuchi, Koichiro" userId="b3848a05-443b-4434-8fa5-7398ca0c03c9" providerId="ADAL" clId="{8AE3A369-E55C-4573-8F49-6E668EF80783}" dt="2024-07-11T07:29:29.073" v="14068" actId="478"/>
          <ac:cxnSpMkLst>
            <pc:docMk/>
            <pc:sldMk cId="489336897" sldId="2147480841"/>
            <ac:cxnSpMk id="27" creationId="{DE7AA20C-F602-DBEA-0FB0-4C3CE1A0FA43}"/>
          </ac:cxnSpMkLst>
        </pc:cxnChg>
        <pc:cxnChg chg="add mod">
          <ac:chgData name="Takeuchi, Koichiro" userId="b3848a05-443b-4434-8fa5-7398ca0c03c9" providerId="ADAL" clId="{8AE3A369-E55C-4573-8F49-6E668EF80783}" dt="2024-07-11T07:53:46.747" v="16548" actId="555"/>
          <ac:cxnSpMkLst>
            <pc:docMk/>
            <pc:sldMk cId="489336897" sldId="2147480841"/>
            <ac:cxnSpMk id="48" creationId="{D4FD7392-C1E2-B608-5C67-1ABC79F55E40}"/>
          </ac:cxnSpMkLst>
        </pc:cxnChg>
        <pc:cxnChg chg="add mod">
          <ac:chgData name="Takeuchi, Koichiro" userId="b3848a05-443b-4434-8fa5-7398ca0c03c9" providerId="ADAL" clId="{8AE3A369-E55C-4573-8F49-6E668EF80783}" dt="2024-07-11T07:53:27.948" v="16532" actId="555"/>
          <ac:cxnSpMkLst>
            <pc:docMk/>
            <pc:sldMk cId="489336897" sldId="2147480841"/>
            <ac:cxnSpMk id="54" creationId="{DB26F43B-A4F2-EDFB-2E37-8D85E9B60EDF}"/>
          </ac:cxnSpMkLst>
        </pc:cxnChg>
        <pc:cxnChg chg="add mod">
          <ac:chgData name="Takeuchi, Koichiro" userId="b3848a05-443b-4434-8fa5-7398ca0c03c9" providerId="ADAL" clId="{8AE3A369-E55C-4573-8F49-6E668EF80783}" dt="2024-07-11T07:53:34.346" v="16535" actId="555"/>
          <ac:cxnSpMkLst>
            <pc:docMk/>
            <pc:sldMk cId="489336897" sldId="2147480841"/>
            <ac:cxnSpMk id="62" creationId="{3BCA13A8-85D4-8A27-0C4B-479D5213A003}"/>
          </ac:cxnSpMkLst>
        </pc:cxnChg>
        <pc:cxnChg chg="add mod">
          <ac:chgData name="Takeuchi, Koichiro" userId="b3848a05-443b-4434-8fa5-7398ca0c03c9" providerId="ADAL" clId="{8AE3A369-E55C-4573-8F49-6E668EF80783}" dt="2024-07-11T07:53:46.747" v="16548" actId="555"/>
          <ac:cxnSpMkLst>
            <pc:docMk/>
            <pc:sldMk cId="489336897" sldId="2147480841"/>
            <ac:cxnSpMk id="65" creationId="{70105A52-964A-C572-4A9F-91567429863F}"/>
          </ac:cxnSpMkLst>
        </pc:cxnChg>
        <pc:cxnChg chg="add mod">
          <ac:chgData name="Takeuchi, Koichiro" userId="b3848a05-443b-4434-8fa5-7398ca0c03c9" providerId="ADAL" clId="{8AE3A369-E55C-4573-8F49-6E668EF80783}" dt="2024-07-11T07:53:46.747" v="16548" actId="555"/>
          <ac:cxnSpMkLst>
            <pc:docMk/>
            <pc:sldMk cId="489336897" sldId="2147480841"/>
            <ac:cxnSpMk id="71" creationId="{A84AEC7F-2F6F-3BF7-95EC-9EC404D26B7C}"/>
          </ac:cxnSpMkLst>
        </pc:cxnChg>
        <pc:cxnChg chg="del mod">
          <ac:chgData name="Takeuchi, Koichiro" userId="b3848a05-443b-4434-8fa5-7398ca0c03c9" providerId="ADAL" clId="{8AE3A369-E55C-4573-8F49-6E668EF80783}" dt="2024-07-11T07:21:30.730" v="13740" actId="478"/>
          <ac:cxnSpMkLst>
            <pc:docMk/>
            <pc:sldMk cId="489336897" sldId="2147480841"/>
            <ac:cxnSpMk id="76" creationId="{0BAFDF68-54E0-523B-45C2-C793ED8C36BB}"/>
          </ac:cxnSpMkLst>
        </pc:cxnChg>
        <pc:cxnChg chg="add mod">
          <ac:chgData name="Takeuchi, Koichiro" userId="b3848a05-443b-4434-8fa5-7398ca0c03c9" providerId="ADAL" clId="{8AE3A369-E55C-4573-8F49-6E668EF80783}" dt="2024-07-11T07:53:34.346" v="16535" actId="555"/>
          <ac:cxnSpMkLst>
            <pc:docMk/>
            <pc:sldMk cId="489336897" sldId="2147480841"/>
            <ac:cxnSpMk id="80" creationId="{0FA0233F-C197-C78E-FB79-9A95021269FF}"/>
          </ac:cxnSpMkLst>
        </pc:cxnChg>
        <pc:cxnChg chg="add mod">
          <ac:chgData name="Takeuchi, Koichiro" userId="b3848a05-443b-4434-8fa5-7398ca0c03c9" providerId="ADAL" clId="{8AE3A369-E55C-4573-8F49-6E668EF80783}" dt="2024-07-11T07:49:01.735" v="16034" actId="14100"/>
          <ac:cxnSpMkLst>
            <pc:docMk/>
            <pc:sldMk cId="489336897" sldId="2147480841"/>
            <ac:cxnSpMk id="83" creationId="{0B29E1F1-83D1-3DF9-4E2D-5D2044BA3DBE}"/>
          </ac:cxnSpMkLst>
        </pc:cxnChg>
        <pc:cxnChg chg="add mod">
          <ac:chgData name="Takeuchi, Koichiro" userId="b3848a05-443b-4434-8fa5-7398ca0c03c9" providerId="ADAL" clId="{8AE3A369-E55C-4573-8F49-6E668EF80783}" dt="2024-07-11T07:53:34.346" v="16535" actId="555"/>
          <ac:cxnSpMkLst>
            <pc:docMk/>
            <pc:sldMk cId="489336897" sldId="2147480841"/>
            <ac:cxnSpMk id="86" creationId="{75F21CE3-3B32-AD57-9662-ECB7265CDF11}"/>
          </ac:cxnSpMkLst>
        </pc:cxnChg>
        <pc:cxnChg chg="add mod">
          <ac:chgData name="Takeuchi, Koichiro" userId="b3848a05-443b-4434-8fa5-7398ca0c03c9" providerId="ADAL" clId="{8AE3A369-E55C-4573-8F49-6E668EF80783}" dt="2024-07-11T07:53:27.948" v="16532" actId="555"/>
          <ac:cxnSpMkLst>
            <pc:docMk/>
            <pc:sldMk cId="489336897" sldId="2147480841"/>
            <ac:cxnSpMk id="89" creationId="{EEB9A801-3C65-3403-54C2-46EA35EB027C}"/>
          </ac:cxnSpMkLst>
        </pc:cxnChg>
        <pc:cxnChg chg="add mod">
          <ac:chgData name="Takeuchi, Koichiro" userId="b3848a05-443b-4434-8fa5-7398ca0c03c9" providerId="ADAL" clId="{8AE3A369-E55C-4573-8F49-6E668EF80783}" dt="2024-07-11T07:53:27.948" v="16532" actId="555"/>
          <ac:cxnSpMkLst>
            <pc:docMk/>
            <pc:sldMk cId="489336897" sldId="2147480841"/>
            <ac:cxnSpMk id="93" creationId="{D935385D-EC38-67F6-F490-8303AE4C35E6}"/>
          </ac:cxnSpMkLst>
        </pc:cxnChg>
        <pc:cxnChg chg="mod">
          <ac:chgData name="Takeuchi, Koichiro" userId="b3848a05-443b-4434-8fa5-7398ca0c03c9" providerId="ADAL" clId="{8AE3A369-E55C-4573-8F49-6E668EF80783}" dt="2024-07-11T07:53:59.372" v="16549"/>
          <ac:cxnSpMkLst>
            <pc:docMk/>
            <pc:sldMk cId="489336897" sldId="2147480841"/>
            <ac:cxnSpMk id="101" creationId="{20BC817F-222C-9125-E322-4B6AC310FB46}"/>
          </ac:cxnSpMkLst>
        </pc:cxnChg>
        <pc:cxnChg chg="mod">
          <ac:chgData name="Takeuchi, Koichiro" userId="b3848a05-443b-4434-8fa5-7398ca0c03c9" providerId="ADAL" clId="{8AE3A369-E55C-4573-8F49-6E668EF80783}" dt="2024-07-11T07:54:16.359" v="16586"/>
          <ac:cxnSpMkLst>
            <pc:docMk/>
            <pc:sldMk cId="489336897" sldId="2147480841"/>
            <ac:cxnSpMk id="104" creationId="{72E7B28D-3EEA-0637-B871-B728E8095FFD}"/>
          </ac:cxnSpMkLst>
        </pc:cxnChg>
        <pc:cxnChg chg="mod">
          <ac:chgData name="Takeuchi, Koichiro" userId="b3848a05-443b-4434-8fa5-7398ca0c03c9" providerId="ADAL" clId="{8AE3A369-E55C-4573-8F49-6E668EF80783}" dt="2024-07-11T07:54:36.876" v="16614"/>
          <ac:cxnSpMkLst>
            <pc:docMk/>
            <pc:sldMk cId="489336897" sldId="2147480841"/>
            <ac:cxnSpMk id="107" creationId="{503AD396-25D5-AAC2-4741-CEBB91EBF409}"/>
          </ac:cxnSpMkLst>
        </pc:cxnChg>
        <pc:cxnChg chg="del mod">
          <ac:chgData name="Takeuchi, Koichiro" userId="b3848a05-443b-4434-8fa5-7398ca0c03c9" providerId="ADAL" clId="{8AE3A369-E55C-4573-8F49-6E668EF80783}" dt="2024-07-11T07:29:29.073" v="14068" actId="478"/>
          <ac:cxnSpMkLst>
            <pc:docMk/>
            <pc:sldMk cId="489336897" sldId="2147480841"/>
            <ac:cxnSpMk id="109" creationId="{3275AEDC-025C-4B1F-4533-4B10EE78329F}"/>
          </ac:cxnSpMkLst>
        </pc:cxnChg>
        <pc:cxnChg chg="del mod">
          <ac:chgData name="Takeuchi, Koichiro" userId="b3848a05-443b-4434-8fa5-7398ca0c03c9" providerId="ADAL" clId="{8AE3A369-E55C-4573-8F49-6E668EF80783}" dt="2024-07-11T07:29:29.073" v="14068" actId="478"/>
          <ac:cxnSpMkLst>
            <pc:docMk/>
            <pc:sldMk cId="489336897" sldId="2147480841"/>
            <ac:cxnSpMk id="125" creationId="{8787CE3C-CA7A-A3BE-09AF-744A7190F664}"/>
          </ac:cxnSpMkLst>
        </pc:cxnChg>
        <pc:cxnChg chg="del mod">
          <ac:chgData name="Takeuchi, Koichiro" userId="b3848a05-443b-4434-8fa5-7398ca0c03c9" providerId="ADAL" clId="{8AE3A369-E55C-4573-8F49-6E668EF80783}" dt="2024-07-11T07:29:19.715" v="14065" actId="478"/>
          <ac:cxnSpMkLst>
            <pc:docMk/>
            <pc:sldMk cId="489336897" sldId="2147480841"/>
            <ac:cxnSpMk id="139" creationId="{8DC7AD91-655E-054E-7D1E-D98A085B9247}"/>
          </ac:cxnSpMkLst>
        </pc:cxnChg>
        <pc:cxnChg chg="del mod">
          <ac:chgData name="Takeuchi, Koichiro" userId="b3848a05-443b-4434-8fa5-7398ca0c03c9" providerId="ADAL" clId="{8AE3A369-E55C-4573-8F49-6E668EF80783}" dt="2024-07-11T07:29:21.292" v="14066" actId="478"/>
          <ac:cxnSpMkLst>
            <pc:docMk/>
            <pc:sldMk cId="489336897" sldId="2147480841"/>
            <ac:cxnSpMk id="143" creationId="{3D096BD8-6E6E-D250-30BE-A545DA8F82A5}"/>
          </ac:cxnSpMkLst>
        </pc:cxnChg>
        <pc:cxnChg chg="del mod">
          <ac:chgData name="Takeuchi, Koichiro" userId="b3848a05-443b-4434-8fa5-7398ca0c03c9" providerId="ADAL" clId="{8AE3A369-E55C-4573-8F49-6E668EF80783}" dt="2024-07-11T07:29:19.715" v="14065" actId="478"/>
          <ac:cxnSpMkLst>
            <pc:docMk/>
            <pc:sldMk cId="489336897" sldId="2147480841"/>
            <ac:cxnSpMk id="157" creationId="{764E6D94-9419-4754-ED19-BFD46C6C1A65}"/>
          </ac:cxnSpMkLst>
        </pc:cxnChg>
        <pc:cxnChg chg="del mod">
          <ac:chgData name="Takeuchi, Koichiro" userId="b3848a05-443b-4434-8fa5-7398ca0c03c9" providerId="ADAL" clId="{8AE3A369-E55C-4573-8F49-6E668EF80783}" dt="2024-07-11T07:29:23.760" v="14067" actId="478"/>
          <ac:cxnSpMkLst>
            <pc:docMk/>
            <pc:sldMk cId="489336897" sldId="2147480841"/>
            <ac:cxnSpMk id="166" creationId="{748D00FA-2792-8498-BF5D-97F9B7851A9B}"/>
          </ac:cxnSpMkLst>
        </pc:cxnChg>
        <pc:cxnChg chg="del mod">
          <ac:chgData name="Takeuchi, Koichiro" userId="b3848a05-443b-4434-8fa5-7398ca0c03c9" providerId="ADAL" clId="{8AE3A369-E55C-4573-8F49-6E668EF80783}" dt="2024-07-11T07:29:23.760" v="14067" actId="478"/>
          <ac:cxnSpMkLst>
            <pc:docMk/>
            <pc:sldMk cId="489336897" sldId="2147480841"/>
            <ac:cxnSpMk id="170" creationId="{2ADDD7AE-3528-F939-719E-C0D38A3797CB}"/>
          </ac:cxnSpMkLst>
        </pc:cxnChg>
      </pc:sldChg>
      <pc:sldChg chg="addSp delSp modSp add mod">
        <pc:chgData name="Takeuchi, Koichiro" userId="b3848a05-443b-4434-8fa5-7398ca0c03c9" providerId="ADAL" clId="{8AE3A369-E55C-4573-8F49-6E668EF80783}" dt="2024-07-12T00:56:16.658" v="20533" actId="14100"/>
        <pc:sldMkLst>
          <pc:docMk/>
          <pc:sldMk cId="403272463" sldId="2147480842"/>
        </pc:sldMkLst>
        <pc:spChg chg="mod">
          <ac:chgData name="Takeuchi, Koichiro" userId="b3848a05-443b-4434-8fa5-7398ca0c03c9" providerId="ADAL" clId="{8AE3A369-E55C-4573-8F49-6E668EF80783}" dt="2024-07-12T00:02:32.660" v="19099" actId="404"/>
          <ac:spMkLst>
            <pc:docMk/>
            <pc:sldMk cId="403272463" sldId="2147480842"/>
            <ac:spMk id="2" creationId="{C4050E0A-F4AC-8E52-FCEA-9771083801F3}"/>
          </ac:spMkLst>
        </pc:spChg>
        <pc:spChg chg="mod">
          <ac:chgData name="Takeuchi, Koichiro" userId="b3848a05-443b-4434-8fa5-7398ca0c03c9" providerId="ADAL" clId="{8AE3A369-E55C-4573-8F49-6E668EF80783}" dt="2024-07-11T23:58:38.255" v="18954" actId="20577"/>
          <ac:spMkLst>
            <pc:docMk/>
            <pc:sldMk cId="403272463" sldId="2147480842"/>
            <ac:spMk id="4" creationId="{00A5FE04-EC3A-89E5-9EA0-6E07FBF47F13}"/>
          </ac:spMkLst>
        </pc:spChg>
        <pc:spChg chg="mod">
          <ac:chgData name="Takeuchi, Koichiro" userId="b3848a05-443b-4434-8fa5-7398ca0c03c9" providerId="ADAL" clId="{8AE3A369-E55C-4573-8F49-6E668EF80783}" dt="2024-07-12T00:56:16.658" v="20533" actId="14100"/>
          <ac:spMkLst>
            <pc:docMk/>
            <pc:sldMk cId="403272463" sldId="2147480842"/>
            <ac:spMk id="6" creationId="{90EE92DB-DBB3-C63E-C631-8747CA2DC46E}"/>
          </ac:spMkLst>
        </pc:spChg>
        <pc:spChg chg="add mod">
          <ac:chgData name="Takeuchi, Koichiro" userId="b3848a05-443b-4434-8fa5-7398ca0c03c9" providerId="ADAL" clId="{8AE3A369-E55C-4573-8F49-6E668EF80783}" dt="2024-07-11T07:59:17.096" v="16773"/>
          <ac:spMkLst>
            <pc:docMk/>
            <pc:sldMk cId="403272463" sldId="2147480842"/>
            <ac:spMk id="8" creationId="{353F94FD-E881-5FF8-712F-6F5AC10777B2}"/>
          </ac:spMkLst>
        </pc:spChg>
        <pc:spChg chg="mod">
          <ac:chgData name="Takeuchi, Koichiro" userId="b3848a05-443b-4434-8fa5-7398ca0c03c9" providerId="ADAL" clId="{8AE3A369-E55C-4573-8F49-6E668EF80783}" dt="2024-07-11T07:59:00.054" v="16772" actId="207"/>
          <ac:spMkLst>
            <pc:docMk/>
            <pc:sldMk cId="403272463" sldId="2147480842"/>
            <ac:spMk id="9" creationId="{B86D8330-0B1A-E587-FA07-0AAE4A76EC6B}"/>
          </ac:spMkLst>
        </pc:spChg>
        <pc:spChg chg="add mod">
          <ac:chgData name="Takeuchi, Koichiro" userId="b3848a05-443b-4434-8fa5-7398ca0c03c9" providerId="ADAL" clId="{8AE3A369-E55C-4573-8F49-6E668EF80783}" dt="2024-07-11T07:59:17.096" v="16773"/>
          <ac:spMkLst>
            <pc:docMk/>
            <pc:sldMk cId="403272463" sldId="2147480842"/>
            <ac:spMk id="10" creationId="{66CF0006-0006-798F-A82E-C57B504E4157}"/>
          </ac:spMkLst>
        </pc:spChg>
        <pc:spChg chg="add mod">
          <ac:chgData name="Takeuchi, Koichiro" userId="b3848a05-443b-4434-8fa5-7398ca0c03c9" providerId="ADAL" clId="{8AE3A369-E55C-4573-8F49-6E668EF80783}" dt="2024-07-11T07:59:23.184" v="16789" actId="1035"/>
          <ac:spMkLst>
            <pc:docMk/>
            <pc:sldMk cId="403272463" sldId="2147480842"/>
            <ac:spMk id="11" creationId="{4D90B926-8ADE-4C36-D0C8-B6C5AE45C9DF}"/>
          </ac:spMkLst>
        </pc:spChg>
        <pc:spChg chg="add del mod topLvl">
          <ac:chgData name="Takeuchi, Koichiro" userId="b3848a05-443b-4434-8fa5-7398ca0c03c9" providerId="ADAL" clId="{8AE3A369-E55C-4573-8F49-6E668EF80783}" dt="2024-07-11T07:58:57.397" v="16771" actId="207"/>
          <ac:spMkLst>
            <pc:docMk/>
            <pc:sldMk cId="403272463" sldId="2147480842"/>
            <ac:spMk id="12" creationId="{45EE08F6-DEC4-E349-C3D4-3A0D55311423}"/>
          </ac:spMkLst>
        </pc:spChg>
        <pc:spChg chg="mod topLvl">
          <ac:chgData name="Takeuchi, Koichiro" userId="b3848a05-443b-4434-8fa5-7398ca0c03c9" providerId="ADAL" clId="{8AE3A369-E55C-4573-8F49-6E668EF80783}" dt="2024-07-11T07:58:57.397" v="16771" actId="207"/>
          <ac:spMkLst>
            <pc:docMk/>
            <pc:sldMk cId="403272463" sldId="2147480842"/>
            <ac:spMk id="13" creationId="{F8CADEEC-4DA6-DFCA-EDD3-66F074215B62}"/>
          </ac:spMkLst>
        </pc:spChg>
        <pc:spChg chg="add mod">
          <ac:chgData name="Takeuchi, Koichiro" userId="b3848a05-443b-4434-8fa5-7398ca0c03c9" providerId="ADAL" clId="{8AE3A369-E55C-4573-8F49-6E668EF80783}" dt="2024-07-11T07:59:17.096" v="16773"/>
          <ac:spMkLst>
            <pc:docMk/>
            <pc:sldMk cId="403272463" sldId="2147480842"/>
            <ac:spMk id="14" creationId="{01318334-F0BA-AA8A-0013-7A0C5A4643FD}"/>
          </ac:spMkLst>
        </pc:spChg>
        <pc:spChg chg="mod">
          <ac:chgData name="Takeuchi, Koichiro" userId="b3848a05-443b-4434-8fa5-7398ca0c03c9" providerId="ADAL" clId="{8AE3A369-E55C-4573-8F49-6E668EF80783}" dt="2024-07-11T07:58:36.174" v="16763" actId="207"/>
          <ac:spMkLst>
            <pc:docMk/>
            <pc:sldMk cId="403272463" sldId="2147480842"/>
            <ac:spMk id="15" creationId="{9E2C2CC3-C868-A486-19A5-796650E36F44}"/>
          </ac:spMkLst>
        </pc:spChg>
        <pc:spChg chg="mod">
          <ac:chgData name="Takeuchi, Koichiro" userId="b3848a05-443b-4434-8fa5-7398ca0c03c9" providerId="ADAL" clId="{8AE3A369-E55C-4573-8F49-6E668EF80783}" dt="2024-07-11T07:58:36.174" v="16763" actId="207"/>
          <ac:spMkLst>
            <pc:docMk/>
            <pc:sldMk cId="403272463" sldId="2147480842"/>
            <ac:spMk id="16" creationId="{037C46BB-6F39-EABB-FE4B-F5D4758A4034}"/>
          </ac:spMkLst>
        </pc:spChg>
        <pc:spChg chg="mod">
          <ac:chgData name="Takeuchi, Koichiro" userId="b3848a05-443b-4434-8fa5-7398ca0c03c9" providerId="ADAL" clId="{8AE3A369-E55C-4573-8F49-6E668EF80783}" dt="2024-07-11T07:58:36.174" v="16763" actId="207"/>
          <ac:spMkLst>
            <pc:docMk/>
            <pc:sldMk cId="403272463" sldId="2147480842"/>
            <ac:spMk id="17" creationId="{A5CAC6B1-665F-4C40-F148-C1BBFB3F82B8}"/>
          </ac:spMkLst>
        </pc:spChg>
        <pc:spChg chg="mod">
          <ac:chgData name="Takeuchi, Koichiro" userId="b3848a05-443b-4434-8fa5-7398ca0c03c9" providerId="ADAL" clId="{8AE3A369-E55C-4573-8F49-6E668EF80783}" dt="2024-07-11T07:58:36.174" v="16763" actId="207"/>
          <ac:spMkLst>
            <pc:docMk/>
            <pc:sldMk cId="403272463" sldId="2147480842"/>
            <ac:spMk id="18" creationId="{54925650-A2C7-8C3D-3169-31D70F34808D}"/>
          </ac:spMkLst>
        </pc:spChg>
        <pc:spChg chg="add mod">
          <ac:chgData name="Takeuchi, Koichiro" userId="b3848a05-443b-4434-8fa5-7398ca0c03c9" providerId="ADAL" clId="{8AE3A369-E55C-4573-8F49-6E668EF80783}" dt="2024-07-11T07:59:36.440" v="16846" actId="1036"/>
          <ac:spMkLst>
            <pc:docMk/>
            <pc:sldMk cId="403272463" sldId="2147480842"/>
            <ac:spMk id="19" creationId="{62278405-AA73-BB3D-3692-CE3485DF99D9}"/>
          </ac:spMkLst>
        </pc:spChg>
        <pc:spChg chg="add del">
          <ac:chgData name="Takeuchi, Koichiro" userId="b3848a05-443b-4434-8fa5-7398ca0c03c9" providerId="ADAL" clId="{8AE3A369-E55C-4573-8F49-6E668EF80783}" dt="2024-07-11T07:56:40.370" v="16717" actId="478"/>
          <ac:spMkLst>
            <pc:docMk/>
            <pc:sldMk cId="403272463" sldId="2147480842"/>
            <ac:spMk id="20" creationId="{C1CCDEAC-293D-CFBD-A6DC-79CC8724D50D}"/>
          </ac:spMkLst>
        </pc:spChg>
        <pc:spChg chg="add mod">
          <ac:chgData name="Takeuchi, Koichiro" userId="b3848a05-443b-4434-8fa5-7398ca0c03c9" providerId="ADAL" clId="{8AE3A369-E55C-4573-8F49-6E668EF80783}" dt="2024-07-11T07:59:36.440" v="16846" actId="1036"/>
          <ac:spMkLst>
            <pc:docMk/>
            <pc:sldMk cId="403272463" sldId="2147480842"/>
            <ac:spMk id="21" creationId="{41DE38BB-ACDE-BA84-63B3-896A0AFFA9B6}"/>
          </ac:spMkLst>
        </pc:spChg>
        <pc:spChg chg="add mod">
          <ac:chgData name="Takeuchi, Koichiro" userId="b3848a05-443b-4434-8fa5-7398ca0c03c9" providerId="ADAL" clId="{8AE3A369-E55C-4573-8F49-6E668EF80783}" dt="2024-07-11T07:59:30.723" v="16830" actId="1035"/>
          <ac:spMkLst>
            <pc:docMk/>
            <pc:sldMk cId="403272463" sldId="2147480842"/>
            <ac:spMk id="22" creationId="{EA1260FA-C241-1169-71BB-ADAA87246489}"/>
          </ac:spMkLst>
        </pc:spChg>
        <pc:spChg chg="add mod">
          <ac:chgData name="Takeuchi, Koichiro" userId="b3848a05-443b-4434-8fa5-7398ca0c03c9" providerId="ADAL" clId="{8AE3A369-E55C-4573-8F49-6E668EF80783}" dt="2024-07-11T08:00:07.968" v="16874" actId="12788"/>
          <ac:spMkLst>
            <pc:docMk/>
            <pc:sldMk cId="403272463" sldId="2147480842"/>
            <ac:spMk id="23" creationId="{F43A83E6-F5CB-0B11-CC49-63CC12657B3E}"/>
          </ac:spMkLst>
        </pc:spChg>
        <pc:spChg chg="add del">
          <ac:chgData name="Takeuchi, Koichiro" userId="b3848a05-443b-4434-8fa5-7398ca0c03c9" providerId="ADAL" clId="{8AE3A369-E55C-4573-8F49-6E668EF80783}" dt="2024-07-11T07:56:40.370" v="16717" actId="478"/>
          <ac:spMkLst>
            <pc:docMk/>
            <pc:sldMk cId="403272463" sldId="2147480842"/>
            <ac:spMk id="24" creationId="{5DE35DF3-5FE8-F274-8AC5-7357F6730352}"/>
          </ac:spMkLst>
        </pc:spChg>
        <pc:spChg chg="add mod">
          <ac:chgData name="Takeuchi, Koichiro" userId="b3848a05-443b-4434-8fa5-7398ca0c03c9" providerId="ADAL" clId="{8AE3A369-E55C-4573-8F49-6E668EF80783}" dt="2024-07-11T08:00:07.968" v="16874" actId="12788"/>
          <ac:spMkLst>
            <pc:docMk/>
            <pc:sldMk cId="403272463" sldId="2147480842"/>
            <ac:spMk id="25" creationId="{F407CDBF-17F7-C930-1D05-27FF9BBF8574}"/>
          </ac:spMkLst>
        </pc:spChg>
        <pc:spChg chg="add mod">
          <ac:chgData name="Takeuchi, Koichiro" userId="b3848a05-443b-4434-8fa5-7398ca0c03c9" providerId="ADAL" clId="{8AE3A369-E55C-4573-8F49-6E668EF80783}" dt="2024-07-11T08:00:07.968" v="16874" actId="12788"/>
          <ac:spMkLst>
            <pc:docMk/>
            <pc:sldMk cId="403272463" sldId="2147480842"/>
            <ac:spMk id="26" creationId="{1055AAB6-5833-665F-2E90-66F76047418A}"/>
          </ac:spMkLst>
        </pc:spChg>
        <pc:spChg chg="add mod ord">
          <ac:chgData name="Takeuchi, Koichiro" userId="b3848a05-443b-4434-8fa5-7398ca0c03c9" providerId="ADAL" clId="{8AE3A369-E55C-4573-8F49-6E668EF80783}" dt="2024-07-11T23:47:17.046" v="18624" actId="1582"/>
          <ac:spMkLst>
            <pc:docMk/>
            <pc:sldMk cId="403272463" sldId="2147480842"/>
            <ac:spMk id="27" creationId="{55896198-E275-4DDF-259E-73748DC7FE8C}"/>
          </ac:spMkLst>
        </pc:spChg>
        <pc:spChg chg="add del mod">
          <ac:chgData name="Takeuchi, Koichiro" userId="b3848a05-443b-4434-8fa5-7398ca0c03c9" providerId="ADAL" clId="{8AE3A369-E55C-4573-8F49-6E668EF80783}" dt="2024-07-11T23:28:27.917" v="17526" actId="478"/>
          <ac:spMkLst>
            <pc:docMk/>
            <pc:sldMk cId="403272463" sldId="2147480842"/>
            <ac:spMk id="28" creationId="{EDF69261-0175-C1E7-E44C-D564D8DDD90C}"/>
          </ac:spMkLst>
        </pc:spChg>
        <pc:spChg chg="add del mod">
          <ac:chgData name="Takeuchi, Koichiro" userId="b3848a05-443b-4434-8fa5-7398ca0c03c9" providerId="ADAL" clId="{8AE3A369-E55C-4573-8F49-6E668EF80783}" dt="2024-07-11T23:23:49.282" v="17186" actId="478"/>
          <ac:spMkLst>
            <pc:docMk/>
            <pc:sldMk cId="403272463" sldId="2147480842"/>
            <ac:spMk id="29" creationId="{3EAD0560-4830-18DF-8910-1D95779D49DE}"/>
          </ac:spMkLst>
        </pc:spChg>
        <pc:spChg chg="add mod">
          <ac:chgData name="Takeuchi, Koichiro" userId="b3848a05-443b-4434-8fa5-7398ca0c03c9" providerId="ADAL" clId="{8AE3A369-E55C-4573-8F49-6E668EF80783}" dt="2024-07-11T23:27:54.882" v="17501" actId="552"/>
          <ac:spMkLst>
            <pc:docMk/>
            <pc:sldMk cId="403272463" sldId="2147480842"/>
            <ac:spMk id="30" creationId="{069D5DC4-5554-DF02-632A-B4C2BFA879A8}"/>
          </ac:spMkLst>
        </pc:spChg>
        <pc:spChg chg="add mod">
          <ac:chgData name="Takeuchi, Koichiro" userId="b3848a05-443b-4434-8fa5-7398ca0c03c9" providerId="ADAL" clId="{8AE3A369-E55C-4573-8F49-6E668EF80783}" dt="2024-07-11T23:27:42.057" v="17498"/>
          <ac:spMkLst>
            <pc:docMk/>
            <pc:sldMk cId="403272463" sldId="2147480842"/>
            <ac:spMk id="31" creationId="{54FDA52D-ADB2-85C4-8C95-9CA887BE18B8}"/>
          </ac:spMkLst>
        </pc:spChg>
        <pc:spChg chg="add mod">
          <ac:chgData name="Takeuchi, Koichiro" userId="b3848a05-443b-4434-8fa5-7398ca0c03c9" providerId="ADAL" clId="{8AE3A369-E55C-4573-8F49-6E668EF80783}" dt="2024-07-11T23:27:58.067" v="17502" actId="465"/>
          <ac:spMkLst>
            <pc:docMk/>
            <pc:sldMk cId="403272463" sldId="2147480842"/>
            <ac:spMk id="32" creationId="{7BBFDB6C-B8C8-3F19-4B13-D98FDA6AD88A}"/>
          </ac:spMkLst>
        </pc:spChg>
        <pc:spChg chg="add del">
          <ac:chgData name="Takeuchi, Koichiro" userId="b3848a05-443b-4434-8fa5-7398ca0c03c9" providerId="ADAL" clId="{8AE3A369-E55C-4573-8F49-6E668EF80783}" dt="2024-07-11T07:56:40.370" v="16717" actId="478"/>
          <ac:spMkLst>
            <pc:docMk/>
            <pc:sldMk cId="403272463" sldId="2147480842"/>
            <ac:spMk id="34" creationId="{DD3733C2-63E9-9073-72B8-48C6084F1C93}"/>
          </ac:spMkLst>
        </pc:spChg>
        <pc:spChg chg="add del">
          <ac:chgData name="Takeuchi, Koichiro" userId="b3848a05-443b-4434-8fa5-7398ca0c03c9" providerId="ADAL" clId="{8AE3A369-E55C-4573-8F49-6E668EF80783}" dt="2024-07-11T07:56:40.370" v="16717" actId="478"/>
          <ac:spMkLst>
            <pc:docMk/>
            <pc:sldMk cId="403272463" sldId="2147480842"/>
            <ac:spMk id="35" creationId="{5F1C6E13-5CA5-1BF9-0102-8F74C13F2D77}"/>
          </ac:spMkLst>
        </pc:spChg>
        <pc:spChg chg="add del">
          <ac:chgData name="Takeuchi, Koichiro" userId="b3848a05-443b-4434-8fa5-7398ca0c03c9" providerId="ADAL" clId="{8AE3A369-E55C-4573-8F49-6E668EF80783}" dt="2024-07-11T07:56:40.370" v="16717" actId="478"/>
          <ac:spMkLst>
            <pc:docMk/>
            <pc:sldMk cId="403272463" sldId="2147480842"/>
            <ac:spMk id="36" creationId="{90F6DD07-9D4B-ECEC-5DC6-1578937F845D}"/>
          </ac:spMkLst>
        </pc:spChg>
        <pc:spChg chg="mod">
          <ac:chgData name="Takeuchi, Koichiro" userId="b3848a05-443b-4434-8fa5-7398ca0c03c9" providerId="ADAL" clId="{8AE3A369-E55C-4573-8F49-6E668EF80783}" dt="2024-07-11T23:28:06.874" v="17504"/>
          <ac:spMkLst>
            <pc:docMk/>
            <pc:sldMk cId="403272463" sldId="2147480842"/>
            <ac:spMk id="39" creationId="{C513569F-4B23-3063-5B52-85C3D7795DA8}"/>
          </ac:spMkLst>
        </pc:spChg>
        <pc:spChg chg="add del">
          <ac:chgData name="Takeuchi, Koichiro" userId="b3848a05-443b-4434-8fa5-7398ca0c03c9" providerId="ADAL" clId="{8AE3A369-E55C-4573-8F49-6E668EF80783}" dt="2024-07-11T07:56:40.370" v="16717" actId="478"/>
          <ac:spMkLst>
            <pc:docMk/>
            <pc:sldMk cId="403272463" sldId="2147480842"/>
            <ac:spMk id="40" creationId="{E4013D42-869C-F771-1523-5561938B4D87}"/>
          </ac:spMkLst>
        </pc:spChg>
        <pc:spChg chg="mod">
          <ac:chgData name="Takeuchi, Koichiro" userId="b3848a05-443b-4434-8fa5-7398ca0c03c9" providerId="ADAL" clId="{8AE3A369-E55C-4573-8F49-6E668EF80783}" dt="2024-07-11T23:28:06.874" v="17504"/>
          <ac:spMkLst>
            <pc:docMk/>
            <pc:sldMk cId="403272463" sldId="2147480842"/>
            <ac:spMk id="41" creationId="{C6850488-DFB4-1ED8-1F49-2476D0E20CAF}"/>
          </ac:spMkLst>
        </pc:spChg>
        <pc:spChg chg="mod">
          <ac:chgData name="Takeuchi, Koichiro" userId="b3848a05-443b-4434-8fa5-7398ca0c03c9" providerId="ADAL" clId="{8AE3A369-E55C-4573-8F49-6E668EF80783}" dt="2024-07-11T23:28:06.874" v="17504"/>
          <ac:spMkLst>
            <pc:docMk/>
            <pc:sldMk cId="403272463" sldId="2147480842"/>
            <ac:spMk id="42" creationId="{19754EC4-19D5-931C-9A97-1ED539B7E5F3}"/>
          </ac:spMkLst>
        </pc:spChg>
        <pc:spChg chg="mod">
          <ac:chgData name="Takeuchi, Koichiro" userId="b3848a05-443b-4434-8fa5-7398ca0c03c9" providerId="ADAL" clId="{8AE3A369-E55C-4573-8F49-6E668EF80783}" dt="2024-07-11T23:28:06.874" v="17504"/>
          <ac:spMkLst>
            <pc:docMk/>
            <pc:sldMk cId="403272463" sldId="2147480842"/>
            <ac:spMk id="43" creationId="{A5B6D535-49A7-087A-FCDA-A674F3F31604}"/>
          </ac:spMkLst>
        </pc:spChg>
        <pc:spChg chg="mod">
          <ac:chgData name="Takeuchi, Koichiro" userId="b3848a05-443b-4434-8fa5-7398ca0c03c9" providerId="ADAL" clId="{8AE3A369-E55C-4573-8F49-6E668EF80783}" dt="2024-07-11T23:28:06.874" v="17504"/>
          <ac:spMkLst>
            <pc:docMk/>
            <pc:sldMk cId="403272463" sldId="2147480842"/>
            <ac:spMk id="44" creationId="{944B0AD2-E2DD-C602-3A35-325B012F1351}"/>
          </ac:spMkLst>
        </pc:spChg>
        <pc:spChg chg="mod">
          <ac:chgData name="Takeuchi, Koichiro" userId="b3848a05-443b-4434-8fa5-7398ca0c03c9" providerId="ADAL" clId="{8AE3A369-E55C-4573-8F49-6E668EF80783}" dt="2024-07-11T23:28:06.874" v="17504"/>
          <ac:spMkLst>
            <pc:docMk/>
            <pc:sldMk cId="403272463" sldId="2147480842"/>
            <ac:spMk id="45" creationId="{ACB2C97E-C816-65F3-AD72-F1A1FDF5574A}"/>
          </ac:spMkLst>
        </pc:spChg>
        <pc:spChg chg="mod">
          <ac:chgData name="Takeuchi, Koichiro" userId="b3848a05-443b-4434-8fa5-7398ca0c03c9" providerId="ADAL" clId="{8AE3A369-E55C-4573-8F49-6E668EF80783}" dt="2024-07-11T23:44:45.022" v="18529" actId="20577"/>
          <ac:spMkLst>
            <pc:docMk/>
            <pc:sldMk cId="403272463" sldId="2147480842"/>
            <ac:spMk id="56" creationId="{491EEB24-3D1D-D72F-A1D9-0DE73D7B5404}"/>
          </ac:spMkLst>
        </pc:spChg>
        <pc:spChg chg="mod topLvl">
          <ac:chgData name="Takeuchi, Koichiro" userId="b3848a05-443b-4434-8fa5-7398ca0c03c9" providerId="ADAL" clId="{8AE3A369-E55C-4573-8F49-6E668EF80783}" dt="2024-07-11T07:58:57.397" v="16771" actId="207"/>
          <ac:spMkLst>
            <pc:docMk/>
            <pc:sldMk cId="403272463" sldId="2147480842"/>
            <ac:spMk id="75" creationId="{259D5601-F7A4-9E37-5B38-041897564AC6}"/>
          </ac:spMkLst>
        </pc:spChg>
        <pc:spChg chg="mod">
          <ac:chgData name="Takeuchi, Koichiro" userId="b3848a05-443b-4434-8fa5-7398ca0c03c9" providerId="ADAL" clId="{8AE3A369-E55C-4573-8F49-6E668EF80783}" dt="2024-07-11T07:58:36.174" v="16763" actId="207"/>
          <ac:spMkLst>
            <pc:docMk/>
            <pc:sldMk cId="403272463" sldId="2147480842"/>
            <ac:spMk id="77" creationId="{BD0BC7C3-CD39-C14E-2EA1-9B97F1441834}"/>
          </ac:spMkLst>
        </pc:spChg>
        <pc:spChg chg="mod">
          <ac:chgData name="Takeuchi, Koichiro" userId="b3848a05-443b-4434-8fa5-7398ca0c03c9" providerId="ADAL" clId="{8AE3A369-E55C-4573-8F49-6E668EF80783}" dt="2024-07-11T07:58:36.174" v="16763" actId="207"/>
          <ac:spMkLst>
            <pc:docMk/>
            <pc:sldMk cId="403272463" sldId="2147480842"/>
            <ac:spMk id="78" creationId="{FEA6D6A3-6F0A-1214-A01F-411341C529BB}"/>
          </ac:spMkLst>
        </pc:spChg>
        <pc:spChg chg="mod">
          <ac:chgData name="Takeuchi, Koichiro" userId="b3848a05-443b-4434-8fa5-7398ca0c03c9" providerId="ADAL" clId="{8AE3A369-E55C-4573-8F49-6E668EF80783}" dt="2024-07-11T07:58:14.200" v="16761" actId="165"/>
          <ac:spMkLst>
            <pc:docMk/>
            <pc:sldMk cId="403272463" sldId="2147480842"/>
            <ac:spMk id="105" creationId="{925A08DC-8BAC-BE6C-0D37-8A810DB70136}"/>
          </ac:spMkLst>
        </pc:spChg>
        <pc:spChg chg="add del">
          <ac:chgData name="Takeuchi, Koichiro" userId="b3848a05-443b-4434-8fa5-7398ca0c03c9" providerId="ADAL" clId="{8AE3A369-E55C-4573-8F49-6E668EF80783}" dt="2024-07-11T07:56:35.465" v="16716" actId="478"/>
          <ac:spMkLst>
            <pc:docMk/>
            <pc:sldMk cId="403272463" sldId="2147480842"/>
            <ac:spMk id="262" creationId="{13F54DFC-015E-3ABF-3B49-E6DF60880083}"/>
          </ac:spMkLst>
        </pc:spChg>
        <pc:grpChg chg="add del mod">
          <ac:chgData name="Takeuchi, Koichiro" userId="b3848a05-443b-4434-8fa5-7398ca0c03c9" providerId="ADAL" clId="{8AE3A369-E55C-4573-8F49-6E668EF80783}" dt="2024-07-11T07:58:14.200" v="16761" actId="165"/>
          <ac:grpSpMkLst>
            <pc:docMk/>
            <pc:sldMk cId="403272463" sldId="2147480842"/>
            <ac:grpSpMk id="3" creationId="{D9B974E1-A313-B518-62E2-64EF0F25FC68}"/>
          </ac:grpSpMkLst>
        </pc:grpChg>
        <pc:grpChg chg="add del mod ord">
          <ac:chgData name="Takeuchi, Koichiro" userId="b3848a05-443b-4434-8fa5-7398ca0c03c9" providerId="ADAL" clId="{8AE3A369-E55C-4573-8F49-6E668EF80783}" dt="2024-07-11T07:58:54.668" v="16770" actId="165"/>
          <ac:grpSpMkLst>
            <pc:docMk/>
            <pc:sldMk cId="403272463" sldId="2147480842"/>
            <ac:grpSpMk id="7" creationId="{6F2CBB75-CF98-AD4C-B711-3EA85D89C046}"/>
          </ac:grpSpMkLst>
        </pc:grpChg>
        <pc:grpChg chg="add mod">
          <ac:chgData name="Takeuchi, Koichiro" userId="b3848a05-443b-4434-8fa5-7398ca0c03c9" providerId="ADAL" clId="{8AE3A369-E55C-4573-8F49-6E668EF80783}" dt="2024-07-11T23:28:10.350" v="17512" actId="1036"/>
          <ac:grpSpMkLst>
            <pc:docMk/>
            <pc:sldMk cId="403272463" sldId="2147480842"/>
            <ac:grpSpMk id="38" creationId="{EEAFF4D3-3370-FEBD-76BE-36E9A2AA533E}"/>
          </ac:grpSpMkLst>
        </pc:grpChg>
        <pc:grpChg chg="mod topLvl">
          <ac:chgData name="Takeuchi, Koichiro" userId="b3848a05-443b-4434-8fa5-7398ca0c03c9" providerId="ADAL" clId="{8AE3A369-E55C-4573-8F49-6E668EF80783}" dt="2024-07-11T07:58:36.174" v="16763" actId="207"/>
          <ac:grpSpMkLst>
            <pc:docMk/>
            <pc:sldMk cId="403272463" sldId="2147480842"/>
            <ac:grpSpMk id="47" creationId="{D8EE1047-A8A2-0740-2664-88806BE2E5B6}"/>
          </ac:grpSpMkLst>
        </pc:grpChg>
        <pc:grpChg chg="mod">
          <ac:chgData name="Takeuchi, Koichiro" userId="b3848a05-443b-4434-8fa5-7398ca0c03c9" providerId="ADAL" clId="{8AE3A369-E55C-4573-8F49-6E668EF80783}" dt="2024-07-11T07:58:07.322" v="16760" actId="14100"/>
          <ac:grpSpMkLst>
            <pc:docMk/>
            <pc:sldMk cId="403272463" sldId="2147480842"/>
            <ac:grpSpMk id="100" creationId="{8B34D0DF-ED2B-8103-803C-BF460FF02642}"/>
          </ac:grpSpMkLst>
        </pc:grpChg>
        <pc:grpChg chg="mod topLvl">
          <ac:chgData name="Takeuchi, Koichiro" userId="b3848a05-443b-4434-8fa5-7398ca0c03c9" providerId="ADAL" clId="{8AE3A369-E55C-4573-8F49-6E668EF80783}" dt="2024-07-11T07:58:14.200" v="16761" actId="165"/>
          <ac:grpSpMkLst>
            <pc:docMk/>
            <pc:sldMk cId="403272463" sldId="2147480842"/>
            <ac:grpSpMk id="103" creationId="{3058AAFE-BC61-F5D2-7304-FAF8D97EA765}"/>
          </ac:grpSpMkLst>
        </pc:grpChg>
        <pc:grpChg chg="add del">
          <ac:chgData name="Takeuchi, Koichiro" userId="b3848a05-443b-4434-8fa5-7398ca0c03c9" providerId="ADAL" clId="{8AE3A369-E55C-4573-8F49-6E668EF80783}" dt="2024-07-11T07:56:40.370" v="16717" actId="478"/>
          <ac:grpSpMkLst>
            <pc:docMk/>
            <pc:sldMk cId="403272463" sldId="2147480842"/>
            <ac:grpSpMk id="106" creationId="{86FEFFE9-0C0F-F8E8-B6AA-633F01148805}"/>
          </ac:grpSpMkLst>
        </pc:grpChg>
        <pc:picChg chg="mod topLvl">
          <ac:chgData name="Takeuchi, Koichiro" userId="b3848a05-443b-4434-8fa5-7398ca0c03c9" providerId="ADAL" clId="{8AE3A369-E55C-4573-8F49-6E668EF80783}" dt="2024-07-11T07:58:54.668" v="16770" actId="165"/>
          <ac:picMkLst>
            <pc:docMk/>
            <pc:sldMk cId="403272463" sldId="2147480842"/>
            <ac:picMk id="97" creationId="{DA3BCDB9-2F9E-2EEF-EBF6-87AEC335FD06}"/>
          </ac:picMkLst>
        </pc:picChg>
        <pc:picChg chg="mod topLvl">
          <ac:chgData name="Takeuchi, Koichiro" userId="b3848a05-443b-4434-8fa5-7398ca0c03c9" providerId="ADAL" clId="{8AE3A369-E55C-4573-8F49-6E668EF80783}" dt="2024-07-11T07:58:54.668" v="16770" actId="165"/>
          <ac:picMkLst>
            <pc:docMk/>
            <pc:sldMk cId="403272463" sldId="2147480842"/>
            <ac:picMk id="98" creationId="{74E0DF33-744D-7AA0-4619-25DB0F7CAC65}"/>
          </ac:picMkLst>
        </pc:picChg>
        <pc:picChg chg="mod topLvl">
          <ac:chgData name="Takeuchi, Koichiro" userId="b3848a05-443b-4434-8fa5-7398ca0c03c9" providerId="ADAL" clId="{8AE3A369-E55C-4573-8F49-6E668EF80783}" dt="2024-07-11T07:58:54.668" v="16770" actId="165"/>
          <ac:picMkLst>
            <pc:docMk/>
            <pc:sldMk cId="403272463" sldId="2147480842"/>
            <ac:picMk id="99" creationId="{6E486C85-0C8B-62F1-08D7-9F30709C2997}"/>
          </ac:picMkLst>
        </pc:picChg>
        <pc:cxnChg chg="add mod">
          <ac:chgData name="Takeuchi, Koichiro" userId="b3848a05-443b-4434-8fa5-7398ca0c03c9" providerId="ADAL" clId="{8AE3A369-E55C-4573-8F49-6E668EF80783}" dt="2024-07-11T23:28:00.504" v="17503" actId="14100"/>
          <ac:cxnSpMkLst>
            <pc:docMk/>
            <pc:sldMk cId="403272463" sldId="2147480842"/>
            <ac:cxnSpMk id="33" creationId="{5C3DF6E8-98DE-10EC-B3B6-73FC234486F1}"/>
          </ac:cxnSpMkLst>
        </pc:cxnChg>
        <pc:cxnChg chg="mod">
          <ac:chgData name="Takeuchi, Koichiro" userId="b3848a05-443b-4434-8fa5-7398ca0c03c9" providerId="ADAL" clId="{8AE3A369-E55C-4573-8F49-6E668EF80783}" dt="2024-07-11T07:57:10.020" v="16759" actId="408"/>
          <ac:cxnSpMkLst>
            <pc:docMk/>
            <pc:sldMk cId="403272463" sldId="2147480842"/>
            <ac:cxnSpMk id="48" creationId="{D4FD7392-C1E2-B608-5C67-1ABC79F55E40}"/>
          </ac:cxnSpMkLst>
        </pc:cxnChg>
        <pc:cxnChg chg="mod">
          <ac:chgData name="Takeuchi, Koichiro" userId="b3848a05-443b-4434-8fa5-7398ca0c03c9" providerId="ADAL" clId="{8AE3A369-E55C-4573-8F49-6E668EF80783}" dt="2024-07-11T07:57:10.020" v="16759" actId="408"/>
          <ac:cxnSpMkLst>
            <pc:docMk/>
            <pc:sldMk cId="403272463" sldId="2147480842"/>
            <ac:cxnSpMk id="54" creationId="{DB26F43B-A4F2-EDFB-2E37-8D85E9B60EDF}"/>
          </ac:cxnSpMkLst>
        </pc:cxnChg>
        <pc:cxnChg chg="mod">
          <ac:chgData name="Takeuchi, Koichiro" userId="b3848a05-443b-4434-8fa5-7398ca0c03c9" providerId="ADAL" clId="{8AE3A369-E55C-4573-8F49-6E668EF80783}" dt="2024-07-11T07:58:50.717" v="16767" actId="21"/>
          <ac:cxnSpMkLst>
            <pc:docMk/>
            <pc:sldMk cId="403272463" sldId="2147480842"/>
            <ac:cxnSpMk id="62" creationId="{3BCA13A8-85D4-8A27-0C4B-479D5213A003}"/>
          </ac:cxnSpMkLst>
        </pc:cxnChg>
        <pc:cxnChg chg="mod">
          <ac:chgData name="Takeuchi, Koichiro" userId="b3848a05-443b-4434-8fa5-7398ca0c03c9" providerId="ADAL" clId="{8AE3A369-E55C-4573-8F49-6E668EF80783}" dt="2024-07-11T07:57:10.020" v="16759" actId="408"/>
          <ac:cxnSpMkLst>
            <pc:docMk/>
            <pc:sldMk cId="403272463" sldId="2147480842"/>
            <ac:cxnSpMk id="65" creationId="{70105A52-964A-C572-4A9F-91567429863F}"/>
          </ac:cxnSpMkLst>
        </pc:cxnChg>
        <pc:cxnChg chg="mod">
          <ac:chgData name="Takeuchi, Koichiro" userId="b3848a05-443b-4434-8fa5-7398ca0c03c9" providerId="ADAL" clId="{8AE3A369-E55C-4573-8F49-6E668EF80783}" dt="2024-07-11T07:57:10.020" v="16759" actId="408"/>
          <ac:cxnSpMkLst>
            <pc:docMk/>
            <pc:sldMk cId="403272463" sldId="2147480842"/>
            <ac:cxnSpMk id="71" creationId="{A84AEC7F-2F6F-3BF7-95EC-9EC404D26B7C}"/>
          </ac:cxnSpMkLst>
        </pc:cxnChg>
        <pc:cxnChg chg="mod">
          <ac:chgData name="Takeuchi, Koichiro" userId="b3848a05-443b-4434-8fa5-7398ca0c03c9" providerId="ADAL" clId="{8AE3A369-E55C-4573-8F49-6E668EF80783}" dt="2024-07-11T07:58:50.717" v="16767" actId="21"/>
          <ac:cxnSpMkLst>
            <pc:docMk/>
            <pc:sldMk cId="403272463" sldId="2147480842"/>
            <ac:cxnSpMk id="80" creationId="{0FA0233F-C197-C78E-FB79-9A95021269FF}"/>
          </ac:cxnSpMkLst>
        </pc:cxnChg>
        <pc:cxnChg chg="del mod">
          <ac:chgData name="Takeuchi, Koichiro" userId="b3848a05-443b-4434-8fa5-7398ca0c03c9" providerId="ADAL" clId="{8AE3A369-E55C-4573-8F49-6E668EF80783}" dt="2024-07-11T23:47:08.286" v="18623" actId="478"/>
          <ac:cxnSpMkLst>
            <pc:docMk/>
            <pc:sldMk cId="403272463" sldId="2147480842"/>
            <ac:cxnSpMk id="83" creationId="{0B29E1F1-83D1-3DF9-4E2D-5D2044BA3DBE}"/>
          </ac:cxnSpMkLst>
        </pc:cxnChg>
        <pc:cxnChg chg="mod">
          <ac:chgData name="Takeuchi, Koichiro" userId="b3848a05-443b-4434-8fa5-7398ca0c03c9" providerId="ADAL" clId="{8AE3A369-E55C-4573-8F49-6E668EF80783}" dt="2024-07-11T07:58:50.717" v="16767" actId="21"/>
          <ac:cxnSpMkLst>
            <pc:docMk/>
            <pc:sldMk cId="403272463" sldId="2147480842"/>
            <ac:cxnSpMk id="86" creationId="{75F21CE3-3B32-AD57-9662-ECB7265CDF11}"/>
          </ac:cxnSpMkLst>
        </pc:cxnChg>
        <pc:cxnChg chg="mod">
          <ac:chgData name="Takeuchi, Koichiro" userId="b3848a05-443b-4434-8fa5-7398ca0c03c9" providerId="ADAL" clId="{8AE3A369-E55C-4573-8F49-6E668EF80783}" dt="2024-07-11T07:57:10.020" v="16759" actId="408"/>
          <ac:cxnSpMkLst>
            <pc:docMk/>
            <pc:sldMk cId="403272463" sldId="2147480842"/>
            <ac:cxnSpMk id="89" creationId="{EEB9A801-3C65-3403-54C2-46EA35EB027C}"/>
          </ac:cxnSpMkLst>
        </pc:cxnChg>
        <pc:cxnChg chg="mod">
          <ac:chgData name="Takeuchi, Koichiro" userId="b3848a05-443b-4434-8fa5-7398ca0c03c9" providerId="ADAL" clId="{8AE3A369-E55C-4573-8F49-6E668EF80783}" dt="2024-07-11T07:57:10.020" v="16759" actId="408"/>
          <ac:cxnSpMkLst>
            <pc:docMk/>
            <pc:sldMk cId="403272463" sldId="2147480842"/>
            <ac:cxnSpMk id="93" creationId="{D935385D-EC38-67F6-F490-8303AE4C35E6}"/>
          </ac:cxnSpMkLst>
        </pc:cxnChg>
        <pc:cxnChg chg="mod">
          <ac:chgData name="Takeuchi, Koichiro" userId="b3848a05-443b-4434-8fa5-7398ca0c03c9" providerId="ADAL" clId="{8AE3A369-E55C-4573-8F49-6E668EF80783}" dt="2024-07-11T07:58:14.200" v="16761" actId="165"/>
          <ac:cxnSpMkLst>
            <pc:docMk/>
            <pc:sldMk cId="403272463" sldId="2147480842"/>
            <ac:cxnSpMk id="104" creationId="{72E7B28D-3EEA-0637-B871-B728E8095FFD}"/>
          </ac:cxnSpMkLst>
        </pc:cxnChg>
      </pc:sldChg>
    </pc:docChg>
  </pc:docChgLst>
  <pc:docChgLst>
    <pc:chgData name="Takeuchi, Koichiro" userId="b3848a05-443b-4434-8fa5-7398ca0c03c9" providerId="ADAL" clId="{9101E218-1D98-47F3-8AF3-D91650792D17}"/>
    <pc:docChg chg="custSel delSld modSld modSection">
      <pc:chgData name="Takeuchi, Koichiro" userId="b3848a05-443b-4434-8fa5-7398ca0c03c9" providerId="ADAL" clId="{9101E218-1D98-47F3-8AF3-D91650792D17}" dt="2024-05-27T08:37:52.315" v="349" actId="20577"/>
      <pc:docMkLst>
        <pc:docMk/>
      </pc:docMkLst>
      <pc:sldChg chg="del">
        <pc:chgData name="Takeuchi, Koichiro" userId="b3848a05-443b-4434-8fa5-7398ca0c03c9" providerId="ADAL" clId="{9101E218-1D98-47F3-8AF3-D91650792D17}" dt="2024-05-27T08:31:14.347" v="137" actId="47"/>
        <pc:sldMkLst>
          <pc:docMk/>
          <pc:sldMk cId="2966159613" sldId="2146849189"/>
        </pc:sldMkLst>
      </pc:sldChg>
      <pc:sldChg chg="delSp modSp mod">
        <pc:chgData name="Takeuchi, Koichiro" userId="b3848a05-443b-4434-8fa5-7398ca0c03c9" providerId="ADAL" clId="{9101E218-1D98-47F3-8AF3-D91650792D17}" dt="2024-05-27T08:21:38.424" v="2" actId="20577"/>
        <pc:sldMkLst>
          <pc:docMk/>
          <pc:sldMk cId="684610595" sldId="2147468582"/>
        </pc:sldMkLst>
        <pc:spChg chg="del">
          <ac:chgData name="Takeuchi, Koichiro" userId="b3848a05-443b-4434-8fa5-7398ca0c03c9" providerId="ADAL" clId="{9101E218-1D98-47F3-8AF3-D91650792D17}" dt="2024-05-27T08:21:34.787" v="0" actId="478"/>
          <ac:spMkLst>
            <pc:docMk/>
            <pc:sldMk cId="684610595" sldId="2147468582"/>
            <ac:spMk id="4" creationId="{672C67E4-DAE3-33E9-07F9-6BBC3E63FCB0}"/>
          </ac:spMkLst>
        </pc:spChg>
        <pc:spChg chg="mod">
          <ac:chgData name="Takeuchi, Koichiro" userId="b3848a05-443b-4434-8fa5-7398ca0c03c9" providerId="ADAL" clId="{9101E218-1D98-47F3-8AF3-D91650792D17}" dt="2024-05-27T08:21:38.424" v="2" actId="20577"/>
          <ac:spMkLst>
            <pc:docMk/>
            <pc:sldMk cId="684610595" sldId="2147468582"/>
            <ac:spMk id="7" creationId="{A22762E2-0815-406B-AB18-FC327E470E5A}"/>
          </ac:spMkLst>
        </pc:spChg>
      </pc:sldChg>
      <pc:sldChg chg="del">
        <pc:chgData name="Takeuchi, Koichiro" userId="b3848a05-443b-4434-8fa5-7398ca0c03c9" providerId="ADAL" clId="{9101E218-1D98-47F3-8AF3-D91650792D17}" dt="2024-05-27T08:37:19.862" v="345" actId="47"/>
        <pc:sldMkLst>
          <pc:docMk/>
          <pc:sldMk cId="530578480" sldId="2147468639"/>
        </pc:sldMkLst>
      </pc:sldChg>
      <pc:sldChg chg="delSp mod">
        <pc:chgData name="Takeuchi, Koichiro" userId="b3848a05-443b-4434-8fa5-7398ca0c03c9" providerId="ADAL" clId="{9101E218-1D98-47F3-8AF3-D91650792D17}" dt="2024-05-27T08:21:52.568" v="3" actId="478"/>
        <pc:sldMkLst>
          <pc:docMk/>
          <pc:sldMk cId="1695821962" sldId="2147468663"/>
        </pc:sldMkLst>
        <pc:spChg chg="del">
          <ac:chgData name="Takeuchi, Koichiro" userId="b3848a05-443b-4434-8fa5-7398ca0c03c9" providerId="ADAL" clId="{9101E218-1D98-47F3-8AF3-D91650792D17}" dt="2024-05-27T08:21:52.568" v="3" actId="478"/>
          <ac:spMkLst>
            <pc:docMk/>
            <pc:sldMk cId="1695821962" sldId="2147468663"/>
            <ac:spMk id="8" creationId="{E25B4093-E5BC-031E-2D42-98B8C61DF278}"/>
          </ac:spMkLst>
        </pc:spChg>
      </pc:sldChg>
      <pc:sldChg chg="del">
        <pc:chgData name="Takeuchi, Koichiro" userId="b3848a05-443b-4434-8fa5-7398ca0c03c9" providerId="ADAL" clId="{9101E218-1D98-47F3-8AF3-D91650792D17}" dt="2024-05-27T08:37:16.208" v="344" actId="47"/>
        <pc:sldMkLst>
          <pc:docMk/>
          <pc:sldMk cId="4161607056" sldId="2147468664"/>
        </pc:sldMkLst>
      </pc:sldChg>
      <pc:sldChg chg="delSp modSp mod">
        <pc:chgData name="Takeuchi, Koichiro" userId="b3848a05-443b-4434-8fa5-7398ca0c03c9" providerId="ADAL" clId="{9101E218-1D98-47F3-8AF3-D91650792D17}" dt="2024-05-27T08:37:52.315" v="349" actId="20577"/>
        <pc:sldMkLst>
          <pc:docMk/>
          <pc:sldMk cId="4282457053" sldId="2147468665"/>
        </pc:sldMkLst>
        <pc:spChg chg="mod">
          <ac:chgData name="Takeuchi, Koichiro" userId="b3848a05-443b-4434-8fa5-7398ca0c03c9" providerId="ADAL" clId="{9101E218-1D98-47F3-8AF3-D91650792D17}" dt="2024-05-27T08:37:52.315" v="349" actId="20577"/>
          <ac:spMkLst>
            <pc:docMk/>
            <pc:sldMk cId="4282457053" sldId="2147468665"/>
            <ac:spMk id="4" creationId="{4E91C10C-2DEB-B4D7-60F2-3238F2D38E1C}"/>
          </ac:spMkLst>
        </pc:spChg>
        <pc:spChg chg="del">
          <ac:chgData name="Takeuchi, Koichiro" userId="b3848a05-443b-4434-8fa5-7398ca0c03c9" providerId="ADAL" clId="{9101E218-1D98-47F3-8AF3-D91650792D17}" dt="2024-05-27T08:22:22.767" v="4" actId="478"/>
          <ac:spMkLst>
            <pc:docMk/>
            <pc:sldMk cId="4282457053" sldId="2147468665"/>
            <ac:spMk id="97" creationId="{40848837-0E64-8A7B-05BA-F3ACE1641505}"/>
          </ac:spMkLst>
        </pc:spChg>
      </pc:sldChg>
      <pc:sldChg chg="addSp delSp modSp mod">
        <pc:chgData name="Takeuchi, Koichiro" userId="b3848a05-443b-4434-8fa5-7398ca0c03c9" providerId="ADAL" clId="{9101E218-1D98-47F3-8AF3-D91650792D17}" dt="2024-05-27T08:22:56.752" v="16" actId="14100"/>
        <pc:sldMkLst>
          <pc:docMk/>
          <pc:sldMk cId="2527263272" sldId="2147468666"/>
        </pc:sldMkLst>
        <pc:spChg chg="add mod">
          <ac:chgData name="Takeuchi, Koichiro" userId="b3848a05-443b-4434-8fa5-7398ca0c03c9" providerId="ADAL" clId="{9101E218-1D98-47F3-8AF3-D91650792D17}" dt="2024-05-27T08:22:56.752" v="16" actId="14100"/>
          <ac:spMkLst>
            <pc:docMk/>
            <pc:sldMk cId="2527263272" sldId="2147468666"/>
            <ac:spMk id="3" creationId="{4DB3E926-B7FA-98D2-465F-C34BD60566C4}"/>
          </ac:spMkLst>
        </pc:spChg>
        <pc:spChg chg="del">
          <ac:chgData name="Takeuchi, Koichiro" userId="b3848a05-443b-4434-8fa5-7398ca0c03c9" providerId="ADAL" clId="{9101E218-1D98-47F3-8AF3-D91650792D17}" dt="2024-05-27T08:22:28.738" v="5" actId="478"/>
          <ac:spMkLst>
            <pc:docMk/>
            <pc:sldMk cId="2527263272" sldId="2147468666"/>
            <ac:spMk id="52" creationId="{8F380167-8699-09CD-1238-FA1D13B1CDF1}"/>
          </ac:spMkLst>
        </pc:spChg>
      </pc:sldChg>
      <pc:sldChg chg="modSp mod">
        <pc:chgData name="Takeuchi, Koichiro" userId="b3848a05-443b-4434-8fa5-7398ca0c03c9" providerId="ADAL" clId="{9101E218-1D98-47F3-8AF3-D91650792D17}" dt="2024-05-27T08:23:39.759" v="17" actId="20577"/>
        <pc:sldMkLst>
          <pc:docMk/>
          <pc:sldMk cId="908662233" sldId="2147468668"/>
        </pc:sldMkLst>
        <pc:spChg chg="mod">
          <ac:chgData name="Takeuchi, Koichiro" userId="b3848a05-443b-4434-8fa5-7398ca0c03c9" providerId="ADAL" clId="{9101E218-1D98-47F3-8AF3-D91650792D17}" dt="2024-05-27T08:23:39.759" v="17" actId="20577"/>
          <ac:spMkLst>
            <pc:docMk/>
            <pc:sldMk cId="908662233" sldId="2147468668"/>
            <ac:spMk id="9" creationId="{AF25EA85-F864-A148-B359-B1335CA54D0C}"/>
          </ac:spMkLst>
        </pc:spChg>
      </pc:sldChg>
      <pc:sldChg chg="modSp mod">
        <pc:chgData name="Takeuchi, Koichiro" userId="b3848a05-443b-4434-8fa5-7398ca0c03c9" providerId="ADAL" clId="{9101E218-1D98-47F3-8AF3-D91650792D17}" dt="2024-05-27T08:24:04.232" v="46" actId="20577"/>
        <pc:sldMkLst>
          <pc:docMk/>
          <pc:sldMk cId="391420764" sldId="2147468669"/>
        </pc:sldMkLst>
        <pc:spChg chg="mod">
          <ac:chgData name="Takeuchi, Koichiro" userId="b3848a05-443b-4434-8fa5-7398ca0c03c9" providerId="ADAL" clId="{9101E218-1D98-47F3-8AF3-D91650792D17}" dt="2024-05-27T08:24:04.232" v="46" actId="20577"/>
          <ac:spMkLst>
            <pc:docMk/>
            <pc:sldMk cId="391420764" sldId="2147468669"/>
            <ac:spMk id="3" creationId="{6F87811F-22A0-40CB-5137-F9234735B4E4}"/>
          </ac:spMkLst>
        </pc:spChg>
      </pc:sldChg>
      <pc:sldChg chg="del">
        <pc:chgData name="Takeuchi, Koichiro" userId="b3848a05-443b-4434-8fa5-7398ca0c03c9" providerId="ADAL" clId="{9101E218-1D98-47F3-8AF3-D91650792D17}" dt="2024-05-27T08:31:14.829" v="138" actId="47"/>
        <pc:sldMkLst>
          <pc:docMk/>
          <pc:sldMk cId="220710022" sldId="2147468672"/>
        </pc:sldMkLst>
      </pc:sldChg>
      <pc:sldChg chg="addSp delSp modSp mod">
        <pc:chgData name="Takeuchi, Koichiro" userId="b3848a05-443b-4434-8fa5-7398ca0c03c9" providerId="ADAL" clId="{9101E218-1D98-47F3-8AF3-D91650792D17}" dt="2024-05-27T08:37:08.472" v="343" actId="20577"/>
        <pc:sldMkLst>
          <pc:docMk/>
          <pc:sldMk cId="3530669204" sldId="2147480794"/>
        </pc:sldMkLst>
        <pc:spChg chg="mod">
          <ac:chgData name="Takeuchi, Koichiro" userId="b3848a05-443b-4434-8fa5-7398ca0c03c9" providerId="ADAL" clId="{9101E218-1D98-47F3-8AF3-D91650792D17}" dt="2024-05-27T08:37:08.472" v="343" actId="20577"/>
          <ac:spMkLst>
            <pc:docMk/>
            <pc:sldMk cId="3530669204" sldId="2147480794"/>
            <ac:spMk id="2" creationId="{236E8044-5707-32C9-BB39-B5830ACA9388}"/>
          </ac:spMkLst>
        </pc:spChg>
        <pc:spChg chg="mod">
          <ac:chgData name="Takeuchi, Koichiro" userId="b3848a05-443b-4434-8fa5-7398ca0c03c9" providerId="ADAL" clId="{9101E218-1D98-47F3-8AF3-D91650792D17}" dt="2024-05-27T08:26:32.998" v="135" actId="164"/>
          <ac:spMkLst>
            <pc:docMk/>
            <pc:sldMk cId="3530669204" sldId="2147480794"/>
            <ac:spMk id="3" creationId="{7283448C-C2AA-FFB3-0F48-D72492AA42EF}"/>
          </ac:spMkLst>
        </pc:spChg>
        <pc:spChg chg="mod">
          <ac:chgData name="Takeuchi, Koichiro" userId="b3848a05-443b-4434-8fa5-7398ca0c03c9" providerId="ADAL" clId="{9101E218-1D98-47F3-8AF3-D91650792D17}" dt="2024-05-27T08:25:26.295" v="105" actId="20577"/>
          <ac:spMkLst>
            <pc:docMk/>
            <pc:sldMk cId="3530669204" sldId="2147480794"/>
            <ac:spMk id="7" creationId="{1B5211A4-A2F7-DA77-FBA5-5E4B3AB84E16}"/>
          </ac:spMkLst>
        </pc:spChg>
        <pc:spChg chg="add del mod">
          <ac:chgData name="Takeuchi, Koichiro" userId="b3848a05-443b-4434-8fa5-7398ca0c03c9" providerId="ADAL" clId="{9101E218-1D98-47F3-8AF3-D91650792D17}" dt="2024-05-27T08:34:35.426" v="320" actId="478"/>
          <ac:spMkLst>
            <pc:docMk/>
            <pc:sldMk cId="3530669204" sldId="2147480794"/>
            <ac:spMk id="8" creationId="{591CA305-091B-705F-AA6A-3823D5B2379F}"/>
          </ac:spMkLst>
        </pc:spChg>
        <pc:spChg chg="mod">
          <ac:chgData name="Takeuchi, Koichiro" userId="b3848a05-443b-4434-8fa5-7398ca0c03c9" providerId="ADAL" clId="{9101E218-1D98-47F3-8AF3-D91650792D17}" dt="2024-05-27T08:34:33.165" v="319" actId="20577"/>
          <ac:spMkLst>
            <pc:docMk/>
            <pc:sldMk cId="3530669204" sldId="2147480794"/>
            <ac:spMk id="12" creationId="{26DC941C-576A-D927-9AC2-62538BC1BF71}"/>
          </ac:spMkLst>
        </pc:spChg>
        <pc:spChg chg="mod">
          <ac:chgData name="Takeuchi, Koichiro" userId="b3848a05-443b-4434-8fa5-7398ca0c03c9" providerId="ADAL" clId="{9101E218-1D98-47F3-8AF3-D91650792D17}" dt="2024-05-27T08:26:32.998" v="135" actId="164"/>
          <ac:spMkLst>
            <pc:docMk/>
            <pc:sldMk cId="3530669204" sldId="2147480794"/>
            <ac:spMk id="13" creationId="{4E845ACE-23B3-25E4-65FE-6D0CEE69A0FF}"/>
          </ac:spMkLst>
        </pc:spChg>
        <pc:spChg chg="mod">
          <ac:chgData name="Takeuchi, Koichiro" userId="b3848a05-443b-4434-8fa5-7398ca0c03c9" providerId="ADAL" clId="{9101E218-1D98-47F3-8AF3-D91650792D17}" dt="2024-05-27T08:26:32.998" v="135" actId="164"/>
          <ac:spMkLst>
            <pc:docMk/>
            <pc:sldMk cId="3530669204" sldId="2147480794"/>
            <ac:spMk id="16" creationId="{617E6CC5-E981-4213-4242-3781147CE344}"/>
          </ac:spMkLst>
        </pc:spChg>
        <pc:spChg chg="mod">
          <ac:chgData name="Takeuchi, Koichiro" userId="b3848a05-443b-4434-8fa5-7398ca0c03c9" providerId="ADAL" clId="{9101E218-1D98-47F3-8AF3-D91650792D17}" dt="2024-05-27T08:26:32.998" v="135" actId="164"/>
          <ac:spMkLst>
            <pc:docMk/>
            <pc:sldMk cId="3530669204" sldId="2147480794"/>
            <ac:spMk id="30" creationId="{058CE3D4-AFF8-BCE4-358F-C991B1BCEAD4}"/>
          </ac:spMkLst>
        </pc:spChg>
        <pc:spChg chg="mod">
          <ac:chgData name="Takeuchi, Koichiro" userId="b3848a05-443b-4434-8fa5-7398ca0c03c9" providerId="ADAL" clId="{9101E218-1D98-47F3-8AF3-D91650792D17}" dt="2024-05-27T08:26:32.998" v="135" actId="164"/>
          <ac:spMkLst>
            <pc:docMk/>
            <pc:sldMk cId="3530669204" sldId="2147480794"/>
            <ac:spMk id="40" creationId="{00D7C407-F1F8-02D4-2BF1-078D990A55F8}"/>
          </ac:spMkLst>
        </pc:spChg>
        <pc:spChg chg="del">
          <ac:chgData name="Takeuchi, Koichiro" userId="b3848a05-443b-4434-8fa5-7398ca0c03c9" providerId="ADAL" clId="{9101E218-1D98-47F3-8AF3-D91650792D17}" dt="2024-05-27T08:24:33.959" v="47" actId="478"/>
          <ac:spMkLst>
            <pc:docMk/>
            <pc:sldMk cId="3530669204" sldId="2147480794"/>
            <ac:spMk id="50" creationId="{EC91DEA5-C9C9-FF3D-9931-D5146ED1628D}"/>
          </ac:spMkLst>
        </pc:spChg>
        <pc:grpChg chg="add mod">
          <ac:chgData name="Takeuchi, Koichiro" userId="b3848a05-443b-4434-8fa5-7398ca0c03c9" providerId="ADAL" clId="{9101E218-1D98-47F3-8AF3-D91650792D17}" dt="2024-05-27T08:26:35.389" v="136" actId="12788"/>
          <ac:grpSpMkLst>
            <pc:docMk/>
            <pc:sldMk cId="3530669204" sldId="2147480794"/>
            <ac:grpSpMk id="4" creationId="{15A6FB33-EE5D-265B-BCBC-2F05CDE82C93}"/>
          </ac:grpSpMkLst>
        </pc:grpChg>
        <pc:picChg chg="mod">
          <ac:chgData name="Takeuchi, Koichiro" userId="b3848a05-443b-4434-8fa5-7398ca0c03c9" providerId="ADAL" clId="{9101E218-1D98-47F3-8AF3-D91650792D17}" dt="2024-05-27T08:26:32.998" v="135" actId="164"/>
          <ac:picMkLst>
            <pc:docMk/>
            <pc:sldMk cId="3530669204" sldId="2147480794"/>
            <ac:picMk id="10" creationId="{7CB25799-E983-64FF-81DF-CC7172679947}"/>
          </ac:picMkLst>
        </pc:picChg>
        <pc:picChg chg="mod">
          <ac:chgData name="Takeuchi, Koichiro" userId="b3848a05-443b-4434-8fa5-7398ca0c03c9" providerId="ADAL" clId="{9101E218-1D98-47F3-8AF3-D91650792D17}" dt="2024-05-27T08:26:32.998" v="135" actId="164"/>
          <ac:picMkLst>
            <pc:docMk/>
            <pc:sldMk cId="3530669204" sldId="2147480794"/>
            <ac:picMk id="14" creationId="{02704DD5-8396-4DA5-8DC6-9F1214CB1B57}"/>
          </ac:picMkLst>
        </pc:picChg>
        <pc:picChg chg="mod">
          <ac:chgData name="Takeuchi, Koichiro" userId="b3848a05-443b-4434-8fa5-7398ca0c03c9" providerId="ADAL" clId="{9101E218-1D98-47F3-8AF3-D91650792D17}" dt="2024-05-27T08:26:32.998" v="135" actId="164"/>
          <ac:picMkLst>
            <pc:docMk/>
            <pc:sldMk cId="3530669204" sldId="2147480794"/>
            <ac:picMk id="17" creationId="{FFA40AC8-2934-29E8-59D5-B5E5F8ED613D}"/>
          </ac:picMkLst>
        </pc:picChg>
      </pc:sldChg>
      <pc:sldMasterChg chg="delSldLayout">
        <pc:chgData name="Takeuchi, Koichiro" userId="b3848a05-443b-4434-8fa5-7398ca0c03c9" providerId="ADAL" clId="{9101E218-1D98-47F3-8AF3-D91650792D17}" dt="2024-05-27T08:31:14.347" v="137" actId="47"/>
        <pc:sldMasterMkLst>
          <pc:docMk/>
          <pc:sldMasterMk cId="99208917" sldId="2147483662"/>
        </pc:sldMasterMkLst>
        <pc:sldLayoutChg chg="del">
          <pc:chgData name="Takeuchi, Koichiro" userId="b3848a05-443b-4434-8fa5-7398ca0c03c9" providerId="ADAL" clId="{9101E218-1D98-47F3-8AF3-D91650792D17}" dt="2024-05-27T08:31:14.347" v="137" actId="47"/>
          <pc:sldLayoutMkLst>
            <pc:docMk/>
            <pc:sldMasterMk cId="99208917" sldId="2147483662"/>
            <pc:sldLayoutMk cId="273335592" sldId="2147483684"/>
          </pc:sldLayoutMkLst>
        </pc:sldLayoutChg>
      </pc:sldMasterChg>
    </pc:docChg>
  </pc:docChgLst>
  <pc:docChgLst>
    <pc:chgData name="Kaneda, Yuji" userId="1a4dee4e-c192-4eea-a59e-576cfae894ce" providerId="ADAL" clId="{D7085463-F373-41DA-9FE1-8820A86AF3D9}"/>
    <pc:docChg chg="undo custSel modSld">
      <pc:chgData name="Kaneda, Yuji" userId="1a4dee4e-c192-4eea-a59e-576cfae894ce" providerId="ADAL" clId="{D7085463-F373-41DA-9FE1-8820A86AF3D9}" dt="2024-02-09T07:22:12.400" v="620" actId="20577"/>
      <pc:docMkLst>
        <pc:docMk/>
      </pc:docMkLst>
      <pc:sldChg chg="modSp mod">
        <pc:chgData name="Kaneda, Yuji" userId="1a4dee4e-c192-4eea-a59e-576cfae894ce" providerId="ADAL" clId="{D7085463-F373-41DA-9FE1-8820A86AF3D9}" dt="2024-02-09T07:22:12.400" v="620" actId="20577"/>
        <pc:sldMkLst>
          <pc:docMk/>
          <pc:sldMk cId="1060982302" sldId="2147468617"/>
        </pc:sldMkLst>
        <pc:spChg chg="mod">
          <ac:chgData name="Kaneda, Yuji" userId="1a4dee4e-c192-4eea-a59e-576cfae894ce" providerId="ADAL" clId="{D7085463-F373-41DA-9FE1-8820A86AF3D9}" dt="2024-02-09T07:22:12.400" v="620" actId="20577"/>
          <ac:spMkLst>
            <pc:docMk/>
            <pc:sldMk cId="1060982302" sldId="2147468617"/>
            <ac:spMk id="9" creationId="{398BB613-BB56-B211-3C55-7FF51BC3AC60}"/>
          </ac:spMkLst>
        </pc:spChg>
      </pc:sldChg>
      <pc:sldChg chg="modSp mod">
        <pc:chgData name="Kaneda, Yuji" userId="1a4dee4e-c192-4eea-a59e-576cfae894ce" providerId="ADAL" clId="{D7085463-F373-41DA-9FE1-8820A86AF3D9}" dt="2024-02-09T07:21:32.322" v="605" actId="20577"/>
        <pc:sldMkLst>
          <pc:docMk/>
          <pc:sldMk cId="2025993153" sldId="2147468647"/>
        </pc:sldMkLst>
        <pc:spChg chg="mod">
          <ac:chgData name="Kaneda, Yuji" userId="1a4dee4e-c192-4eea-a59e-576cfae894ce" providerId="ADAL" clId="{D7085463-F373-41DA-9FE1-8820A86AF3D9}" dt="2024-02-09T07:21:32.322" v="605" actId="20577"/>
          <ac:spMkLst>
            <pc:docMk/>
            <pc:sldMk cId="2025993153" sldId="2147468647"/>
            <ac:spMk id="2" creationId="{D330C548-A4DB-9B3B-D302-5DA6CA980022}"/>
          </ac:spMkLst>
        </pc:spChg>
        <pc:spChg chg="mod">
          <ac:chgData name="Kaneda, Yuji" userId="1a4dee4e-c192-4eea-a59e-576cfae894ce" providerId="ADAL" clId="{D7085463-F373-41DA-9FE1-8820A86AF3D9}" dt="2024-02-09T04:14:29.089" v="110" actId="20577"/>
          <ac:spMkLst>
            <pc:docMk/>
            <pc:sldMk cId="2025993153" sldId="2147468647"/>
            <ac:spMk id="8" creationId="{753ADA55-D29B-FA45-9A8B-4AE5E0B23236}"/>
          </ac:spMkLst>
        </pc:spChg>
      </pc:sldChg>
      <pc:sldChg chg="modSp mod">
        <pc:chgData name="Kaneda, Yuji" userId="1a4dee4e-c192-4eea-a59e-576cfae894ce" providerId="ADAL" clId="{D7085463-F373-41DA-9FE1-8820A86AF3D9}" dt="2024-02-09T07:20:10.375" v="565" actId="20577"/>
        <pc:sldMkLst>
          <pc:docMk/>
          <pc:sldMk cId="3961304525" sldId="2147468648"/>
        </pc:sldMkLst>
        <pc:spChg chg="mod">
          <ac:chgData name="Kaneda, Yuji" userId="1a4dee4e-c192-4eea-a59e-576cfae894ce" providerId="ADAL" clId="{D7085463-F373-41DA-9FE1-8820A86AF3D9}" dt="2024-02-09T07:19:44.654" v="556" actId="14100"/>
          <ac:spMkLst>
            <pc:docMk/>
            <pc:sldMk cId="3961304525" sldId="2147468648"/>
            <ac:spMk id="2" creationId="{6DC485D3-3BBF-6B24-C6E3-D6AC4117C298}"/>
          </ac:spMkLst>
        </pc:spChg>
        <pc:spChg chg="mod">
          <ac:chgData name="Kaneda, Yuji" userId="1a4dee4e-c192-4eea-a59e-576cfae894ce" providerId="ADAL" clId="{D7085463-F373-41DA-9FE1-8820A86AF3D9}" dt="2024-02-09T07:19:44.654" v="556" actId="14100"/>
          <ac:spMkLst>
            <pc:docMk/>
            <pc:sldMk cId="3961304525" sldId="2147468648"/>
            <ac:spMk id="3" creationId="{081560EC-306B-3A4E-ECC5-74D3240ED5D1}"/>
          </ac:spMkLst>
        </pc:spChg>
        <pc:spChg chg="mod">
          <ac:chgData name="Kaneda, Yuji" userId="1a4dee4e-c192-4eea-a59e-576cfae894ce" providerId="ADAL" clId="{D7085463-F373-41DA-9FE1-8820A86AF3D9}" dt="2024-02-09T07:20:10.375" v="565" actId="20577"/>
          <ac:spMkLst>
            <pc:docMk/>
            <pc:sldMk cId="3961304525" sldId="2147468648"/>
            <ac:spMk id="4" creationId="{CCD27561-8326-C21A-3086-CDE6A0DB57BB}"/>
          </ac:spMkLst>
        </pc:spChg>
        <pc:spChg chg="mod">
          <ac:chgData name="Kaneda, Yuji" userId="1a4dee4e-c192-4eea-a59e-576cfae894ce" providerId="ADAL" clId="{D7085463-F373-41DA-9FE1-8820A86AF3D9}" dt="2024-02-09T07:18:30.805" v="505" actId="20577"/>
          <ac:spMkLst>
            <pc:docMk/>
            <pc:sldMk cId="3961304525" sldId="2147468648"/>
            <ac:spMk id="7" creationId="{61BEE415-5D19-0E26-AAC7-D470E02EAEE4}"/>
          </ac:spMkLst>
        </pc:spChg>
        <pc:spChg chg="mod">
          <ac:chgData name="Kaneda, Yuji" userId="1a4dee4e-c192-4eea-a59e-576cfae894ce" providerId="ADAL" clId="{D7085463-F373-41DA-9FE1-8820A86AF3D9}" dt="2024-02-09T07:16:53.924" v="485" actId="20577"/>
          <ac:spMkLst>
            <pc:docMk/>
            <pc:sldMk cId="3961304525" sldId="2147468648"/>
            <ac:spMk id="8" creationId="{753ADA55-D29B-FA45-9A8B-4AE5E0B23236}"/>
          </ac:spMkLst>
        </pc:spChg>
        <pc:spChg chg="mod">
          <ac:chgData name="Kaneda, Yuji" userId="1a4dee4e-c192-4eea-a59e-576cfae894ce" providerId="ADAL" clId="{D7085463-F373-41DA-9FE1-8820A86AF3D9}" dt="2024-02-09T07:18:21.370" v="503" actId="20577"/>
          <ac:spMkLst>
            <pc:docMk/>
            <pc:sldMk cId="3961304525" sldId="2147468648"/>
            <ac:spMk id="9" creationId="{8D5079BB-06F8-7E24-4567-3610EEC2F116}"/>
          </ac:spMkLst>
        </pc:spChg>
        <pc:cxnChg chg="mod">
          <ac:chgData name="Kaneda, Yuji" userId="1a4dee4e-c192-4eea-a59e-576cfae894ce" providerId="ADAL" clId="{D7085463-F373-41DA-9FE1-8820A86AF3D9}" dt="2024-02-09T07:19:44.654" v="556" actId="14100"/>
          <ac:cxnSpMkLst>
            <pc:docMk/>
            <pc:sldMk cId="3961304525" sldId="2147468648"/>
            <ac:cxnSpMk id="35" creationId="{7231EB20-A3E0-63D2-3CD8-A60E76937EB0}"/>
          </ac:cxnSpMkLst>
        </pc:cxnChg>
        <pc:cxnChg chg="mod">
          <ac:chgData name="Kaneda, Yuji" userId="1a4dee4e-c192-4eea-a59e-576cfae894ce" providerId="ADAL" clId="{D7085463-F373-41DA-9FE1-8820A86AF3D9}" dt="2024-02-09T07:19:44.654" v="556" actId="14100"/>
          <ac:cxnSpMkLst>
            <pc:docMk/>
            <pc:sldMk cId="3961304525" sldId="2147468648"/>
            <ac:cxnSpMk id="36" creationId="{4A0A7C61-0593-35BF-E911-9DF6C83688BE}"/>
          </ac:cxnSpMkLst>
        </pc:cxnChg>
        <pc:cxnChg chg="mod">
          <ac:chgData name="Kaneda, Yuji" userId="1a4dee4e-c192-4eea-a59e-576cfae894ce" providerId="ADAL" clId="{D7085463-F373-41DA-9FE1-8820A86AF3D9}" dt="2024-02-09T07:19:47.619" v="557" actId="14100"/>
          <ac:cxnSpMkLst>
            <pc:docMk/>
            <pc:sldMk cId="3961304525" sldId="2147468648"/>
            <ac:cxnSpMk id="38" creationId="{95CA3279-0F47-74BE-1321-B3D2E31F4220}"/>
          </ac:cxnSpMkLst>
        </pc:cxnChg>
      </pc:sldChg>
      <pc:sldChg chg="modSp mod">
        <pc:chgData name="Kaneda, Yuji" userId="1a4dee4e-c192-4eea-a59e-576cfae894ce" providerId="ADAL" clId="{D7085463-F373-41DA-9FE1-8820A86AF3D9}" dt="2024-02-09T07:17:53.248" v="493" actId="20577"/>
        <pc:sldMkLst>
          <pc:docMk/>
          <pc:sldMk cId="1378408446" sldId="2147468649"/>
        </pc:sldMkLst>
        <pc:spChg chg="mod">
          <ac:chgData name="Kaneda, Yuji" userId="1a4dee4e-c192-4eea-a59e-576cfae894ce" providerId="ADAL" clId="{D7085463-F373-41DA-9FE1-8820A86AF3D9}" dt="2024-02-09T07:17:53.248" v="493" actId="20577"/>
          <ac:spMkLst>
            <pc:docMk/>
            <pc:sldMk cId="1378408446" sldId="2147468649"/>
            <ac:spMk id="9" creationId="{8D5079BB-06F8-7E24-4567-3610EEC2F116}"/>
          </ac:spMkLst>
        </pc:spChg>
      </pc:sldChg>
      <pc:sldChg chg="modSp mod">
        <pc:chgData name="Kaneda, Yuji" userId="1a4dee4e-c192-4eea-a59e-576cfae894ce" providerId="ADAL" clId="{D7085463-F373-41DA-9FE1-8820A86AF3D9}" dt="2024-02-09T07:17:48.095" v="492" actId="20577"/>
        <pc:sldMkLst>
          <pc:docMk/>
          <pc:sldMk cId="2383594870" sldId="2147468650"/>
        </pc:sldMkLst>
        <pc:spChg chg="mod">
          <ac:chgData name="Kaneda, Yuji" userId="1a4dee4e-c192-4eea-a59e-576cfae894ce" providerId="ADAL" clId="{D7085463-F373-41DA-9FE1-8820A86AF3D9}" dt="2024-02-09T07:17:48.095" v="492" actId="20577"/>
          <ac:spMkLst>
            <pc:docMk/>
            <pc:sldMk cId="2383594870" sldId="2147468650"/>
            <ac:spMk id="9" creationId="{8D5079BB-06F8-7E24-4567-3610EEC2F116}"/>
          </ac:spMkLst>
        </pc:spChg>
      </pc:sldChg>
      <pc:sldChg chg="modSp mod">
        <pc:chgData name="Kaneda, Yuji" userId="1a4dee4e-c192-4eea-a59e-576cfae894ce" providerId="ADAL" clId="{D7085463-F373-41DA-9FE1-8820A86AF3D9}" dt="2024-02-09T07:17:59.703" v="496" actId="20577"/>
        <pc:sldMkLst>
          <pc:docMk/>
          <pc:sldMk cId="1939370276" sldId="2147468651"/>
        </pc:sldMkLst>
        <pc:spChg chg="mod">
          <ac:chgData name="Kaneda, Yuji" userId="1a4dee4e-c192-4eea-a59e-576cfae894ce" providerId="ADAL" clId="{D7085463-F373-41DA-9FE1-8820A86AF3D9}" dt="2024-02-09T07:17:59.703" v="496" actId="20577"/>
          <ac:spMkLst>
            <pc:docMk/>
            <pc:sldMk cId="1939370276" sldId="2147468651"/>
            <ac:spMk id="9" creationId="{8D5079BB-06F8-7E24-4567-3610EEC2F116}"/>
          </ac:spMkLst>
        </pc:spChg>
      </pc:sldChg>
      <pc:sldChg chg="modSp mod">
        <pc:chgData name="Kaneda, Yuji" userId="1a4dee4e-c192-4eea-a59e-576cfae894ce" providerId="ADAL" clId="{D7085463-F373-41DA-9FE1-8820A86AF3D9}" dt="2024-02-09T07:18:13.578" v="499" actId="20577"/>
        <pc:sldMkLst>
          <pc:docMk/>
          <pc:sldMk cId="3657440233" sldId="2147468652"/>
        </pc:sldMkLst>
        <pc:spChg chg="mod">
          <ac:chgData name="Kaneda, Yuji" userId="1a4dee4e-c192-4eea-a59e-576cfae894ce" providerId="ADAL" clId="{D7085463-F373-41DA-9FE1-8820A86AF3D9}" dt="2024-02-09T07:18:13.578" v="499" actId="20577"/>
          <ac:spMkLst>
            <pc:docMk/>
            <pc:sldMk cId="3657440233" sldId="2147468652"/>
            <ac:spMk id="9" creationId="{8D5079BB-06F8-7E24-4567-3610EEC2F116}"/>
          </ac:spMkLst>
        </pc:spChg>
      </pc:sldChg>
      <pc:sldChg chg="modSp mod">
        <pc:chgData name="Kaneda, Yuji" userId="1a4dee4e-c192-4eea-a59e-576cfae894ce" providerId="ADAL" clId="{D7085463-F373-41DA-9FE1-8820A86AF3D9}" dt="2024-02-09T07:18:15.648" v="500" actId="20577"/>
        <pc:sldMkLst>
          <pc:docMk/>
          <pc:sldMk cId="3802774104" sldId="2147468653"/>
        </pc:sldMkLst>
        <pc:spChg chg="mod">
          <ac:chgData name="Kaneda, Yuji" userId="1a4dee4e-c192-4eea-a59e-576cfae894ce" providerId="ADAL" clId="{D7085463-F373-41DA-9FE1-8820A86AF3D9}" dt="2024-02-09T07:18:15.648" v="500" actId="20577"/>
          <ac:spMkLst>
            <pc:docMk/>
            <pc:sldMk cId="3802774104" sldId="2147468653"/>
            <ac:spMk id="9" creationId="{8D5079BB-06F8-7E24-4567-3610EEC2F116}"/>
          </ac:spMkLst>
        </pc:spChg>
      </pc:sldChg>
      <pc:sldChg chg="modSp mod">
        <pc:chgData name="Kaneda, Yuji" userId="1a4dee4e-c192-4eea-a59e-576cfae894ce" providerId="ADAL" clId="{D7085463-F373-41DA-9FE1-8820A86AF3D9}" dt="2024-02-09T07:22:03.320" v="615" actId="20577"/>
        <pc:sldMkLst>
          <pc:docMk/>
          <pc:sldMk cId="2996908844" sldId="2147468654"/>
        </pc:sldMkLst>
        <pc:spChg chg="mod">
          <ac:chgData name="Kaneda, Yuji" userId="1a4dee4e-c192-4eea-a59e-576cfae894ce" providerId="ADAL" clId="{D7085463-F373-41DA-9FE1-8820A86AF3D9}" dt="2024-02-09T07:22:03.320" v="615" actId="20577"/>
          <ac:spMkLst>
            <pc:docMk/>
            <pc:sldMk cId="2996908844" sldId="2147468654"/>
            <ac:spMk id="9" creationId="{398BB613-BB56-B211-3C55-7FF51BC3AC60}"/>
          </ac:spMkLst>
        </pc:spChg>
      </pc:sldChg>
      <pc:sldChg chg="modSp mod">
        <pc:chgData name="Kaneda, Yuji" userId="1a4dee4e-c192-4eea-a59e-576cfae894ce" providerId="ADAL" clId="{D7085463-F373-41DA-9FE1-8820A86AF3D9}" dt="2024-02-09T07:21:21.532" v="601" actId="6549"/>
        <pc:sldMkLst>
          <pc:docMk/>
          <pc:sldMk cId="1434949714" sldId="2147468655"/>
        </pc:sldMkLst>
        <pc:spChg chg="mod">
          <ac:chgData name="Kaneda, Yuji" userId="1a4dee4e-c192-4eea-a59e-576cfae894ce" providerId="ADAL" clId="{D7085463-F373-41DA-9FE1-8820A86AF3D9}" dt="2024-02-09T07:21:21.532" v="601" actId="6549"/>
          <ac:spMkLst>
            <pc:docMk/>
            <pc:sldMk cId="1434949714" sldId="2147468655"/>
            <ac:spMk id="9" creationId="{398BB613-BB56-B211-3C55-7FF51BC3AC60}"/>
          </ac:spMkLst>
        </pc:spChg>
      </pc:sldChg>
      <pc:sldChg chg="modSp mod">
        <pc:chgData name="Kaneda, Yuji" userId="1a4dee4e-c192-4eea-a59e-576cfae894ce" providerId="ADAL" clId="{D7085463-F373-41DA-9FE1-8820A86AF3D9}" dt="2024-02-09T07:21:49.694" v="610" actId="20577"/>
        <pc:sldMkLst>
          <pc:docMk/>
          <pc:sldMk cId="683826975" sldId="2147468656"/>
        </pc:sldMkLst>
        <pc:spChg chg="mod">
          <ac:chgData name="Kaneda, Yuji" userId="1a4dee4e-c192-4eea-a59e-576cfae894ce" providerId="ADAL" clId="{D7085463-F373-41DA-9FE1-8820A86AF3D9}" dt="2024-02-09T07:21:49.694" v="610" actId="20577"/>
          <ac:spMkLst>
            <pc:docMk/>
            <pc:sldMk cId="683826975" sldId="2147468656"/>
            <ac:spMk id="9" creationId="{398BB613-BB56-B211-3C55-7FF51BC3AC60}"/>
          </ac:spMkLst>
        </pc:spChg>
      </pc:sldChg>
    </pc:docChg>
  </pc:docChgLst>
  <pc:docChgLst>
    <pc:chgData name="Mino, Akari" userId="S::akari.mino@accenture.com::c7bbf40d-9d1d-44a5-9602-36602871e457" providerId="AD" clId="Web-{8D1576AB-C48B-9A45-6F11-BF06CEEEB99D}"/>
    <pc:docChg chg="sldOrd">
      <pc:chgData name="Mino, Akari" userId="S::akari.mino@accenture.com::c7bbf40d-9d1d-44a5-9602-36602871e457" providerId="AD" clId="Web-{8D1576AB-C48B-9A45-6F11-BF06CEEEB99D}" dt="2024-09-26T02:28:19.907" v="0"/>
      <pc:docMkLst>
        <pc:docMk/>
      </pc:docMkLst>
      <pc:sldChg chg="ord">
        <pc:chgData name="Mino, Akari" userId="S::akari.mino@accenture.com::c7bbf40d-9d1d-44a5-9602-36602871e457" providerId="AD" clId="Web-{8D1576AB-C48B-9A45-6F11-BF06CEEEB99D}" dt="2024-09-26T02:28:19.907" v="0"/>
        <pc:sldMkLst>
          <pc:docMk/>
          <pc:sldMk cId="4035365044" sldId="2147480851"/>
        </pc:sldMkLst>
      </pc:sldChg>
    </pc:docChg>
  </pc:docChgLst>
  <pc:docChgLst>
    <pc:chgData name="Takeuchi, Koichiro" userId="b3848a05-443b-4434-8fa5-7398ca0c03c9" providerId="ADAL" clId="{D2683B93-7CE9-4F21-834C-24C7479A75D0}"/>
    <pc:docChg chg="modSld">
      <pc:chgData name="Takeuchi, Koichiro" userId="b3848a05-443b-4434-8fa5-7398ca0c03c9" providerId="ADAL" clId="{D2683B93-7CE9-4F21-834C-24C7479A75D0}" dt="2024-09-26T01:52:21.289" v="44" actId="20577"/>
      <pc:docMkLst>
        <pc:docMk/>
      </pc:docMkLst>
      <pc:sldChg chg="modSp mod">
        <pc:chgData name="Takeuchi, Koichiro" userId="b3848a05-443b-4434-8fa5-7398ca0c03c9" providerId="ADAL" clId="{D2683B93-7CE9-4F21-834C-24C7479A75D0}" dt="2024-09-26T01:52:21.289" v="44" actId="20577"/>
        <pc:sldMkLst>
          <pc:docMk/>
          <pc:sldMk cId="684610595" sldId="2147468582"/>
        </pc:sldMkLst>
        <pc:spChg chg="mod">
          <ac:chgData name="Takeuchi, Koichiro" userId="b3848a05-443b-4434-8fa5-7398ca0c03c9" providerId="ADAL" clId="{D2683B93-7CE9-4F21-834C-24C7479A75D0}" dt="2024-09-26T01:52:21.289" v="44" actId="20577"/>
          <ac:spMkLst>
            <pc:docMk/>
            <pc:sldMk cId="684610595" sldId="2147468582"/>
            <ac:spMk id="7" creationId="{A22762E2-0815-406B-AB18-FC327E470E5A}"/>
          </ac:spMkLst>
        </pc:spChg>
      </pc:sldChg>
    </pc:docChg>
  </pc:docChgLst>
  <pc:docChgLst>
    <pc:chgData name="Takeuchi, Koichiro" userId="b3848a05-443b-4434-8fa5-7398ca0c03c9" providerId="ADAL" clId="{0BCE8C6C-860B-4961-8907-604115D89DF6}"/>
    <pc:docChg chg="undo redo custSel addSld delSld modSld modSection">
      <pc:chgData name="Takeuchi, Koichiro" userId="b3848a05-443b-4434-8fa5-7398ca0c03c9" providerId="ADAL" clId="{0BCE8C6C-860B-4961-8907-604115D89DF6}" dt="2024-07-01T09:28:18.762" v="19621" actId="47"/>
      <pc:docMkLst>
        <pc:docMk/>
      </pc:docMkLst>
      <pc:sldChg chg="modSp del mod">
        <pc:chgData name="Takeuchi, Koichiro" userId="b3848a05-443b-4434-8fa5-7398ca0c03c9" providerId="ADAL" clId="{0BCE8C6C-860B-4961-8907-604115D89DF6}" dt="2024-06-27T02:49:06.255" v="14896" actId="47"/>
        <pc:sldMkLst>
          <pc:docMk/>
          <pc:sldMk cId="1771412347" sldId="2147480805"/>
        </pc:sldMkLst>
        <pc:spChg chg="mod">
          <ac:chgData name="Takeuchi, Koichiro" userId="b3848a05-443b-4434-8fa5-7398ca0c03c9" providerId="ADAL" clId="{0BCE8C6C-860B-4961-8907-604115D89DF6}" dt="2024-06-27T02:24:56.927" v="13843" actId="1076"/>
          <ac:spMkLst>
            <pc:docMk/>
            <pc:sldMk cId="1771412347" sldId="2147480805"/>
            <ac:spMk id="5" creationId="{72CCA9CC-3A88-7CAC-9089-56B0661016F1}"/>
          </ac:spMkLst>
        </pc:spChg>
      </pc:sldChg>
      <pc:sldChg chg="addSp delSp modSp mod">
        <pc:chgData name="Takeuchi, Koichiro" userId="b3848a05-443b-4434-8fa5-7398ca0c03c9" providerId="ADAL" clId="{0BCE8C6C-860B-4961-8907-604115D89DF6}" dt="2024-06-27T08:27:40.680" v="17638" actId="20577"/>
        <pc:sldMkLst>
          <pc:docMk/>
          <pc:sldMk cId="323859429" sldId="2147480809"/>
        </pc:sldMkLst>
        <pc:spChg chg="mod">
          <ac:chgData name="Takeuchi, Koichiro" userId="b3848a05-443b-4434-8fa5-7398ca0c03c9" providerId="ADAL" clId="{0BCE8C6C-860B-4961-8907-604115D89DF6}" dt="2024-06-27T02:52:45.269" v="15281" actId="14100"/>
          <ac:spMkLst>
            <pc:docMk/>
            <pc:sldMk cId="323859429" sldId="2147480809"/>
            <ac:spMk id="3" creationId="{74D5AF54-6C3B-624F-B9A7-63D60A5A15A8}"/>
          </ac:spMkLst>
        </pc:spChg>
        <pc:spChg chg="add del mod">
          <ac:chgData name="Takeuchi, Koichiro" userId="b3848a05-443b-4434-8fa5-7398ca0c03c9" providerId="ADAL" clId="{0BCE8C6C-860B-4961-8907-604115D89DF6}" dt="2024-06-27T00:11:40.490" v="7603" actId="478"/>
          <ac:spMkLst>
            <pc:docMk/>
            <pc:sldMk cId="323859429" sldId="2147480809"/>
            <ac:spMk id="4" creationId="{B433E7B3-26C1-40AF-573C-86A5DF46B6C6}"/>
          </ac:spMkLst>
        </pc:spChg>
        <pc:spChg chg="mod">
          <ac:chgData name="Takeuchi, Koichiro" userId="b3848a05-443b-4434-8fa5-7398ca0c03c9" providerId="ADAL" clId="{0BCE8C6C-860B-4961-8907-604115D89DF6}" dt="2024-06-27T00:22:49.181" v="8223" actId="1035"/>
          <ac:spMkLst>
            <pc:docMk/>
            <pc:sldMk cId="323859429" sldId="2147480809"/>
            <ac:spMk id="7" creationId="{922828E7-750B-A7B6-D196-FE8A1106513F}"/>
          </ac:spMkLst>
        </pc:spChg>
        <pc:spChg chg="add del mod">
          <ac:chgData name="Takeuchi, Koichiro" userId="b3848a05-443b-4434-8fa5-7398ca0c03c9" providerId="ADAL" clId="{0BCE8C6C-860B-4961-8907-604115D89DF6}" dt="2024-06-27T00:22:58.804" v="8225" actId="478"/>
          <ac:spMkLst>
            <pc:docMk/>
            <pc:sldMk cId="323859429" sldId="2147480809"/>
            <ac:spMk id="9" creationId="{A70F8301-AF80-B48D-5C35-CC018DF5F8BF}"/>
          </ac:spMkLst>
        </pc:spChg>
        <pc:spChg chg="add del mod">
          <ac:chgData name="Takeuchi, Koichiro" userId="b3848a05-443b-4434-8fa5-7398ca0c03c9" providerId="ADAL" clId="{0BCE8C6C-860B-4961-8907-604115D89DF6}" dt="2024-06-27T02:52:47.320" v="15282" actId="478"/>
          <ac:spMkLst>
            <pc:docMk/>
            <pc:sldMk cId="323859429" sldId="2147480809"/>
            <ac:spMk id="10" creationId="{DE1B07E7-2A85-5E12-AAC0-DA064BCC9F02}"/>
          </ac:spMkLst>
        </pc:spChg>
        <pc:spChg chg="mod">
          <ac:chgData name="Takeuchi, Koichiro" userId="b3848a05-443b-4434-8fa5-7398ca0c03c9" providerId="ADAL" clId="{0BCE8C6C-860B-4961-8907-604115D89DF6}" dt="2024-06-27T02:51:24.822" v="15060" actId="113"/>
          <ac:spMkLst>
            <pc:docMk/>
            <pc:sldMk cId="323859429" sldId="2147480809"/>
            <ac:spMk id="11" creationId="{717EA1C2-564A-F53F-F442-2C714F464DA1}"/>
          </ac:spMkLst>
        </pc:spChg>
        <pc:spChg chg="mod">
          <ac:chgData name="Takeuchi, Koichiro" userId="b3848a05-443b-4434-8fa5-7398ca0c03c9" providerId="ADAL" clId="{0BCE8C6C-860B-4961-8907-604115D89DF6}" dt="2024-06-27T08:27:40.680" v="17638" actId="20577"/>
          <ac:spMkLst>
            <pc:docMk/>
            <pc:sldMk cId="323859429" sldId="2147480809"/>
            <ac:spMk id="13" creationId="{7EA7777E-2F8C-7EAF-00B8-6D8931F3EE7D}"/>
          </ac:spMkLst>
        </pc:spChg>
        <pc:spChg chg="mod">
          <ac:chgData name="Takeuchi, Koichiro" userId="b3848a05-443b-4434-8fa5-7398ca0c03c9" providerId="ADAL" clId="{0BCE8C6C-860B-4961-8907-604115D89DF6}" dt="2024-06-27T00:22:55.137" v="8224" actId="465"/>
          <ac:spMkLst>
            <pc:docMk/>
            <pc:sldMk cId="323859429" sldId="2147480809"/>
            <ac:spMk id="14" creationId="{BC179422-69D3-E378-7B3D-89D3749F8B79}"/>
          </ac:spMkLst>
        </pc:spChg>
      </pc:sldChg>
      <pc:sldChg chg="delSp modSp mod">
        <pc:chgData name="Takeuchi, Koichiro" userId="b3848a05-443b-4434-8fa5-7398ca0c03c9" providerId="ADAL" clId="{0BCE8C6C-860B-4961-8907-604115D89DF6}" dt="2024-06-27T08:27:27.288" v="17597" actId="478"/>
        <pc:sldMkLst>
          <pc:docMk/>
          <pc:sldMk cId="1710641726" sldId="2147480810"/>
        </pc:sldMkLst>
        <pc:spChg chg="del">
          <ac:chgData name="Takeuchi, Koichiro" userId="b3848a05-443b-4434-8fa5-7398ca0c03c9" providerId="ADAL" clId="{0BCE8C6C-860B-4961-8907-604115D89DF6}" dt="2024-06-27T08:27:27.288" v="17597" actId="478"/>
          <ac:spMkLst>
            <pc:docMk/>
            <pc:sldMk cId="1710641726" sldId="2147480810"/>
            <ac:spMk id="3" creationId="{D6BA42BE-6079-6AB3-E841-3080F6D77BAE}"/>
          </ac:spMkLst>
        </pc:spChg>
        <pc:spChg chg="del">
          <ac:chgData name="Takeuchi, Koichiro" userId="b3848a05-443b-4434-8fa5-7398ca0c03c9" providerId="ADAL" clId="{0BCE8C6C-860B-4961-8907-604115D89DF6}" dt="2024-06-27T08:27:27.288" v="17597" actId="478"/>
          <ac:spMkLst>
            <pc:docMk/>
            <pc:sldMk cId="1710641726" sldId="2147480810"/>
            <ac:spMk id="4" creationId="{3BD21EDE-0809-1C5E-1222-338190B17FF8}"/>
          </ac:spMkLst>
        </pc:spChg>
        <pc:spChg chg="mod">
          <ac:chgData name="Takeuchi, Koichiro" userId="b3848a05-443b-4434-8fa5-7398ca0c03c9" providerId="ADAL" clId="{0BCE8C6C-860B-4961-8907-604115D89DF6}" dt="2024-06-24T02:25:19.055" v="2469" actId="20577"/>
          <ac:spMkLst>
            <pc:docMk/>
            <pc:sldMk cId="1710641726" sldId="2147480810"/>
            <ac:spMk id="7" creationId="{4C331423-D31E-54C6-B603-3A2DCE7DE991}"/>
          </ac:spMkLst>
        </pc:spChg>
        <pc:spChg chg="del">
          <ac:chgData name="Takeuchi, Koichiro" userId="b3848a05-443b-4434-8fa5-7398ca0c03c9" providerId="ADAL" clId="{0BCE8C6C-860B-4961-8907-604115D89DF6}" dt="2024-06-27T08:27:27.288" v="17597" actId="478"/>
          <ac:spMkLst>
            <pc:docMk/>
            <pc:sldMk cId="1710641726" sldId="2147480810"/>
            <ac:spMk id="8" creationId="{44546FDB-8DB3-6BE5-7215-2FB8D69FB847}"/>
          </ac:spMkLst>
        </pc:spChg>
        <pc:spChg chg="del">
          <ac:chgData name="Takeuchi, Koichiro" userId="b3848a05-443b-4434-8fa5-7398ca0c03c9" providerId="ADAL" clId="{0BCE8C6C-860B-4961-8907-604115D89DF6}" dt="2024-06-27T08:27:27.288" v="17597" actId="478"/>
          <ac:spMkLst>
            <pc:docMk/>
            <pc:sldMk cId="1710641726" sldId="2147480810"/>
            <ac:spMk id="10" creationId="{57A3C6E0-94D6-7FFF-A358-1B7B59A88C71}"/>
          </ac:spMkLst>
        </pc:spChg>
      </pc:sldChg>
      <pc:sldChg chg="modSp mod">
        <pc:chgData name="Takeuchi, Koichiro" userId="b3848a05-443b-4434-8fa5-7398ca0c03c9" providerId="ADAL" clId="{0BCE8C6C-860B-4961-8907-604115D89DF6}" dt="2024-06-24T02:25:23.596" v="2482" actId="20577"/>
        <pc:sldMkLst>
          <pc:docMk/>
          <pc:sldMk cId="197750219" sldId="2147480811"/>
        </pc:sldMkLst>
        <pc:spChg chg="mod">
          <ac:chgData name="Takeuchi, Koichiro" userId="b3848a05-443b-4434-8fa5-7398ca0c03c9" providerId="ADAL" clId="{0BCE8C6C-860B-4961-8907-604115D89DF6}" dt="2024-06-24T02:25:23.596" v="2482" actId="20577"/>
          <ac:spMkLst>
            <pc:docMk/>
            <pc:sldMk cId="197750219" sldId="2147480811"/>
            <ac:spMk id="7" creationId="{4C331423-D31E-54C6-B603-3A2DCE7DE991}"/>
          </ac:spMkLst>
        </pc:spChg>
      </pc:sldChg>
      <pc:sldChg chg="modSp mod">
        <pc:chgData name="Takeuchi, Koichiro" userId="b3848a05-443b-4434-8fa5-7398ca0c03c9" providerId="ADAL" clId="{0BCE8C6C-860B-4961-8907-604115D89DF6}" dt="2024-06-24T02:25:28.490" v="2495" actId="20577"/>
        <pc:sldMkLst>
          <pc:docMk/>
          <pc:sldMk cId="3372364919" sldId="2147480812"/>
        </pc:sldMkLst>
        <pc:spChg chg="mod">
          <ac:chgData name="Takeuchi, Koichiro" userId="b3848a05-443b-4434-8fa5-7398ca0c03c9" providerId="ADAL" clId="{0BCE8C6C-860B-4961-8907-604115D89DF6}" dt="2024-06-24T02:25:28.490" v="2495" actId="20577"/>
          <ac:spMkLst>
            <pc:docMk/>
            <pc:sldMk cId="3372364919" sldId="2147480812"/>
            <ac:spMk id="7" creationId="{4C331423-D31E-54C6-B603-3A2DCE7DE991}"/>
          </ac:spMkLst>
        </pc:spChg>
      </pc:sldChg>
      <pc:sldChg chg="addSp modSp del mod">
        <pc:chgData name="Takeuchi, Koichiro" userId="b3848a05-443b-4434-8fa5-7398ca0c03c9" providerId="ADAL" clId="{0BCE8C6C-860B-4961-8907-604115D89DF6}" dt="2024-06-27T02:02:28.317" v="12919" actId="47"/>
        <pc:sldMkLst>
          <pc:docMk/>
          <pc:sldMk cId="2130791122" sldId="2147480817"/>
        </pc:sldMkLst>
        <pc:spChg chg="mod">
          <ac:chgData name="Takeuchi, Koichiro" userId="b3848a05-443b-4434-8fa5-7398ca0c03c9" providerId="ADAL" clId="{0BCE8C6C-860B-4961-8907-604115D89DF6}" dt="2024-06-27T00:24:04.469" v="8346" actId="20577"/>
          <ac:spMkLst>
            <pc:docMk/>
            <pc:sldMk cId="2130791122" sldId="2147480817"/>
            <ac:spMk id="2" creationId="{8F3ED2D0-8C64-20C8-AA22-0C1866CAB691}"/>
          </ac:spMkLst>
        </pc:spChg>
        <pc:spChg chg="add mod">
          <ac:chgData name="Takeuchi, Koichiro" userId="b3848a05-443b-4434-8fa5-7398ca0c03c9" providerId="ADAL" clId="{0BCE8C6C-860B-4961-8907-604115D89DF6}" dt="2024-06-27T00:49:15.209" v="9116" actId="20577"/>
          <ac:spMkLst>
            <pc:docMk/>
            <pc:sldMk cId="2130791122" sldId="2147480817"/>
            <ac:spMk id="15" creationId="{ED0F6225-4A49-FDC4-45E6-3D0FE1B08B38}"/>
          </ac:spMkLst>
        </pc:spChg>
        <pc:spChg chg="add mod">
          <ac:chgData name="Takeuchi, Koichiro" userId="b3848a05-443b-4434-8fa5-7398ca0c03c9" providerId="ADAL" clId="{0BCE8C6C-860B-4961-8907-604115D89DF6}" dt="2024-06-27T00:48:42.677" v="9070" actId="1076"/>
          <ac:spMkLst>
            <pc:docMk/>
            <pc:sldMk cId="2130791122" sldId="2147480817"/>
            <ac:spMk id="17" creationId="{161D1ADC-7A06-85A5-6A8C-823C7950F609}"/>
          </ac:spMkLst>
        </pc:spChg>
        <pc:spChg chg="mod">
          <ac:chgData name="Takeuchi, Koichiro" userId="b3848a05-443b-4434-8fa5-7398ca0c03c9" providerId="ADAL" clId="{0BCE8C6C-860B-4961-8907-604115D89DF6}" dt="2024-06-27T00:49:07.532" v="9096" actId="20577"/>
          <ac:spMkLst>
            <pc:docMk/>
            <pc:sldMk cId="2130791122" sldId="2147480817"/>
            <ac:spMk id="29" creationId="{33263DEC-6023-5330-3B8F-5DDA2FCF80E5}"/>
          </ac:spMkLst>
        </pc:spChg>
      </pc:sldChg>
      <pc:sldChg chg="addSp delSp modSp del mod">
        <pc:chgData name="Takeuchi, Koichiro" userId="b3848a05-443b-4434-8fa5-7398ca0c03c9" providerId="ADAL" clId="{0BCE8C6C-860B-4961-8907-604115D89DF6}" dt="2024-06-27T06:06:46.092" v="17468" actId="47"/>
        <pc:sldMkLst>
          <pc:docMk/>
          <pc:sldMk cId="3929662420" sldId="2147480818"/>
        </pc:sldMkLst>
        <pc:spChg chg="add mod">
          <ac:chgData name="Takeuchi, Koichiro" userId="b3848a05-443b-4434-8fa5-7398ca0c03c9" providerId="ADAL" clId="{0BCE8C6C-860B-4961-8907-604115D89DF6}" dt="2024-06-27T02:56:37.486" v="15283"/>
          <ac:spMkLst>
            <pc:docMk/>
            <pc:sldMk cId="3929662420" sldId="2147480818"/>
            <ac:spMk id="10" creationId="{8B9ECE40-4DA2-0B14-8651-17C03C91DEFE}"/>
          </ac:spMkLst>
        </pc:spChg>
        <pc:spChg chg="add mod">
          <ac:chgData name="Takeuchi, Koichiro" userId="b3848a05-443b-4434-8fa5-7398ca0c03c9" providerId="ADAL" clId="{0BCE8C6C-860B-4961-8907-604115D89DF6}" dt="2024-06-27T02:58:16.749" v="15592" actId="20577"/>
          <ac:spMkLst>
            <pc:docMk/>
            <pc:sldMk cId="3929662420" sldId="2147480818"/>
            <ac:spMk id="20" creationId="{9AD9180D-F622-F360-3307-8DCD06DEF623}"/>
          </ac:spMkLst>
        </pc:spChg>
        <pc:spChg chg="del">
          <ac:chgData name="Takeuchi, Koichiro" userId="b3848a05-443b-4434-8fa5-7398ca0c03c9" providerId="ADAL" clId="{0BCE8C6C-860B-4961-8907-604115D89DF6}" dt="2024-06-27T02:56:41.530" v="15284" actId="478"/>
          <ac:spMkLst>
            <pc:docMk/>
            <pc:sldMk cId="3929662420" sldId="2147480818"/>
            <ac:spMk id="68" creationId="{74CDD5EB-0126-544B-1D9B-117A2CCB9D32}"/>
          </ac:spMkLst>
        </pc:spChg>
        <pc:spChg chg="del">
          <ac:chgData name="Takeuchi, Koichiro" userId="b3848a05-443b-4434-8fa5-7398ca0c03c9" providerId="ADAL" clId="{0BCE8C6C-860B-4961-8907-604115D89DF6}" dt="2024-06-27T02:56:41.530" v="15284" actId="478"/>
          <ac:spMkLst>
            <pc:docMk/>
            <pc:sldMk cId="3929662420" sldId="2147480818"/>
            <ac:spMk id="81" creationId="{3BF40FBA-B0FD-1D8D-30A0-922C54B4026C}"/>
          </ac:spMkLst>
        </pc:spChg>
        <pc:spChg chg="del">
          <ac:chgData name="Takeuchi, Koichiro" userId="b3848a05-443b-4434-8fa5-7398ca0c03c9" providerId="ADAL" clId="{0BCE8C6C-860B-4961-8907-604115D89DF6}" dt="2024-06-27T02:56:41.530" v="15284" actId="478"/>
          <ac:spMkLst>
            <pc:docMk/>
            <pc:sldMk cId="3929662420" sldId="2147480818"/>
            <ac:spMk id="87" creationId="{6BEE82FB-9E7B-5DBB-10F9-AD68E0BF9080}"/>
          </ac:spMkLst>
        </pc:spChg>
        <pc:spChg chg="del">
          <ac:chgData name="Takeuchi, Koichiro" userId="b3848a05-443b-4434-8fa5-7398ca0c03c9" providerId="ADAL" clId="{0BCE8C6C-860B-4961-8907-604115D89DF6}" dt="2024-06-27T02:56:41.530" v="15284" actId="478"/>
          <ac:spMkLst>
            <pc:docMk/>
            <pc:sldMk cId="3929662420" sldId="2147480818"/>
            <ac:spMk id="91" creationId="{46E161C8-4F1D-82E0-D21C-C009C37DCA22}"/>
          </ac:spMkLst>
        </pc:spChg>
        <pc:cxnChg chg="del mod">
          <ac:chgData name="Takeuchi, Koichiro" userId="b3848a05-443b-4434-8fa5-7398ca0c03c9" providerId="ADAL" clId="{0BCE8C6C-860B-4961-8907-604115D89DF6}" dt="2024-06-27T02:56:41.530" v="15284" actId="478"/>
          <ac:cxnSpMkLst>
            <pc:docMk/>
            <pc:sldMk cId="3929662420" sldId="2147480818"/>
            <ac:cxnSpMk id="72" creationId="{F0FB2B42-926C-D26B-E544-58A5804C9A83}"/>
          </ac:cxnSpMkLst>
        </pc:cxnChg>
        <pc:cxnChg chg="del mod">
          <ac:chgData name="Takeuchi, Koichiro" userId="b3848a05-443b-4434-8fa5-7398ca0c03c9" providerId="ADAL" clId="{0BCE8C6C-860B-4961-8907-604115D89DF6}" dt="2024-06-27T02:56:41.530" v="15284" actId="478"/>
          <ac:cxnSpMkLst>
            <pc:docMk/>
            <pc:sldMk cId="3929662420" sldId="2147480818"/>
            <ac:cxnSpMk id="84" creationId="{10EB06AE-5A8E-E364-F0E8-DC46A09DB1A0}"/>
          </ac:cxnSpMkLst>
        </pc:cxnChg>
        <pc:cxnChg chg="del mod">
          <ac:chgData name="Takeuchi, Koichiro" userId="b3848a05-443b-4434-8fa5-7398ca0c03c9" providerId="ADAL" clId="{0BCE8C6C-860B-4961-8907-604115D89DF6}" dt="2024-06-27T02:56:41.530" v="15284" actId="478"/>
          <ac:cxnSpMkLst>
            <pc:docMk/>
            <pc:sldMk cId="3929662420" sldId="2147480818"/>
            <ac:cxnSpMk id="89" creationId="{2225D78C-CB6B-4681-29B3-71995E506DDB}"/>
          </ac:cxnSpMkLst>
        </pc:cxnChg>
      </pc:sldChg>
      <pc:sldChg chg="del">
        <pc:chgData name="Takeuchi, Koichiro" userId="b3848a05-443b-4434-8fa5-7398ca0c03c9" providerId="ADAL" clId="{0BCE8C6C-860B-4961-8907-604115D89DF6}" dt="2024-06-20T07:18:07.166" v="3" actId="47"/>
        <pc:sldMkLst>
          <pc:docMk/>
          <pc:sldMk cId="1843778601" sldId="2147480819"/>
        </pc:sldMkLst>
      </pc:sldChg>
      <pc:sldChg chg="del">
        <pc:chgData name="Takeuchi, Koichiro" userId="b3848a05-443b-4434-8fa5-7398ca0c03c9" providerId="ADAL" clId="{0BCE8C6C-860B-4961-8907-604115D89DF6}" dt="2024-06-20T07:17:53.864" v="0" actId="47"/>
        <pc:sldMkLst>
          <pc:docMk/>
          <pc:sldMk cId="2651279901" sldId="2147480820"/>
        </pc:sldMkLst>
      </pc:sldChg>
      <pc:sldChg chg="del">
        <pc:chgData name="Takeuchi, Koichiro" userId="b3848a05-443b-4434-8fa5-7398ca0c03c9" providerId="ADAL" clId="{0BCE8C6C-860B-4961-8907-604115D89DF6}" dt="2024-06-20T07:17:54.315" v="1" actId="47"/>
        <pc:sldMkLst>
          <pc:docMk/>
          <pc:sldMk cId="1893746339" sldId="2147480821"/>
        </pc:sldMkLst>
      </pc:sldChg>
      <pc:sldChg chg="del">
        <pc:chgData name="Takeuchi, Koichiro" userId="b3848a05-443b-4434-8fa5-7398ca0c03c9" providerId="ADAL" clId="{0BCE8C6C-860B-4961-8907-604115D89DF6}" dt="2024-06-20T07:17:54.747" v="2" actId="47"/>
        <pc:sldMkLst>
          <pc:docMk/>
          <pc:sldMk cId="4135958825" sldId="2147480822"/>
        </pc:sldMkLst>
      </pc:sldChg>
      <pc:sldChg chg="modSp mod">
        <pc:chgData name="Takeuchi, Koichiro" userId="b3848a05-443b-4434-8fa5-7398ca0c03c9" providerId="ADAL" clId="{0BCE8C6C-860B-4961-8907-604115D89DF6}" dt="2024-06-24T02:25:35.484" v="2513" actId="20577"/>
        <pc:sldMkLst>
          <pc:docMk/>
          <pc:sldMk cId="982874196" sldId="2147480823"/>
        </pc:sldMkLst>
        <pc:spChg chg="mod">
          <ac:chgData name="Takeuchi, Koichiro" userId="b3848a05-443b-4434-8fa5-7398ca0c03c9" providerId="ADAL" clId="{0BCE8C6C-860B-4961-8907-604115D89DF6}" dt="2024-06-24T02:25:35.484" v="2513" actId="20577"/>
          <ac:spMkLst>
            <pc:docMk/>
            <pc:sldMk cId="982874196" sldId="2147480823"/>
            <ac:spMk id="7" creationId="{4C331423-D31E-54C6-B603-3A2DCE7DE991}"/>
          </ac:spMkLst>
        </pc:spChg>
      </pc:sldChg>
      <pc:sldChg chg="del">
        <pc:chgData name="Takeuchi, Koichiro" userId="b3848a05-443b-4434-8fa5-7398ca0c03c9" providerId="ADAL" clId="{0BCE8C6C-860B-4961-8907-604115D89DF6}" dt="2024-06-24T01:58:31.746" v="2160" actId="47"/>
        <pc:sldMkLst>
          <pc:docMk/>
          <pc:sldMk cId="1281262462" sldId="2147480824"/>
        </pc:sldMkLst>
      </pc:sldChg>
      <pc:sldChg chg="modSp mod">
        <pc:chgData name="Takeuchi, Koichiro" userId="b3848a05-443b-4434-8fa5-7398ca0c03c9" providerId="ADAL" clId="{0BCE8C6C-860B-4961-8907-604115D89DF6}" dt="2024-06-24T02:25:41.181" v="2526" actId="20577"/>
        <pc:sldMkLst>
          <pc:docMk/>
          <pc:sldMk cId="1860587498" sldId="2147480825"/>
        </pc:sldMkLst>
        <pc:spChg chg="mod">
          <ac:chgData name="Takeuchi, Koichiro" userId="b3848a05-443b-4434-8fa5-7398ca0c03c9" providerId="ADAL" clId="{0BCE8C6C-860B-4961-8907-604115D89DF6}" dt="2024-06-24T02:25:41.181" v="2526" actId="20577"/>
          <ac:spMkLst>
            <pc:docMk/>
            <pc:sldMk cId="1860587498" sldId="2147480825"/>
            <ac:spMk id="7" creationId="{4C331423-D31E-54C6-B603-3A2DCE7DE991}"/>
          </ac:spMkLst>
        </pc:spChg>
      </pc:sldChg>
      <pc:sldChg chg="del">
        <pc:chgData name="Takeuchi, Koichiro" userId="b3848a05-443b-4434-8fa5-7398ca0c03c9" providerId="ADAL" clId="{0BCE8C6C-860B-4961-8907-604115D89DF6}" dt="2024-06-27T02:49:08.050" v="14897" actId="47"/>
        <pc:sldMkLst>
          <pc:docMk/>
          <pc:sldMk cId="3882822137" sldId="2147480827"/>
        </pc:sldMkLst>
      </pc:sldChg>
      <pc:sldChg chg="addSp delSp modSp new mod">
        <pc:chgData name="Takeuchi, Koichiro" userId="b3848a05-443b-4434-8fa5-7398ca0c03c9" providerId="ADAL" clId="{0BCE8C6C-860B-4961-8907-604115D89DF6}" dt="2024-06-24T02:25:10.719" v="2456" actId="20577"/>
        <pc:sldMkLst>
          <pc:docMk/>
          <pc:sldMk cId="3308295739" sldId="2147480828"/>
        </pc:sldMkLst>
        <pc:spChg chg="mod">
          <ac:chgData name="Takeuchi, Koichiro" userId="b3848a05-443b-4434-8fa5-7398ca0c03c9" providerId="ADAL" clId="{0BCE8C6C-860B-4961-8907-604115D89DF6}" dt="2024-06-21T02:10:02.119" v="1946" actId="255"/>
          <ac:spMkLst>
            <pc:docMk/>
            <pc:sldMk cId="3308295739" sldId="2147480828"/>
            <ac:spMk id="2" creationId="{1AB4CFF1-42CD-ACEA-E74C-1EDC16198BA8}"/>
          </ac:spMkLst>
        </pc:spChg>
        <pc:spChg chg="mod">
          <ac:chgData name="Takeuchi, Koichiro" userId="b3848a05-443b-4434-8fa5-7398ca0c03c9" providerId="ADAL" clId="{0BCE8C6C-860B-4961-8907-604115D89DF6}" dt="2024-06-24T02:24:04.961" v="2442" actId="20577"/>
          <ac:spMkLst>
            <pc:docMk/>
            <pc:sldMk cId="3308295739" sldId="2147480828"/>
            <ac:spMk id="3" creationId="{9BC06379-8B3B-D59E-D68A-7850A6B0B038}"/>
          </ac:spMkLst>
        </pc:spChg>
        <pc:spChg chg="mod">
          <ac:chgData name="Takeuchi, Koichiro" userId="b3848a05-443b-4434-8fa5-7398ca0c03c9" providerId="ADAL" clId="{0BCE8C6C-860B-4961-8907-604115D89DF6}" dt="2024-06-24T02:25:10.719" v="2456" actId="20577"/>
          <ac:spMkLst>
            <pc:docMk/>
            <pc:sldMk cId="3308295739" sldId="2147480828"/>
            <ac:spMk id="4" creationId="{CE8FE50C-4ED0-3703-A446-8B5DCB696FC5}"/>
          </ac:spMkLst>
        </pc:spChg>
        <pc:spChg chg="add del mod">
          <ac:chgData name="Takeuchi, Koichiro" userId="b3848a05-443b-4434-8fa5-7398ca0c03c9" providerId="ADAL" clId="{0BCE8C6C-860B-4961-8907-604115D89DF6}" dt="2024-06-21T01:13:12.403" v="474" actId="478"/>
          <ac:spMkLst>
            <pc:docMk/>
            <pc:sldMk cId="3308295739" sldId="2147480828"/>
            <ac:spMk id="7" creationId="{A1DADE16-D59D-D712-AD5F-F8421EA4D559}"/>
          </ac:spMkLst>
        </pc:spChg>
        <pc:spChg chg="add mod">
          <ac:chgData name="Takeuchi, Koichiro" userId="b3848a05-443b-4434-8fa5-7398ca0c03c9" providerId="ADAL" clId="{0BCE8C6C-860B-4961-8907-604115D89DF6}" dt="2024-06-24T02:23:08.274" v="2360" actId="20577"/>
          <ac:spMkLst>
            <pc:docMk/>
            <pc:sldMk cId="3308295739" sldId="2147480828"/>
            <ac:spMk id="7" creationId="{DF14A8A7-F1CE-4347-E4C8-984AEE651925}"/>
          </ac:spMkLst>
        </pc:spChg>
        <pc:spChg chg="add del mod">
          <ac:chgData name="Takeuchi, Koichiro" userId="b3848a05-443b-4434-8fa5-7398ca0c03c9" providerId="ADAL" clId="{0BCE8C6C-860B-4961-8907-604115D89DF6}" dt="2024-06-24T02:24:12.603" v="2443" actId="478"/>
          <ac:spMkLst>
            <pc:docMk/>
            <pc:sldMk cId="3308295739" sldId="2147480828"/>
            <ac:spMk id="8" creationId="{00B0EFCF-C8BB-5516-FA5B-C8D09D4E18F2}"/>
          </ac:spMkLst>
        </pc:spChg>
        <pc:spChg chg="add del mod">
          <ac:chgData name="Takeuchi, Koichiro" userId="b3848a05-443b-4434-8fa5-7398ca0c03c9" providerId="ADAL" clId="{0BCE8C6C-860B-4961-8907-604115D89DF6}" dt="2024-06-21T01:13:48.227" v="483"/>
          <ac:spMkLst>
            <pc:docMk/>
            <pc:sldMk cId="3308295739" sldId="2147480828"/>
            <ac:spMk id="8" creationId="{39B12B89-AB8E-DD38-A1A2-9221A308BCD1}"/>
          </ac:spMkLst>
        </pc:spChg>
        <pc:spChg chg="add del mod">
          <ac:chgData name="Takeuchi, Koichiro" userId="b3848a05-443b-4434-8fa5-7398ca0c03c9" providerId="ADAL" clId="{0BCE8C6C-860B-4961-8907-604115D89DF6}" dt="2024-06-21T01:13:48.227" v="483"/>
          <ac:spMkLst>
            <pc:docMk/>
            <pc:sldMk cId="3308295739" sldId="2147480828"/>
            <ac:spMk id="9" creationId="{3E1CAD79-E5DA-1DF9-1DB7-A9612122E790}"/>
          </ac:spMkLst>
        </pc:spChg>
        <pc:spChg chg="add mod">
          <ac:chgData name="Takeuchi, Koichiro" userId="b3848a05-443b-4434-8fa5-7398ca0c03c9" providerId="ADAL" clId="{0BCE8C6C-860B-4961-8907-604115D89DF6}" dt="2024-06-21T01:13:31.380" v="477"/>
          <ac:spMkLst>
            <pc:docMk/>
            <pc:sldMk cId="3308295739" sldId="2147480828"/>
            <ac:spMk id="10" creationId="{4D7A5D20-0BFF-B5D2-5515-8AB91A82B2A1}"/>
          </ac:spMkLst>
        </pc:spChg>
        <pc:spChg chg="add mod">
          <ac:chgData name="Takeuchi, Koichiro" userId="b3848a05-443b-4434-8fa5-7398ca0c03c9" providerId="ADAL" clId="{0BCE8C6C-860B-4961-8907-604115D89DF6}" dt="2024-06-21T01:13:31.380" v="477"/>
          <ac:spMkLst>
            <pc:docMk/>
            <pc:sldMk cId="3308295739" sldId="2147480828"/>
            <ac:spMk id="11" creationId="{904FFD86-6B54-E9FD-DA21-7757E5121D54}"/>
          </ac:spMkLst>
        </pc:spChg>
        <pc:spChg chg="add del mod">
          <ac:chgData name="Takeuchi, Koichiro" userId="b3848a05-443b-4434-8fa5-7398ca0c03c9" providerId="ADAL" clId="{0BCE8C6C-860B-4961-8907-604115D89DF6}" dt="2024-06-21T01:13:58.295" v="487" actId="478"/>
          <ac:spMkLst>
            <pc:docMk/>
            <pc:sldMk cId="3308295739" sldId="2147480828"/>
            <ac:spMk id="12" creationId="{282E72F1-1D08-AC80-30BC-B9B939BE9A93}"/>
          </ac:spMkLst>
        </pc:spChg>
        <pc:spChg chg="del mod">
          <ac:chgData name="Takeuchi, Koichiro" userId="b3848a05-443b-4434-8fa5-7398ca0c03c9" providerId="ADAL" clId="{0BCE8C6C-860B-4961-8907-604115D89DF6}" dt="2024-06-21T01:27:00.746" v="864" actId="478"/>
          <ac:spMkLst>
            <pc:docMk/>
            <pc:sldMk cId="3308295739" sldId="2147480828"/>
            <ac:spMk id="13" creationId="{7FF47611-4D84-9F0E-AD4E-4696E70D1426}"/>
          </ac:spMkLst>
        </pc:spChg>
        <pc:spChg chg="add mod">
          <ac:chgData name="Takeuchi, Koichiro" userId="b3848a05-443b-4434-8fa5-7398ca0c03c9" providerId="ADAL" clId="{0BCE8C6C-860B-4961-8907-604115D89DF6}" dt="2024-06-21T01:26:38.679" v="857" actId="12788"/>
          <ac:spMkLst>
            <pc:docMk/>
            <pc:sldMk cId="3308295739" sldId="2147480828"/>
            <ac:spMk id="14" creationId="{83B46A54-D20E-45FC-FCE1-17B9AD2D601C}"/>
          </ac:spMkLst>
        </pc:spChg>
        <pc:spChg chg="add del mod">
          <ac:chgData name="Takeuchi, Koichiro" userId="b3848a05-443b-4434-8fa5-7398ca0c03c9" providerId="ADAL" clId="{0BCE8C6C-860B-4961-8907-604115D89DF6}" dt="2024-06-21T01:23:44.242" v="738" actId="478"/>
          <ac:spMkLst>
            <pc:docMk/>
            <pc:sldMk cId="3308295739" sldId="2147480828"/>
            <ac:spMk id="15" creationId="{05A40B6F-39A8-B202-8316-F30FC0DAC158}"/>
          </ac:spMkLst>
        </pc:spChg>
        <pc:spChg chg="add mod">
          <ac:chgData name="Takeuchi, Koichiro" userId="b3848a05-443b-4434-8fa5-7398ca0c03c9" providerId="ADAL" clId="{0BCE8C6C-860B-4961-8907-604115D89DF6}" dt="2024-06-21T01:26:38.679" v="857" actId="12788"/>
          <ac:spMkLst>
            <pc:docMk/>
            <pc:sldMk cId="3308295739" sldId="2147480828"/>
            <ac:spMk id="16" creationId="{5056C7F3-B523-747F-EA46-96F58344B56D}"/>
          </ac:spMkLst>
        </pc:spChg>
        <pc:spChg chg="add del mod">
          <ac:chgData name="Takeuchi, Koichiro" userId="b3848a05-443b-4434-8fa5-7398ca0c03c9" providerId="ADAL" clId="{0BCE8C6C-860B-4961-8907-604115D89DF6}" dt="2024-06-21T01:24:25.356" v="789" actId="478"/>
          <ac:spMkLst>
            <pc:docMk/>
            <pc:sldMk cId="3308295739" sldId="2147480828"/>
            <ac:spMk id="17" creationId="{E65C69B7-DF74-CCA7-9C5A-271F0274AD22}"/>
          </ac:spMkLst>
        </pc:spChg>
        <pc:spChg chg="add mod">
          <ac:chgData name="Takeuchi, Koichiro" userId="b3848a05-443b-4434-8fa5-7398ca0c03c9" providerId="ADAL" clId="{0BCE8C6C-860B-4961-8907-604115D89DF6}" dt="2024-06-21T01:26:38.679" v="857" actId="12788"/>
          <ac:spMkLst>
            <pc:docMk/>
            <pc:sldMk cId="3308295739" sldId="2147480828"/>
            <ac:spMk id="18" creationId="{4F687BC3-6A5D-51F5-E268-D70CB0FEC13B}"/>
          </ac:spMkLst>
        </pc:spChg>
        <pc:spChg chg="add mod">
          <ac:chgData name="Takeuchi, Koichiro" userId="b3848a05-443b-4434-8fa5-7398ca0c03c9" providerId="ADAL" clId="{0BCE8C6C-860B-4961-8907-604115D89DF6}" dt="2024-06-21T01:26:38.679" v="857" actId="12788"/>
          <ac:spMkLst>
            <pc:docMk/>
            <pc:sldMk cId="3308295739" sldId="2147480828"/>
            <ac:spMk id="19" creationId="{2B214535-6979-6EBB-F301-2238C914BE6F}"/>
          </ac:spMkLst>
        </pc:spChg>
        <pc:spChg chg="add del mod">
          <ac:chgData name="Takeuchi, Koichiro" userId="b3848a05-443b-4434-8fa5-7398ca0c03c9" providerId="ADAL" clId="{0BCE8C6C-860B-4961-8907-604115D89DF6}" dt="2024-06-21T01:26:58.527" v="863"/>
          <ac:spMkLst>
            <pc:docMk/>
            <pc:sldMk cId="3308295739" sldId="2147480828"/>
            <ac:spMk id="20" creationId="{AF87F327-B2C1-D0F9-13D3-A21B6275D016}"/>
          </ac:spMkLst>
        </pc:spChg>
        <pc:spChg chg="add del mod ord">
          <ac:chgData name="Takeuchi, Koichiro" userId="b3848a05-443b-4434-8fa5-7398ca0c03c9" providerId="ADAL" clId="{0BCE8C6C-860B-4961-8907-604115D89DF6}" dt="2024-06-21T01:26:58.527" v="863"/>
          <ac:spMkLst>
            <pc:docMk/>
            <pc:sldMk cId="3308295739" sldId="2147480828"/>
            <ac:spMk id="21" creationId="{D26F6B2D-3530-3F63-EEC7-7FAC8253D028}"/>
          </ac:spMkLst>
        </pc:spChg>
        <pc:spChg chg="mod">
          <ac:chgData name="Takeuchi, Koichiro" userId="b3848a05-443b-4434-8fa5-7398ca0c03c9" providerId="ADAL" clId="{0BCE8C6C-860B-4961-8907-604115D89DF6}" dt="2024-06-21T01:26:58.527" v="863"/>
          <ac:spMkLst>
            <pc:docMk/>
            <pc:sldMk cId="3308295739" sldId="2147480828"/>
            <ac:spMk id="22" creationId="{868955E1-F744-EA6D-1955-0976509B861B}"/>
          </ac:spMkLst>
        </pc:spChg>
        <pc:spChg chg="add del mod">
          <ac:chgData name="Takeuchi, Koichiro" userId="b3848a05-443b-4434-8fa5-7398ca0c03c9" providerId="ADAL" clId="{0BCE8C6C-860B-4961-8907-604115D89DF6}" dt="2024-06-21T01:29:50.339" v="868" actId="478"/>
          <ac:spMkLst>
            <pc:docMk/>
            <pc:sldMk cId="3308295739" sldId="2147480828"/>
            <ac:spMk id="25" creationId="{7C38B641-49B5-FFE4-7122-76EFC9589365}"/>
          </ac:spMkLst>
        </pc:spChg>
        <pc:spChg chg="add mod">
          <ac:chgData name="Takeuchi, Koichiro" userId="b3848a05-443b-4434-8fa5-7398ca0c03c9" providerId="ADAL" clId="{0BCE8C6C-860B-4961-8907-604115D89DF6}" dt="2024-06-21T01:32:27.275" v="941" actId="1038"/>
          <ac:spMkLst>
            <pc:docMk/>
            <pc:sldMk cId="3308295739" sldId="2147480828"/>
            <ac:spMk id="26" creationId="{075CE7D6-6869-5FBB-22F7-044ADE8C7956}"/>
          </ac:spMkLst>
        </pc:spChg>
        <pc:spChg chg="add mod">
          <ac:chgData name="Takeuchi, Koichiro" userId="b3848a05-443b-4434-8fa5-7398ca0c03c9" providerId="ADAL" clId="{0BCE8C6C-860B-4961-8907-604115D89DF6}" dt="2024-06-21T01:31:32.594" v="900" actId="14100"/>
          <ac:spMkLst>
            <pc:docMk/>
            <pc:sldMk cId="3308295739" sldId="2147480828"/>
            <ac:spMk id="28" creationId="{29DDDE2D-00EA-6FF3-2226-931E0342848F}"/>
          </ac:spMkLst>
        </pc:spChg>
        <pc:spChg chg="add mod">
          <ac:chgData name="Takeuchi, Koichiro" userId="b3848a05-443b-4434-8fa5-7398ca0c03c9" providerId="ADAL" clId="{0BCE8C6C-860B-4961-8907-604115D89DF6}" dt="2024-06-21T01:31:32.594" v="900" actId="14100"/>
          <ac:spMkLst>
            <pc:docMk/>
            <pc:sldMk cId="3308295739" sldId="2147480828"/>
            <ac:spMk id="29" creationId="{473B229C-8589-E6F6-A3BC-1BB0883CD24E}"/>
          </ac:spMkLst>
        </pc:spChg>
        <pc:spChg chg="mod">
          <ac:chgData name="Takeuchi, Koichiro" userId="b3848a05-443b-4434-8fa5-7398ca0c03c9" providerId="ADAL" clId="{0BCE8C6C-860B-4961-8907-604115D89DF6}" dt="2024-06-21T01:29:52.792" v="869"/>
          <ac:spMkLst>
            <pc:docMk/>
            <pc:sldMk cId="3308295739" sldId="2147480828"/>
            <ac:spMk id="32" creationId="{622F426E-03E8-CE6F-7965-496BC1352D7C}"/>
          </ac:spMkLst>
        </pc:spChg>
        <pc:spChg chg="add mod">
          <ac:chgData name="Takeuchi, Koichiro" userId="b3848a05-443b-4434-8fa5-7398ca0c03c9" providerId="ADAL" clId="{0BCE8C6C-860B-4961-8907-604115D89DF6}" dt="2024-06-21T01:31:32.594" v="900" actId="14100"/>
          <ac:spMkLst>
            <pc:docMk/>
            <pc:sldMk cId="3308295739" sldId="2147480828"/>
            <ac:spMk id="33" creationId="{13C9B32C-851A-F4EC-C068-206D81913D47}"/>
          </ac:spMkLst>
        </pc:spChg>
        <pc:spChg chg="add mod">
          <ac:chgData name="Takeuchi, Koichiro" userId="b3848a05-443b-4434-8fa5-7398ca0c03c9" providerId="ADAL" clId="{0BCE8C6C-860B-4961-8907-604115D89DF6}" dt="2024-06-21T01:31:39.151" v="901" actId="1035"/>
          <ac:spMkLst>
            <pc:docMk/>
            <pc:sldMk cId="3308295739" sldId="2147480828"/>
            <ac:spMk id="34" creationId="{0045D193-AD17-ADA2-16F9-DD0995906467}"/>
          </ac:spMkLst>
        </pc:spChg>
        <pc:spChg chg="add mod">
          <ac:chgData name="Takeuchi, Koichiro" userId="b3848a05-443b-4434-8fa5-7398ca0c03c9" providerId="ADAL" clId="{0BCE8C6C-860B-4961-8907-604115D89DF6}" dt="2024-06-21T01:31:08.061" v="897" actId="1076"/>
          <ac:spMkLst>
            <pc:docMk/>
            <pc:sldMk cId="3308295739" sldId="2147480828"/>
            <ac:spMk id="35" creationId="{3766BF7C-ADA1-3D92-CE9D-08E60960DB77}"/>
          </ac:spMkLst>
        </pc:spChg>
        <pc:spChg chg="add mod">
          <ac:chgData name="Takeuchi, Koichiro" userId="b3848a05-443b-4434-8fa5-7398ca0c03c9" providerId="ADAL" clId="{0BCE8C6C-860B-4961-8907-604115D89DF6}" dt="2024-06-21T01:31:32.594" v="900" actId="14100"/>
          <ac:spMkLst>
            <pc:docMk/>
            <pc:sldMk cId="3308295739" sldId="2147480828"/>
            <ac:spMk id="36" creationId="{420FB18F-1BBD-2816-2239-420535D45D1D}"/>
          </ac:spMkLst>
        </pc:spChg>
        <pc:spChg chg="add mod">
          <ac:chgData name="Takeuchi, Koichiro" userId="b3848a05-443b-4434-8fa5-7398ca0c03c9" providerId="ADAL" clId="{0BCE8C6C-860B-4961-8907-604115D89DF6}" dt="2024-06-21T01:31:32.594" v="900" actId="14100"/>
          <ac:spMkLst>
            <pc:docMk/>
            <pc:sldMk cId="3308295739" sldId="2147480828"/>
            <ac:spMk id="37" creationId="{C9A7C990-281E-B384-36D2-290DE7FE0140}"/>
          </ac:spMkLst>
        </pc:spChg>
        <pc:spChg chg="add mod">
          <ac:chgData name="Takeuchi, Koichiro" userId="b3848a05-443b-4434-8fa5-7398ca0c03c9" providerId="ADAL" clId="{0BCE8C6C-860B-4961-8907-604115D89DF6}" dt="2024-06-24T02:01:51.405" v="2205" actId="12788"/>
          <ac:spMkLst>
            <pc:docMk/>
            <pc:sldMk cId="3308295739" sldId="2147480828"/>
            <ac:spMk id="38" creationId="{A6B406A4-F0D4-5999-F6D4-90072CD3B290}"/>
          </ac:spMkLst>
        </pc:spChg>
        <pc:spChg chg="add del mod">
          <ac:chgData name="Takeuchi, Koichiro" userId="b3848a05-443b-4434-8fa5-7398ca0c03c9" providerId="ADAL" clId="{0BCE8C6C-860B-4961-8907-604115D89DF6}" dt="2024-06-21T01:42:00.301" v="1399" actId="478"/>
          <ac:spMkLst>
            <pc:docMk/>
            <pc:sldMk cId="3308295739" sldId="2147480828"/>
            <ac:spMk id="39" creationId="{D977FA07-2AF9-EF9D-297E-F593F485A090}"/>
          </ac:spMkLst>
        </pc:spChg>
        <pc:spChg chg="add mod">
          <ac:chgData name="Takeuchi, Koichiro" userId="b3848a05-443b-4434-8fa5-7398ca0c03c9" providerId="ADAL" clId="{0BCE8C6C-860B-4961-8907-604115D89DF6}" dt="2024-06-21T01:32:37.815" v="965" actId="1037"/>
          <ac:spMkLst>
            <pc:docMk/>
            <pc:sldMk cId="3308295739" sldId="2147480828"/>
            <ac:spMk id="40" creationId="{3CCFEAEA-0D6B-41B3-3B2F-DD694C840917}"/>
          </ac:spMkLst>
        </pc:spChg>
        <pc:spChg chg="add mod">
          <ac:chgData name="Takeuchi, Koichiro" userId="b3848a05-443b-4434-8fa5-7398ca0c03c9" providerId="ADAL" clId="{0BCE8C6C-860B-4961-8907-604115D89DF6}" dt="2024-06-21T01:32:32.796" v="953" actId="1038"/>
          <ac:spMkLst>
            <pc:docMk/>
            <pc:sldMk cId="3308295739" sldId="2147480828"/>
            <ac:spMk id="41" creationId="{D04B7D05-04F0-653D-506A-B0CA05FF7278}"/>
          </ac:spMkLst>
        </pc:spChg>
        <pc:spChg chg="add mod">
          <ac:chgData name="Takeuchi, Koichiro" userId="b3848a05-443b-4434-8fa5-7398ca0c03c9" providerId="ADAL" clId="{0BCE8C6C-860B-4961-8907-604115D89DF6}" dt="2024-06-24T02:01:51.405" v="2205" actId="12788"/>
          <ac:spMkLst>
            <pc:docMk/>
            <pc:sldMk cId="3308295739" sldId="2147480828"/>
            <ac:spMk id="48" creationId="{0AE5AEFF-62A4-D98F-0E98-3C3FD6FA4FAE}"/>
          </ac:spMkLst>
        </pc:spChg>
        <pc:spChg chg="add del mod">
          <ac:chgData name="Takeuchi, Koichiro" userId="b3848a05-443b-4434-8fa5-7398ca0c03c9" providerId="ADAL" clId="{0BCE8C6C-860B-4961-8907-604115D89DF6}" dt="2024-06-21T01:42:00.301" v="1399" actId="478"/>
          <ac:spMkLst>
            <pc:docMk/>
            <pc:sldMk cId="3308295739" sldId="2147480828"/>
            <ac:spMk id="49" creationId="{FE362086-AF90-7C92-C493-47C02696A5E7}"/>
          </ac:spMkLst>
        </pc:spChg>
        <pc:spChg chg="add del mod">
          <ac:chgData name="Takeuchi, Koichiro" userId="b3848a05-443b-4434-8fa5-7398ca0c03c9" providerId="ADAL" clId="{0BCE8C6C-860B-4961-8907-604115D89DF6}" dt="2024-06-21T01:42:26.397" v="1405" actId="478"/>
          <ac:spMkLst>
            <pc:docMk/>
            <pc:sldMk cId="3308295739" sldId="2147480828"/>
            <ac:spMk id="50" creationId="{792A8FDA-0D74-094D-041B-23615D4B83CA}"/>
          </ac:spMkLst>
        </pc:spChg>
        <pc:spChg chg="add del mod">
          <ac:chgData name="Takeuchi, Koichiro" userId="b3848a05-443b-4434-8fa5-7398ca0c03c9" providerId="ADAL" clId="{0BCE8C6C-860B-4961-8907-604115D89DF6}" dt="2024-06-21T01:42:26.397" v="1405" actId="478"/>
          <ac:spMkLst>
            <pc:docMk/>
            <pc:sldMk cId="3308295739" sldId="2147480828"/>
            <ac:spMk id="51" creationId="{887BCC8A-E30E-7EA0-E271-8FC659387231}"/>
          </ac:spMkLst>
        </pc:spChg>
        <pc:spChg chg="add del mod">
          <ac:chgData name="Takeuchi, Koichiro" userId="b3848a05-443b-4434-8fa5-7398ca0c03c9" providerId="ADAL" clId="{0BCE8C6C-860B-4961-8907-604115D89DF6}" dt="2024-06-21T01:35:08.607" v="1038" actId="478"/>
          <ac:spMkLst>
            <pc:docMk/>
            <pc:sldMk cId="3308295739" sldId="2147480828"/>
            <ac:spMk id="52" creationId="{C1F93B12-1E54-F156-0E23-3B210A6CD606}"/>
          </ac:spMkLst>
        </pc:spChg>
        <pc:spChg chg="add del mod">
          <ac:chgData name="Takeuchi, Koichiro" userId="b3848a05-443b-4434-8fa5-7398ca0c03c9" providerId="ADAL" clId="{0BCE8C6C-860B-4961-8907-604115D89DF6}" dt="2024-06-21T01:42:00.301" v="1399" actId="478"/>
          <ac:spMkLst>
            <pc:docMk/>
            <pc:sldMk cId="3308295739" sldId="2147480828"/>
            <ac:spMk id="53" creationId="{8190A7DB-26B9-B495-CF3A-14A26365B8C0}"/>
          </ac:spMkLst>
        </pc:spChg>
        <pc:spChg chg="add mod">
          <ac:chgData name="Takeuchi, Koichiro" userId="b3848a05-443b-4434-8fa5-7398ca0c03c9" providerId="ADAL" clId="{0BCE8C6C-860B-4961-8907-604115D89DF6}" dt="2024-06-21T01:32:02.240" v="930" actId="1037"/>
          <ac:spMkLst>
            <pc:docMk/>
            <pc:sldMk cId="3308295739" sldId="2147480828"/>
            <ac:spMk id="54" creationId="{BC4D1235-881A-9DE1-D09C-6FCE4C58FF29}"/>
          </ac:spMkLst>
        </pc:spChg>
        <pc:spChg chg="add mod">
          <ac:chgData name="Takeuchi, Koichiro" userId="b3848a05-443b-4434-8fa5-7398ca0c03c9" providerId="ADAL" clId="{0BCE8C6C-860B-4961-8907-604115D89DF6}" dt="2024-06-21T01:32:02.240" v="930" actId="1037"/>
          <ac:spMkLst>
            <pc:docMk/>
            <pc:sldMk cId="3308295739" sldId="2147480828"/>
            <ac:spMk id="55" creationId="{E67AA2DB-A7D6-176B-90E6-25237FB585ED}"/>
          </ac:spMkLst>
        </pc:spChg>
        <pc:spChg chg="add mod">
          <ac:chgData name="Takeuchi, Koichiro" userId="b3848a05-443b-4434-8fa5-7398ca0c03c9" providerId="ADAL" clId="{0BCE8C6C-860B-4961-8907-604115D89DF6}" dt="2024-06-21T01:32:12.209" v="932" actId="20577"/>
          <ac:spMkLst>
            <pc:docMk/>
            <pc:sldMk cId="3308295739" sldId="2147480828"/>
            <ac:spMk id="56" creationId="{357E0539-C85A-A3EA-36CB-9FC7DF4B3F36}"/>
          </ac:spMkLst>
        </pc:spChg>
        <pc:spChg chg="add mod">
          <ac:chgData name="Takeuchi, Koichiro" userId="b3848a05-443b-4434-8fa5-7398ca0c03c9" providerId="ADAL" clId="{0BCE8C6C-860B-4961-8907-604115D89DF6}" dt="2024-06-21T01:32:02.240" v="930" actId="1037"/>
          <ac:spMkLst>
            <pc:docMk/>
            <pc:sldMk cId="3308295739" sldId="2147480828"/>
            <ac:spMk id="57" creationId="{67BA60C0-DCDF-B55E-7E19-B0FDB00A4F64}"/>
          </ac:spMkLst>
        </pc:spChg>
        <pc:spChg chg="add mod">
          <ac:chgData name="Takeuchi, Koichiro" userId="b3848a05-443b-4434-8fa5-7398ca0c03c9" providerId="ADAL" clId="{0BCE8C6C-860B-4961-8907-604115D89DF6}" dt="2024-06-21T01:32:41.717" v="981" actId="1037"/>
          <ac:spMkLst>
            <pc:docMk/>
            <pc:sldMk cId="3308295739" sldId="2147480828"/>
            <ac:spMk id="58" creationId="{DE9BBEBB-F0FD-A2FB-2275-4218606A17C0}"/>
          </ac:spMkLst>
        </pc:spChg>
        <pc:spChg chg="add mod">
          <ac:chgData name="Takeuchi, Koichiro" userId="b3848a05-443b-4434-8fa5-7398ca0c03c9" providerId="ADAL" clId="{0BCE8C6C-860B-4961-8907-604115D89DF6}" dt="2024-06-21T01:32:32.796" v="953" actId="1038"/>
          <ac:spMkLst>
            <pc:docMk/>
            <pc:sldMk cId="3308295739" sldId="2147480828"/>
            <ac:spMk id="59" creationId="{893FA56C-5EEE-2B76-39B4-277046666FFF}"/>
          </ac:spMkLst>
        </pc:spChg>
        <pc:spChg chg="add mod">
          <ac:chgData name="Takeuchi, Koichiro" userId="b3848a05-443b-4434-8fa5-7398ca0c03c9" providerId="ADAL" clId="{0BCE8C6C-860B-4961-8907-604115D89DF6}" dt="2024-06-21T01:31:08.061" v="897" actId="1076"/>
          <ac:spMkLst>
            <pc:docMk/>
            <pc:sldMk cId="3308295739" sldId="2147480828"/>
            <ac:spMk id="60" creationId="{0A83B069-52A7-6430-F5C8-78CD25F3AE5A}"/>
          </ac:spMkLst>
        </pc:spChg>
        <pc:spChg chg="add mod">
          <ac:chgData name="Takeuchi, Koichiro" userId="b3848a05-443b-4434-8fa5-7398ca0c03c9" providerId="ADAL" clId="{0BCE8C6C-860B-4961-8907-604115D89DF6}" dt="2024-06-21T01:31:08.061" v="897" actId="1076"/>
          <ac:spMkLst>
            <pc:docMk/>
            <pc:sldMk cId="3308295739" sldId="2147480828"/>
            <ac:spMk id="61" creationId="{EB895FDA-06E6-0F9F-887F-9BF6649DDB74}"/>
          </ac:spMkLst>
        </pc:spChg>
        <pc:spChg chg="add mod">
          <ac:chgData name="Takeuchi, Koichiro" userId="b3848a05-443b-4434-8fa5-7398ca0c03c9" providerId="ADAL" clId="{0BCE8C6C-860B-4961-8907-604115D89DF6}" dt="2024-06-21T01:31:08.061" v="897" actId="1076"/>
          <ac:spMkLst>
            <pc:docMk/>
            <pc:sldMk cId="3308295739" sldId="2147480828"/>
            <ac:spMk id="62" creationId="{0A8BE7F2-60E2-D944-66FE-40871433D851}"/>
          </ac:spMkLst>
        </pc:spChg>
        <pc:spChg chg="add mod">
          <ac:chgData name="Takeuchi, Koichiro" userId="b3848a05-443b-4434-8fa5-7398ca0c03c9" providerId="ADAL" clId="{0BCE8C6C-860B-4961-8907-604115D89DF6}" dt="2024-06-21T01:31:08.061" v="897" actId="1076"/>
          <ac:spMkLst>
            <pc:docMk/>
            <pc:sldMk cId="3308295739" sldId="2147480828"/>
            <ac:spMk id="63" creationId="{A061A8FC-90B3-941B-DE49-C16A5CBEA632}"/>
          </ac:spMkLst>
        </pc:spChg>
        <pc:spChg chg="add del mod">
          <ac:chgData name="Takeuchi, Koichiro" userId="b3848a05-443b-4434-8fa5-7398ca0c03c9" providerId="ADAL" clId="{0BCE8C6C-860B-4961-8907-604115D89DF6}" dt="2024-06-21T01:42:26.397" v="1405" actId="478"/>
          <ac:spMkLst>
            <pc:docMk/>
            <pc:sldMk cId="3308295739" sldId="2147480828"/>
            <ac:spMk id="64" creationId="{039FF97F-4ADA-D6E0-D020-E12103116E83}"/>
          </ac:spMkLst>
        </pc:spChg>
        <pc:spChg chg="add mod">
          <ac:chgData name="Takeuchi, Koichiro" userId="b3848a05-443b-4434-8fa5-7398ca0c03c9" providerId="ADAL" clId="{0BCE8C6C-860B-4961-8907-604115D89DF6}" dt="2024-06-21T01:31:32.594" v="900" actId="14100"/>
          <ac:spMkLst>
            <pc:docMk/>
            <pc:sldMk cId="3308295739" sldId="2147480828"/>
            <ac:spMk id="65" creationId="{AAC42172-EFA8-300E-4C75-A09B47520C2A}"/>
          </ac:spMkLst>
        </pc:spChg>
        <pc:spChg chg="add mod">
          <ac:chgData name="Takeuchi, Koichiro" userId="b3848a05-443b-4434-8fa5-7398ca0c03c9" providerId="ADAL" clId="{0BCE8C6C-860B-4961-8907-604115D89DF6}" dt="2024-06-21T01:32:02.240" v="930" actId="1037"/>
          <ac:spMkLst>
            <pc:docMk/>
            <pc:sldMk cId="3308295739" sldId="2147480828"/>
            <ac:spMk id="67" creationId="{BE8C5713-2BFC-FA6C-47DC-5B183A4D7428}"/>
          </ac:spMkLst>
        </pc:spChg>
        <pc:spChg chg="add mod">
          <ac:chgData name="Takeuchi, Koichiro" userId="b3848a05-443b-4434-8fa5-7398ca0c03c9" providerId="ADAL" clId="{0BCE8C6C-860B-4961-8907-604115D89DF6}" dt="2024-06-21T01:32:02.240" v="930" actId="1037"/>
          <ac:spMkLst>
            <pc:docMk/>
            <pc:sldMk cId="3308295739" sldId="2147480828"/>
            <ac:spMk id="68" creationId="{858AF38B-46E1-409A-8233-FCCBDE49D3CA}"/>
          </ac:spMkLst>
        </pc:spChg>
        <pc:spChg chg="add del mod">
          <ac:chgData name="Takeuchi, Koichiro" userId="b3848a05-443b-4434-8fa5-7398ca0c03c9" providerId="ADAL" clId="{0BCE8C6C-860B-4961-8907-604115D89DF6}" dt="2024-06-24T02:19:18.185" v="2301" actId="478"/>
          <ac:spMkLst>
            <pc:docMk/>
            <pc:sldMk cId="3308295739" sldId="2147480828"/>
            <ac:spMk id="69" creationId="{A3F75496-A4DF-A6A8-2FBF-1DF18053E09B}"/>
          </ac:spMkLst>
        </pc:spChg>
        <pc:spChg chg="add del mod">
          <ac:chgData name="Takeuchi, Koichiro" userId="b3848a05-443b-4434-8fa5-7398ca0c03c9" providerId="ADAL" clId="{0BCE8C6C-860B-4961-8907-604115D89DF6}" dt="2024-06-24T02:19:18.185" v="2301" actId="478"/>
          <ac:spMkLst>
            <pc:docMk/>
            <pc:sldMk cId="3308295739" sldId="2147480828"/>
            <ac:spMk id="70" creationId="{03CE64BE-66B0-F6BF-9AA9-4A102E449DD5}"/>
          </ac:spMkLst>
        </pc:spChg>
        <pc:spChg chg="add mod">
          <ac:chgData name="Takeuchi, Koichiro" userId="b3848a05-443b-4434-8fa5-7398ca0c03c9" providerId="ADAL" clId="{0BCE8C6C-860B-4961-8907-604115D89DF6}" dt="2024-06-21T01:36:30.185" v="1074" actId="1036"/>
          <ac:spMkLst>
            <pc:docMk/>
            <pc:sldMk cId="3308295739" sldId="2147480828"/>
            <ac:spMk id="72" creationId="{5ABF36BC-A9F5-D852-5CA0-18EFEBBAC9CA}"/>
          </ac:spMkLst>
        </pc:spChg>
        <pc:spChg chg="add mod">
          <ac:chgData name="Takeuchi, Koichiro" userId="b3848a05-443b-4434-8fa5-7398ca0c03c9" providerId="ADAL" clId="{0BCE8C6C-860B-4961-8907-604115D89DF6}" dt="2024-06-21T01:40:54.224" v="1358" actId="1076"/>
          <ac:spMkLst>
            <pc:docMk/>
            <pc:sldMk cId="3308295739" sldId="2147480828"/>
            <ac:spMk id="76" creationId="{B27D01A2-0C24-C1C3-D8A4-80BBF2C9B767}"/>
          </ac:spMkLst>
        </pc:spChg>
        <pc:spChg chg="add mod">
          <ac:chgData name="Takeuchi, Koichiro" userId="b3848a05-443b-4434-8fa5-7398ca0c03c9" providerId="ADAL" clId="{0BCE8C6C-860B-4961-8907-604115D89DF6}" dt="2024-06-24T02:01:19.286" v="2179" actId="20577"/>
          <ac:spMkLst>
            <pc:docMk/>
            <pc:sldMk cId="3308295739" sldId="2147480828"/>
            <ac:spMk id="77" creationId="{85E50E37-FDF3-7A0D-CA50-22EAA4C307A7}"/>
          </ac:spMkLst>
        </pc:spChg>
        <pc:spChg chg="add del mod">
          <ac:chgData name="Takeuchi, Koichiro" userId="b3848a05-443b-4434-8fa5-7398ca0c03c9" providerId="ADAL" clId="{0BCE8C6C-860B-4961-8907-604115D89DF6}" dt="2024-06-21T01:39:46.442" v="1348" actId="478"/>
          <ac:spMkLst>
            <pc:docMk/>
            <pc:sldMk cId="3308295739" sldId="2147480828"/>
            <ac:spMk id="78" creationId="{9BFD0496-5A36-CA30-F5B9-4430FBCE19AB}"/>
          </ac:spMkLst>
        </pc:spChg>
        <pc:spChg chg="add del mod">
          <ac:chgData name="Takeuchi, Koichiro" userId="b3848a05-443b-4434-8fa5-7398ca0c03c9" providerId="ADAL" clId="{0BCE8C6C-860B-4961-8907-604115D89DF6}" dt="2024-06-21T01:41:46.619" v="1396" actId="14100"/>
          <ac:spMkLst>
            <pc:docMk/>
            <pc:sldMk cId="3308295739" sldId="2147480828"/>
            <ac:spMk id="82" creationId="{73FA24C1-522A-9B01-7CD9-3C17463FB313}"/>
          </ac:spMkLst>
        </pc:spChg>
        <pc:spChg chg="add mod">
          <ac:chgData name="Takeuchi, Koichiro" userId="b3848a05-443b-4434-8fa5-7398ca0c03c9" providerId="ADAL" clId="{0BCE8C6C-860B-4961-8907-604115D89DF6}" dt="2024-06-21T01:41:55.844" v="1398" actId="113"/>
          <ac:spMkLst>
            <pc:docMk/>
            <pc:sldMk cId="3308295739" sldId="2147480828"/>
            <ac:spMk id="83" creationId="{FA821AE9-9360-6F6E-A4E6-531841CFE3A4}"/>
          </ac:spMkLst>
        </pc:spChg>
        <pc:spChg chg="add del mod">
          <ac:chgData name="Takeuchi, Koichiro" userId="b3848a05-443b-4434-8fa5-7398ca0c03c9" providerId="ADAL" clId="{0BCE8C6C-860B-4961-8907-604115D89DF6}" dt="2024-06-21T01:47:16.561" v="1634" actId="478"/>
          <ac:spMkLst>
            <pc:docMk/>
            <pc:sldMk cId="3308295739" sldId="2147480828"/>
            <ac:spMk id="87" creationId="{196CEFC4-4E8A-3A2C-1A86-2C31F315BB5A}"/>
          </ac:spMkLst>
        </pc:spChg>
        <pc:spChg chg="add del mod">
          <ac:chgData name="Takeuchi, Koichiro" userId="b3848a05-443b-4434-8fa5-7398ca0c03c9" providerId="ADAL" clId="{0BCE8C6C-860B-4961-8907-604115D89DF6}" dt="2024-06-24T02:19:24.427" v="2303" actId="478"/>
          <ac:spMkLst>
            <pc:docMk/>
            <pc:sldMk cId="3308295739" sldId="2147480828"/>
            <ac:spMk id="92" creationId="{9B6215F3-B3FB-C976-5F51-A0DBF57918A9}"/>
          </ac:spMkLst>
        </pc:spChg>
        <pc:spChg chg="add del mod">
          <ac:chgData name="Takeuchi, Koichiro" userId="b3848a05-443b-4434-8fa5-7398ca0c03c9" providerId="ADAL" clId="{0BCE8C6C-860B-4961-8907-604115D89DF6}" dt="2024-06-21T02:03:21.230" v="1756" actId="478"/>
          <ac:spMkLst>
            <pc:docMk/>
            <pc:sldMk cId="3308295739" sldId="2147480828"/>
            <ac:spMk id="93" creationId="{D0B53E45-5FA2-94E3-97B5-4C0C1AE95BCF}"/>
          </ac:spMkLst>
        </pc:spChg>
        <pc:spChg chg="add del mod">
          <ac:chgData name="Takeuchi, Koichiro" userId="b3848a05-443b-4434-8fa5-7398ca0c03c9" providerId="ADAL" clId="{0BCE8C6C-860B-4961-8907-604115D89DF6}" dt="2024-06-24T02:19:28.588" v="2304" actId="478"/>
          <ac:spMkLst>
            <pc:docMk/>
            <pc:sldMk cId="3308295739" sldId="2147480828"/>
            <ac:spMk id="94" creationId="{2773433F-20FA-AD47-48F4-6A28F5A8E91A}"/>
          </ac:spMkLst>
        </pc:spChg>
        <pc:grpChg chg="add mod">
          <ac:chgData name="Takeuchi, Koichiro" userId="b3848a05-443b-4434-8fa5-7398ca0c03c9" providerId="ADAL" clId="{0BCE8C6C-860B-4961-8907-604115D89DF6}" dt="2024-06-21T01:31:08.061" v="897" actId="1076"/>
          <ac:grpSpMkLst>
            <pc:docMk/>
            <pc:sldMk cId="3308295739" sldId="2147480828"/>
            <ac:grpSpMk id="30" creationId="{6FC77C8C-076E-AF1D-E61F-D13BE72DCC27}"/>
          </ac:grpSpMkLst>
        </pc:grpChg>
        <pc:picChg chg="add del mod">
          <ac:chgData name="Takeuchi, Koichiro" userId="b3848a05-443b-4434-8fa5-7398ca0c03c9" providerId="ADAL" clId="{0BCE8C6C-860B-4961-8907-604115D89DF6}" dt="2024-06-24T02:19:24.427" v="2303" actId="478"/>
          <ac:picMkLst>
            <pc:docMk/>
            <pc:sldMk cId="3308295739" sldId="2147480828"/>
            <ac:picMk id="88" creationId="{20FD373C-BEB7-9ED0-2C7D-32172CE97D95}"/>
          </ac:picMkLst>
        </pc:picChg>
        <pc:picChg chg="add del mod">
          <ac:chgData name="Takeuchi, Koichiro" userId="b3848a05-443b-4434-8fa5-7398ca0c03c9" providerId="ADAL" clId="{0BCE8C6C-860B-4961-8907-604115D89DF6}" dt="2024-06-24T02:19:24.427" v="2303" actId="478"/>
          <ac:picMkLst>
            <pc:docMk/>
            <pc:sldMk cId="3308295739" sldId="2147480828"/>
            <ac:picMk id="89" creationId="{3DC663AA-B721-8697-7F20-0A6241F641BA}"/>
          </ac:picMkLst>
        </pc:picChg>
        <pc:picChg chg="add del mod">
          <ac:chgData name="Takeuchi, Koichiro" userId="b3848a05-443b-4434-8fa5-7398ca0c03c9" providerId="ADAL" clId="{0BCE8C6C-860B-4961-8907-604115D89DF6}" dt="2024-06-24T02:19:24.427" v="2303" actId="478"/>
          <ac:picMkLst>
            <pc:docMk/>
            <pc:sldMk cId="3308295739" sldId="2147480828"/>
            <ac:picMk id="90" creationId="{D8F459CC-E80B-68F5-4EF9-8C149D20E5EF}"/>
          </ac:picMkLst>
        </pc:picChg>
        <pc:picChg chg="add del mod">
          <ac:chgData name="Takeuchi, Koichiro" userId="b3848a05-443b-4434-8fa5-7398ca0c03c9" providerId="ADAL" clId="{0BCE8C6C-860B-4961-8907-604115D89DF6}" dt="2024-06-24T02:19:24.427" v="2303" actId="478"/>
          <ac:picMkLst>
            <pc:docMk/>
            <pc:sldMk cId="3308295739" sldId="2147480828"/>
            <ac:picMk id="91" creationId="{CB2553E0-CCE9-DB2D-7D23-36B7C97F72BD}"/>
          </ac:picMkLst>
        </pc:picChg>
        <pc:picChg chg="add del mod">
          <ac:chgData name="Takeuchi, Koichiro" userId="b3848a05-443b-4434-8fa5-7398ca0c03c9" providerId="ADAL" clId="{0BCE8C6C-860B-4961-8907-604115D89DF6}" dt="2024-06-21T02:46:36.067" v="2094" actId="478"/>
          <ac:picMkLst>
            <pc:docMk/>
            <pc:sldMk cId="3308295739" sldId="2147480828"/>
            <ac:picMk id="95" creationId="{73AF017E-679B-AAD2-6236-19B42C1BB043}"/>
          </ac:picMkLst>
        </pc:picChg>
        <pc:cxnChg chg="add del mod">
          <ac:chgData name="Takeuchi, Koichiro" userId="b3848a05-443b-4434-8fa5-7398ca0c03c9" providerId="ADAL" clId="{0BCE8C6C-860B-4961-8907-604115D89DF6}" dt="2024-06-21T01:29:50.339" v="868" actId="478"/>
          <ac:cxnSpMkLst>
            <pc:docMk/>
            <pc:sldMk cId="3308295739" sldId="2147480828"/>
            <ac:cxnSpMk id="23" creationId="{9A5CB525-E9EF-7090-D079-DE763B90F85D}"/>
          </ac:cxnSpMkLst>
        </pc:cxnChg>
        <pc:cxnChg chg="add del mod">
          <ac:chgData name="Takeuchi, Koichiro" userId="b3848a05-443b-4434-8fa5-7398ca0c03c9" providerId="ADAL" clId="{0BCE8C6C-860B-4961-8907-604115D89DF6}" dt="2024-06-21T01:29:50.339" v="868" actId="478"/>
          <ac:cxnSpMkLst>
            <pc:docMk/>
            <pc:sldMk cId="3308295739" sldId="2147480828"/>
            <ac:cxnSpMk id="24" creationId="{C8A8FDD9-B90B-AC3C-A947-75ADACFCF576}"/>
          </ac:cxnSpMkLst>
        </pc:cxnChg>
        <pc:cxnChg chg="add mod">
          <ac:chgData name="Takeuchi, Koichiro" userId="b3848a05-443b-4434-8fa5-7398ca0c03c9" providerId="ADAL" clId="{0BCE8C6C-860B-4961-8907-604115D89DF6}" dt="2024-06-21T01:31:08.061" v="897" actId="1076"/>
          <ac:cxnSpMkLst>
            <pc:docMk/>
            <pc:sldMk cId="3308295739" sldId="2147480828"/>
            <ac:cxnSpMk id="27" creationId="{9F09AD21-6584-C907-17A4-355EE312A1E6}"/>
          </ac:cxnSpMkLst>
        </pc:cxnChg>
        <pc:cxnChg chg="mod">
          <ac:chgData name="Takeuchi, Koichiro" userId="b3848a05-443b-4434-8fa5-7398ca0c03c9" providerId="ADAL" clId="{0BCE8C6C-860B-4961-8907-604115D89DF6}" dt="2024-06-21T01:29:52.792" v="869"/>
          <ac:cxnSpMkLst>
            <pc:docMk/>
            <pc:sldMk cId="3308295739" sldId="2147480828"/>
            <ac:cxnSpMk id="31" creationId="{92345301-B9B2-E142-1005-C1A8FD8C40A1}"/>
          </ac:cxnSpMkLst>
        </pc:cxnChg>
        <pc:cxnChg chg="add mod">
          <ac:chgData name="Takeuchi, Koichiro" userId="b3848a05-443b-4434-8fa5-7398ca0c03c9" providerId="ADAL" clId="{0BCE8C6C-860B-4961-8907-604115D89DF6}" dt="2024-06-21T01:32:02.240" v="930" actId="1037"/>
          <ac:cxnSpMkLst>
            <pc:docMk/>
            <pc:sldMk cId="3308295739" sldId="2147480828"/>
            <ac:cxnSpMk id="42" creationId="{F97FDCC7-8E70-4E4D-8D3D-7A70155ED21D}"/>
          </ac:cxnSpMkLst>
        </pc:cxnChg>
        <pc:cxnChg chg="add mod">
          <ac:chgData name="Takeuchi, Koichiro" userId="b3848a05-443b-4434-8fa5-7398ca0c03c9" providerId="ADAL" clId="{0BCE8C6C-860B-4961-8907-604115D89DF6}" dt="2024-06-21T01:32:02.240" v="930" actId="1037"/>
          <ac:cxnSpMkLst>
            <pc:docMk/>
            <pc:sldMk cId="3308295739" sldId="2147480828"/>
            <ac:cxnSpMk id="43" creationId="{ED80DDAD-0FA4-6119-CCD3-4EEF1474779D}"/>
          </ac:cxnSpMkLst>
        </pc:cxnChg>
        <pc:cxnChg chg="add mod">
          <ac:chgData name="Takeuchi, Koichiro" userId="b3848a05-443b-4434-8fa5-7398ca0c03c9" providerId="ADAL" clId="{0BCE8C6C-860B-4961-8907-604115D89DF6}" dt="2024-06-21T01:31:32.594" v="900" actId="14100"/>
          <ac:cxnSpMkLst>
            <pc:docMk/>
            <pc:sldMk cId="3308295739" sldId="2147480828"/>
            <ac:cxnSpMk id="44" creationId="{AAAC90EE-E3F5-C41D-AA75-19D4D311850E}"/>
          </ac:cxnSpMkLst>
        </pc:cxnChg>
        <pc:cxnChg chg="add mod">
          <ac:chgData name="Takeuchi, Koichiro" userId="b3848a05-443b-4434-8fa5-7398ca0c03c9" providerId="ADAL" clId="{0BCE8C6C-860B-4961-8907-604115D89DF6}" dt="2024-06-21T01:31:39.151" v="901" actId="1035"/>
          <ac:cxnSpMkLst>
            <pc:docMk/>
            <pc:sldMk cId="3308295739" sldId="2147480828"/>
            <ac:cxnSpMk id="45" creationId="{17E16BC0-3853-798A-1AF6-87A2B4A79474}"/>
          </ac:cxnSpMkLst>
        </pc:cxnChg>
        <pc:cxnChg chg="add mod">
          <ac:chgData name="Takeuchi, Koichiro" userId="b3848a05-443b-4434-8fa5-7398ca0c03c9" providerId="ADAL" clId="{0BCE8C6C-860B-4961-8907-604115D89DF6}" dt="2024-06-21T01:32:32.796" v="953" actId="1038"/>
          <ac:cxnSpMkLst>
            <pc:docMk/>
            <pc:sldMk cId="3308295739" sldId="2147480828"/>
            <ac:cxnSpMk id="46" creationId="{889A9542-EC72-1C31-0793-27210C784324}"/>
          </ac:cxnSpMkLst>
        </pc:cxnChg>
        <pc:cxnChg chg="add mod">
          <ac:chgData name="Takeuchi, Koichiro" userId="b3848a05-443b-4434-8fa5-7398ca0c03c9" providerId="ADAL" clId="{0BCE8C6C-860B-4961-8907-604115D89DF6}" dt="2024-06-21T01:32:37.815" v="965" actId="1037"/>
          <ac:cxnSpMkLst>
            <pc:docMk/>
            <pc:sldMk cId="3308295739" sldId="2147480828"/>
            <ac:cxnSpMk id="47" creationId="{CCC42235-39AC-C075-9CBA-5194EF7398CF}"/>
          </ac:cxnSpMkLst>
        </pc:cxnChg>
        <pc:cxnChg chg="add mod">
          <ac:chgData name="Takeuchi, Koichiro" userId="b3848a05-443b-4434-8fa5-7398ca0c03c9" providerId="ADAL" clId="{0BCE8C6C-860B-4961-8907-604115D89DF6}" dt="2024-06-21T01:32:02.240" v="930" actId="1037"/>
          <ac:cxnSpMkLst>
            <pc:docMk/>
            <pc:sldMk cId="3308295739" sldId="2147480828"/>
            <ac:cxnSpMk id="66" creationId="{96532814-EC4D-D470-1C11-138516E00E2B}"/>
          </ac:cxnSpMkLst>
        </pc:cxnChg>
        <pc:cxnChg chg="add mod">
          <ac:chgData name="Takeuchi, Koichiro" userId="b3848a05-443b-4434-8fa5-7398ca0c03c9" providerId="ADAL" clId="{0BCE8C6C-860B-4961-8907-604115D89DF6}" dt="2024-06-24T02:01:51.405" v="2205" actId="12788"/>
          <ac:cxnSpMkLst>
            <pc:docMk/>
            <pc:sldMk cId="3308295739" sldId="2147480828"/>
            <ac:cxnSpMk id="73" creationId="{F2CCA3C6-5519-31EB-095E-71D0B43F743C}"/>
          </ac:cxnSpMkLst>
        </pc:cxnChg>
        <pc:cxnChg chg="add mod">
          <ac:chgData name="Takeuchi, Koichiro" userId="b3848a05-443b-4434-8fa5-7398ca0c03c9" providerId="ADAL" clId="{0BCE8C6C-860B-4961-8907-604115D89DF6}" dt="2024-06-21T01:41:05.493" v="1364" actId="14100"/>
          <ac:cxnSpMkLst>
            <pc:docMk/>
            <pc:sldMk cId="3308295739" sldId="2147480828"/>
            <ac:cxnSpMk id="79" creationId="{04330327-1E48-06E2-59E0-8A492E2AB0E7}"/>
          </ac:cxnSpMkLst>
        </pc:cxnChg>
        <pc:cxnChg chg="add mod">
          <ac:chgData name="Takeuchi, Koichiro" userId="b3848a05-443b-4434-8fa5-7398ca0c03c9" providerId="ADAL" clId="{0BCE8C6C-860B-4961-8907-604115D89DF6}" dt="2024-06-21T01:42:15.951" v="1404" actId="14100"/>
          <ac:cxnSpMkLst>
            <pc:docMk/>
            <pc:sldMk cId="3308295739" sldId="2147480828"/>
            <ac:cxnSpMk id="84" creationId="{61C8D1F4-5F01-FECD-E21E-EF7114E5DE7F}"/>
          </ac:cxnSpMkLst>
        </pc:cxnChg>
      </pc:sldChg>
      <pc:sldChg chg="addSp delSp modSp new mod">
        <pc:chgData name="Takeuchi, Koichiro" userId="b3848a05-443b-4434-8fa5-7398ca0c03c9" providerId="ADAL" clId="{0BCE8C6C-860B-4961-8907-604115D89DF6}" dt="2024-06-24T03:57:02.024" v="6910" actId="20577"/>
        <pc:sldMkLst>
          <pc:docMk/>
          <pc:sldMk cId="3580450898" sldId="2147480829"/>
        </pc:sldMkLst>
        <pc:spChg chg="mod">
          <ac:chgData name="Takeuchi, Koichiro" userId="b3848a05-443b-4434-8fa5-7398ca0c03c9" providerId="ADAL" clId="{0BCE8C6C-860B-4961-8907-604115D89DF6}" dt="2024-06-24T02:30:52.983" v="2587" actId="20577"/>
          <ac:spMkLst>
            <pc:docMk/>
            <pc:sldMk cId="3580450898" sldId="2147480829"/>
            <ac:spMk id="2" creationId="{7A027AF0-345D-1D56-C59F-79D44873B091}"/>
          </ac:spMkLst>
        </pc:spChg>
        <pc:spChg chg="mod">
          <ac:chgData name="Takeuchi, Koichiro" userId="b3848a05-443b-4434-8fa5-7398ca0c03c9" providerId="ADAL" clId="{0BCE8C6C-860B-4961-8907-604115D89DF6}" dt="2024-06-24T03:53:24.435" v="6866" actId="20577"/>
          <ac:spMkLst>
            <pc:docMk/>
            <pc:sldMk cId="3580450898" sldId="2147480829"/>
            <ac:spMk id="3" creationId="{72D908B1-BE60-7B7E-7720-F2D0CCEBED44}"/>
          </ac:spMkLst>
        </pc:spChg>
        <pc:spChg chg="mod">
          <ac:chgData name="Takeuchi, Koichiro" userId="b3848a05-443b-4434-8fa5-7398ca0c03c9" providerId="ADAL" clId="{0BCE8C6C-860B-4961-8907-604115D89DF6}" dt="2024-06-24T02:28:39.487" v="2538" actId="20577"/>
          <ac:spMkLst>
            <pc:docMk/>
            <pc:sldMk cId="3580450898" sldId="2147480829"/>
            <ac:spMk id="4" creationId="{7BB57390-B03C-647E-6657-7990F778F52F}"/>
          </ac:spMkLst>
        </pc:spChg>
        <pc:spChg chg="add del mod">
          <ac:chgData name="Takeuchi, Koichiro" userId="b3848a05-443b-4434-8fa5-7398ca0c03c9" providerId="ADAL" clId="{0BCE8C6C-860B-4961-8907-604115D89DF6}" dt="2024-06-24T02:52:11.635" v="3043" actId="478"/>
          <ac:spMkLst>
            <pc:docMk/>
            <pc:sldMk cId="3580450898" sldId="2147480829"/>
            <ac:spMk id="7" creationId="{9D7563A8-CA0E-59A6-1783-2BF2142DBE57}"/>
          </ac:spMkLst>
        </pc:spChg>
        <pc:spChg chg="add del mod">
          <ac:chgData name="Takeuchi, Koichiro" userId="b3848a05-443b-4434-8fa5-7398ca0c03c9" providerId="ADAL" clId="{0BCE8C6C-860B-4961-8907-604115D89DF6}" dt="2024-06-24T02:52:11.635" v="3043" actId="478"/>
          <ac:spMkLst>
            <pc:docMk/>
            <pc:sldMk cId="3580450898" sldId="2147480829"/>
            <ac:spMk id="8" creationId="{9F742FF8-A013-0E6A-49E0-DDA321913529}"/>
          </ac:spMkLst>
        </pc:spChg>
        <pc:spChg chg="add del mod">
          <ac:chgData name="Takeuchi, Koichiro" userId="b3848a05-443b-4434-8fa5-7398ca0c03c9" providerId="ADAL" clId="{0BCE8C6C-860B-4961-8907-604115D89DF6}" dt="2024-06-24T02:52:11.635" v="3043" actId="478"/>
          <ac:spMkLst>
            <pc:docMk/>
            <pc:sldMk cId="3580450898" sldId="2147480829"/>
            <ac:spMk id="9" creationId="{8123DEC4-4A82-27D6-BABE-02D8A4C01BD0}"/>
          </ac:spMkLst>
        </pc:spChg>
        <pc:spChg chg="add del mod">
          <ac:chgData name="Takeuchi, Koichiro" userId="b3848a05-443b-4434-8fa5-7398ca0c03c9" providerId="ADAL" clId="{0BCE8C6C-860B-4961-8907-604115D89DF6}" dt="2024-06-24T02:52:11.635" v="3043" actId="478"/>
          <ac:spMkLst>
            <pc:docMk/>
            <pc:sldMk cId="3580450898" sldId="2147480829"/>
            <ac:spMk id="10" creationId="{94F01AE9-0AF2-E538-D1FF-406602171DDE}"/>
          </ac:spMkLst>
        </pc:spChg>
        <pc:spChg chg="add del mod">
          <ac:chgData name="Takeuchi, Koichiro" userId="b3848a05-443b-4434-8fa5-7398ca0c03c9" providerId="ADAL" clId="{0BCE8C6C-860B-4961-8907-604115D89DF6}" dt="2024-06-24T03:01:03.879" v="3355" actId="478"/>
          <ac:spMkLst>
            <pc:docMk/>
            <pc:sldMk cId="3580450898" sldId="2147480829"/>
            <ac:spMk id="11" creationId="{6F673AEE-E075-0902-D2B8-A0E88EA31048}"/>
          </ac:spMkLst>
        </pc:spChg>
        <pc:spChg chg="add mod">
          <ac:chgData name="Takeuchi, Koichiro" userId="b3848a05-443b-4434-8fa5-7398ca0c03c9" providerId="ADAL" clId="{0BCE8C6C-860B-4961-8907-604115D89DF6}" dt="2024-06-24T03:44:42.174" v="6307" actId="1036"/>
          <ac:spMkLst>
            <pc:docMk/>
            <pc:sldMk cId="3580450898" sldId="2147480829"/>
            <ac:spMk id="12" creationId="{7BF0F18A-2C2E-3FDD-383C-4E20150A2B77}"/>
          </ac:spMkLst>
        </pc:spChg>
        <pc:spChg chg="add mod">
          <ac:chgData name="Takeuchi, Koichiro" userId="b3848a05-443b-4434-8fa5-7398ca0c03c9" providerId="ADAL" clId="{0BCE8C6C-860B-4961-8907-604115D89DF6}" dt="2024-06-24T03:44:42.174" v="6307" actId="1036"/>
          <ac:spMkLst>
            <pc:docMk/>
            <pc:sldMk cId="3580450898" sldId="2147480829"/>
            <ac:spMk id="13" creationId="{8118787D-D9CF-4120-797B-36D9A155374D}"/>
          </ac:spMkLst>
        </pc:spChg>
        <pc:spChg chg="add del mod">
          <ac:chgData name="Takeuchi, Koichiro" userId="b3848a05-443b-4434-8fa5-7398ca0c03c9" providerId="ADAL" clId="{0BCE8C6C-860B-4961-8907-604115D89DF6}" dt="2024-06-24T02:52:16.494" v="3045" actId="478"/>
          <ac:spMkLst>
            <pc:docMk/>
            <pc:sldMk cId="3580450898" sldId="2147480829"/>
            <ac:spMk id="15" creationId="{D25F3FE3-BE41-4438-2016-F8CB6BDA4B74}"/>
          </ac:spMkLst>
        </pc:spChg>
        <pc:spChg chg="add del mod">
          <ac:chgData name="Takeuchi, Koichiro" userId="b3848a05-443b-4434-8fa5-7398ca0c03c9" providerId="ADAL" clId="{0BCE8C6C-860B-4961-8907-604115D89DF6}" dt="2024-06-24T02:52:16.494" v="3045" actId="478"/>
          <ac:spMkLst>
            <pc:docMk/>
            <pc:sldMk cId="3580450898" sldId="2147480829"/>
            <ac:spMk id="16" creationId="{E9362BEF-DBAD-4D52-02C5-7B224C7D0CAF}"/>
          </ac:spMkLst>
        </pc:spChg>
        <pc:spChg chg="add del mod">
          <ac:chgData name="Takeuchi, Koichiro" userId="b3848a05-443b-4434-8fa5-7398ca0c03c9" providerId="ADAL" clId="{0BCE8C6C-860B-4961-8907-604115D89DF6}" dt="2024-06-24T02:52:16.494" v="3045" actId="478"/>
          <ac:spMkLst>
            <pc:docMk/>
            <pc:sldMk cId="3580450898" sldId="2147480829"/>
            <ac:spMk id="17" creationId="{646CC92F-C5FC-BAB7-D72C-67C68424F72B}"/>
          </ac:spMkLst>
        </pc:spChg>
        <pc:spChg chg="add del mod">
          <ac:chgData name="Takeuchi, Koichiro" userId="b3848a05-443b-4434-8fa5-7398ca0c03c9" providerId="ADAL" clId="{0BCE8C6C-860B-4961-8907-604115D89DF6}" dt="2024-06-24T02:52:16.494" v="3045" actId="478"/>
          <ac:spMkLst>
            <pc:docMk/>
            <pc:sldMk cId="3580450898" sldId="2147480829"/>
            <ac:spMk id="18" creationId="{43D66E73-79FD-33F8-5873-B72324A159F2}"/>
          </ac:spMkLst>
        </pc:spChg>
        <pc:spChg chg="add del mod">
          <ac:chgData name="Takeuchi, Koichiro" userId="b3848a05-443b-4434-8fa5-7398ca0c03c9" providerId="ADAL" clId="{0BCE8C6C-860B-4961-8907-604115D89DF6}" dt="2024-06-24T02:52:16.494" v="3045" actId="478"/>
          <ac:spMkLst>
            <pc:docMk/>
            <pc:sldMk cId="3580450898" sldId="2147480829"/>
            <ac:spMk id="19" creationId="{D0F708F3-0D40-3940-BA1D-BAD3FF2D4792}"/>
          </ac:spMkLst>
        </pc:spChg>
        <pc:spChg chg="add del mod">
          <ac:chgData name="Takeuchi, Koichiro" userId="b3848a05-443b-4434-8fa5-7398ca0c03c9" providerId="ADAL" clId="{0BCE8C6C-860B-4961-8907-604115D89DF6}" dt="2024-06-24T02:52:16.494" v="3045" actId="478"/>
          <ac:spMkLst>
            <pc:docMk/>
            <pc:sldMk cId="3580450898" sldId="2147480829"/>
            <ac:spMk id="20" creationId="{3AA2EFE7-9281-7117-39B4-06143C90C4DF}"/>
          </ac:spMkLst>
        </pc:spChg>
        <pc:spChg chg="mod">
          <ac:chgData name="Takeuchi, Koichiro" userId="b3848a05-443b-4434-8fa5-7398ca0c03c9" providerId="ADAL" clId="{0BCE8C6C-860B-4961-8907-604115D89DF6}" dt="2024-06-24T02:52:12.096" v="3044"/>
          <ac:spMkLst>
            <pc:docMk/>
            <pc:sldMk cId="3580450898" sldId="2147480829"/>
            <ac:spMk id="26" creationId="{23775622-6A31-0AC2-3C68-3B30D87552D6}"/>
          </ac:spMkLst>
        </pc:spChg>
        <pc:spChg chg="mod">
          <ac:chgData name="Takeuchi, Koichiro" userId="b3848a05-443b-4434-8fa5-7398ca0c03c9" providerId="ADAL" clId="{0BCE8C6C-860B-4961-8907-604115D89DF6}" dt="2024-06-24T02:52:12.096" v="3044"/>
          <ac:spMkLst>
            <pc:docMk/>
            <pc:sldMk cId="3580450898" sldId="2147480829"/>
            <ac:spMk id="27" creationId="{5F73A525-A1CA-FBF0-D00E-54EB881E4EA1}"/>
          </ac:spMkLst>
        </pc:spChg>
        <pc:spChg chg="mod">
          <ac:chgData name="Takeuchi, Koichiro" userId="b3848a05-443b-4434-8fa5-7398ca0c03c9" providerId="ADAL" clId="{0BCE8C6C-860B-4961-8907-604115D89DF6}" dt="2024-06-24T02:52:12.096" v="3044"/>
          <ac:spMkLst>
            <pc:docMk/>
            <pc:sldMk cId="3580450898" sldId="2147480829"/>
            <ac:spMk id="28" creationId="{71BF8823-BD6C-C9FB-A54B-8FD820297305}"/>
          </ac:spMkLst>
        </pc:spChg>
        <pc:spChg chg="mod">
          <ac:chgData name="Takeuchi, Koichiro" userId="b3848a05-443b-4434-8fa5-7398ca0c03c9" providerId="ADAL" clId="{0BCE8C6C-860B-4961-8907-604115D89DF6}" dt="2024-06-24T02:52:12.096" v="3044"/>
          <ac:spMkLst>
            <pc:docMk/>
            <pc:sldMk cId="3580450898" sldId="2147480829"/>
            <ac:spMk id="30" creationId="{24E48D7F-53B6-3C2F-BF22-046B68F275F6}"/>
          </ac:spMkLst>
        </pc:spChg>
        <pc:spChg chg="mod">
          <ac:chgData name="Takeuchi, Koichiro" userId="b3848a05-443b-4434-8fa5-7398ca0c03c9" providerId="ADAL" clId="{0BCE8C6C-860B-4961-8907-604115D89DF6}" dt="2024-06-24T02:52:12.096" v="3044"/>
          <ac:spMkLst>
            <pc:docMk/>
            <pc:sldMk cId="3580450898" sldId="2147480829"/>
            <ac:spMk id="31" creationId="{A10BD2E6-84D9-4308-A7A2-AD53811AA874}"/>
          </ac:spMkLst>
        </pc:spChg>
        <pc:spChg chg="mod">
          <ac:chgData name="Takeuchi, Koichiro" userId="b3848a05-443b-4434-8fa5-7398ca0c03c9" providerId="ADAL" clId="{0BCE8C6C-860B-4961-8907-604115D89DF6}" dt="2024-06-24T02:52:12.096" v="3044"/>
          <ac:spMkLst>
            <pc:docMk/>
            <pc:sldMk cId="3580450898" sldId="2147480829"/>
            <ac:spMk id="32" creationId="{C49BE323-498B-D895-8149-E6BB6E52768B}"/>
          </ac:spMkLst>
        </pc:spChg>
        <pc:spChg chg="mod">
          <ac:chgData name="Takeuchi, Koichiro" userId="b3848a05-443b-4434-8fa5-7398ca0c03c9" providerId="ADAL" clId="{0BCE8C6C-860B-4961-8907-604115D89DF6}" dt="2024-06-24T02:52:12.096" v="3044"/>
          <ac:spMkLst>
            <pc:docMk/>
            <pc:sldMk cId="3580450898" sldId="2147480829"/>
            <ac:spMk id="34" creationId="{64619984-6206-AD04-9721-CF50010B4787}"/>
          </ac:spMkLst>
        </pc:spChg>
        <pc:spChg chg="mod">
          <ac:chgData name="Takeuchi, Koichiro" userId="b3848a05-443b-4434-8fa5-7398ca0c03c9" providerId="ADAL" clId="{0BCE8C6C-860B-4961-8907-604115D89DF6}" dt="2024-06-24T02:52:12.096" v="3044"/>
          <ac:spMkLst>
            <pc:docMk/>
            <pc:sldMk cId="3580450898" sldId="2147480829"/>
            <ac:spMk id="35" creationId="{C555E323-E229-053A-4A4B-1A6D252AF6B3}"/>
          </ac:spMkLst>
        </pc:spChg>
        <pc:spChg chg="mod">
          <ac:chgData name="Takeuchi, Koichiro" userId="b3848a05-443b-4434-8fa5-7398ca0c03c9" providerId="ADAL" clId="{0BCE8C6C-860B-4961-8907-604115D89DF6}" dt="2024-06-24T02:52:12.096" v="3044"/>
          <ac:spMkLst>
            <pc:docMk/>
            <pc:sldMk cId="3580450898" sldId="2147480829"/>
            <ac:spMk id="36" creationId="{74A8D64A-3022-F4A4-A324-CE919D5A9FCE}"/>
          </ac:spMkLst>
        </pc:spChg>
        <pc:spChg chg="mod">
          <ac:chgData name="Takeuchi, Koichiro" userId="b3848a05-443b-4434-8fa5-7398ca0c03c9" providerId="ADAL" clId="{0BCE8C6C-860B-4961-8907-604115D89DF6}" dt="2024-06-24T02:52:12.096" v="3044"/>
          <ac:spMkLst>
            <pc:docMk/>
            <pc:sldMk cId="3580450898" sldId="2147480829"/>
            <ac:spMk id="38" creationId="{97AED022-7E0B-F384-F02A-B81097C5D3CB}"/>
          </ac:spMkLst>
        </pc:spChg>
        <pc:spChg chg="mod">
          <ac:chgData name="Takeuchi, Koichiro" userId="b3848a05-443b-4434-8fa5-7398ca0c03c9" providerId="ADAL" clId="{0BCE8C6C-860B-4961-8907-604115D89DF6}" dt="2024-06-24T02:52:12.096" v="3044"/>
          <ac:spMkLst>
            <pc:docMk/>
            <pc:sldMk cId="3580450898" sldId="2147480829"/>
            <ac:spMk id="39" creationId="{69289DA2-F44A-B768-14E5-C68691245F9F}"/>
          </ac:spMkLst>
        </pc:spChg>
        <pc:spChg chg="mod">
          <ac:chgData name="Takeuchi, Koichiro" userId="b3848a05-443b-4434-8fa5-7398ca0c03c9" providerId="ADAL" clId="{0BCE8C6C-860B-4961-8907-604115D89DF6}" dt="2024-06-24T02:52:12.096" v="3044"/>
          <ac:spMkLst>
            <pc:docMk/>
            <pc:sldMk cId="3580450898" sldId="2147480829"/>
            <ac:spMk id="40" creationId="{2F2994D3-9232-6D7C-D452-38707759D2EC}"/>
          </ac:spMkLst>
        </pc:spChg>
        <pc:spChg chg="add del mod">
          <ac:chgData name="Takeuchi, Koichiro" userId="b3848a05-443b-4434-8fa5-7398ca0c03c9" providerId="ADAL" clId="{0BCE8C6C-860B-4961-8907-604115D89DF6}" dt="2024-06-24T02:52:16.494" v="3045" actId="478"/>
          <ac:spMkLst>
            <pc:docMk/>
            <pc:sldMk cId="3580450898" sldId="2147480829"/>
            <ac:spMk id="41" creationId="{A137334D-039C-01FF-00E8-09C8D4D07CBD}"/>
          </ac:spMkLst>
        </pc:spChg>
        <pc:spChg chg="add del mod">
          <ac:chgData name="Takeuchi, Koichiro" userId="b3848a05-443b-4434-8fa5-7398ca0c03c9" providerId="ADAL" clId="{0BCE8C6C-860B-4961-8907-604115D89DF6}" dt="2024-06-24T02:52:16.494" v="3045" actId="478"/>
          <ac:spMkLst>
            <pc:docMk/>
            <pc:sldMk cId="3580450898" sldId="2147480829"/>
            <ac:spMk id="42" creationId="{5E34D505-E28A-5B06-2F3A-3C132C196FD0}"/>
          </ac:spMkLst>
        </pc:spChg>
        <pc:spChg chg="add del mod">
          <ac:chgData name="Takeuchi, Koichiro" userId="b3848a05-443b-4434-8fa5-7398ca0c03c9" providerId="ADAL" clId="{0BCE8C6C-860B-4961-8907-604115D89DF6}" dt="2024-06-24T02:52:16.494" v="3045" actId="478"/>
          <ac:spMkLst>
            <pc:docMk/>
            <pc:sldMk cId="3580450898" sldId="2147480829"/>
            <ac:spMk id="43" creationId="{9F89B839-2454-43AF-13B6-F0E74A737AC9}"/>
          </ac:spMkLst>
        </pc:spChg>
        <pc:spChg chg="mod">
          <ac:chgData name="Takeuchi, Koichiro" userId="b3848a05-443b-4434-8fa5-7398ca0c03c9" providerId="ADAL" clId="{0BCE8C6C-860B-4961-8907-604115D89DF6}" dt="2024-06-24T02:52:12.096" v="3044"/>
          <ac:spMkLst>
            <pc:docMk/>
            <pc:sldMk cId="3580450898" sldId="2147480829"/>
            <ac:spMk id="45" creationId="{016419D6-8ED0-8701-DF14-131D4BD51EB9}"/>
          </ac:spMkLst>
        </pc:spChg>
        <pc:spChg chg="mod">
          <ac:chgData name="Takeuchi, Koichiro" userId="b3848a05-443b-4434-8fa5-7398ca0c03c9" providerId="ADAL" clId="{0BCE8C6C-860B-4961-8907-604115D89DF6}" dt="2024-06-24T02:52:12.096" v="3044"/>
          <ac:spMkLst>
            <pc:docMk/>
            <pc:sldMk cId="3580450898" sldId="2147480829"/>
            <ac:spMk id="46" creationId="{3C67DB98-5CEF-7DF9-8DB6-D77FB874EED8}"/>
          </ac:spMkLst>
        </pc:spChg>
        <pc:spChg chg="mod">
          <ac:chgData name="Takeuchi, Koichiro" userId="b3848a05-443b-4434-8fa5-7398ca0c03c9" providerId="ADAL" clId="{0BCE8C6C-860B-4961-8907-604115D89DF6}" dt="2024-06-24T02:52:12.096" v="3044"/>
          <ac:spMkLst>
            <pc:docMk/>
            <pc:sldMk cId="3580450898" sldId="2147480829"/>
            <ac:spMk id="48" creationId="{FD6BADA4-4619-E058-F716-1D908FAD2BC5}"/>
          </ac:spMkLst>
        </pc:spChg>
        <pc:spChg chg="mod">
          <ac:chgData name="Takeuchi, Koichiro" userId="b3848a05-443b-4434-8fa5-7398ca0c03c9" providerId="ADAL" clId="{0BCE8C6C-860B-4961-8907-604115D89DF6}" dt="2024-06-24T02:52:12.096" v="3044"/>
          <ac:spMkLst>
            <pc:docMk/>
            <pc:sldMk cId="3580450898" sldId="2147480829"/>
            <ac:spMk id="49" creationId="{3B86A016-E94E-CB1E-7959-33A5076D6936}"/>
          </ac:spMkLst>
        </pc:spChg>
        <pc:spChg chg="mod">
          <ac:chgData name="Takeuchi, Koichiro" userId="b3848a05-443b-4434-8fa5-7398ca0c03c9" providerId="ADAL" clId="{0BCE8C6C-860B-4961-8907-604115D89DF6}" dt="2024-06-24T02:52:12.096" v="3044"/>
          <ac:spMkLst>
            <pc:docMk/>
            <pc:sldMk cId="3580450898" sldId="2147480829"/>
            <ac:spMk id="55" creationId="{F2B04BD5-FD5B-2F1A-6BBA-520BE71F1AFE}"/>
          </ac:spMkLst>
        </pc:spChg>
        <pc:spChg chg="mod">
          <ac:chgData name="Takeuchi, Koichiro" userId="b3848a05-443b-4434-8fa5-7398ca0c03c9" providerId="ADAL" clId="{0BCE8C6C-860B-4961-8907-604115D89DF6}" dt="2024-06-24T02:52:12.096" v="3044"/>
          <ac:spMkLst>
            <pc:docMk/>
            <pc:sldMk cId="3580450898" sldId="2147480829"/>
            <ac:spMk id="56" creationId="{84291F1C-BEC4-E71F-12FB-5DAECCBE5434}"/>
          </ac:spMkLst>
        </pc:spChg>
        <pc:spChg chg="add del mod">
          <ac:chgData name="Takeuchi, Koichiro" userId="b3848a05-443b-4434-8fa5-7398ca0c03c9" providerId="ADAL" clId="{0BCE8C6C-860B-4961-8907-604115D89DF6}" dt="2024-06-24T02:52:16.494" v="3045" actId="478"/>
          <ac:spMkLst>
            <pc:docMk/>
            <pc:sldMk cId="3580450898" sldId="2147480829"/>
            <ac:spMk id="60" creationId="{952D1BD2-F29C-4E4E-3908-7532E203AC40}"/>
          </ac:spMkLst>
        </pc:spChg>
        <pc:spChg chg="add del mod">
          <ac:chgData name="Takeuchi, Koichiro" userId="b3848a05-443b-4434-8fa5-7398ca0c03c9" providerId="ADAL" clId="{0BCE8C6C-860B-4961-8907-604115D89DF6}" dt="2024-06-24T02:52:16.494" v="3045" actId="478"/>
          <ac:spMkLst>
            <pc:docMk/>
            <pc:sldMk cId="3580450898" sldId="2147480829"/>
            <ac:spMk id="61" creationId="{7A075DEC-066E-850A-1FCB-7CF6B8088E95}"/>
          </ac:spMkLst>
        </pc:spChg>
        <pc:spChg chg="mod">
          <ac:chgData name="Takeuchi, Koichiro" userId="b3848a05-443b-4434-8fa5-7398ca0c03c9" providerId="ADAL" clId="{0BCE8C6C-860B-4961-8907-604115D89DF6}" dt="2024-06-24T02:52:12.096" v="3044"/>
          <ac:spMkLst>
            <pc:docMk/>
            <pc:sldMk cId="3580450898" sldId="2147480829"/>
            <ac:spMk id="63" creationId="{698ED62A-E32C-2589-7593-75502AB0E567}"/>
          </ac:spMkLst>
        </pc:spChg>
        <pc:spChg chg="mod">
          <ac:chgData name="Takeuchi, Koichiro" userId="b3848a05-443b-4434-8fa5-7398ca0c03c9" providerId="ADAL" clId="{0BCE8C6C-860B-4961-8907-604115D89DF6}" dt="2024-06-24T02:52:12.096" v="3044"/>
          <ac:spMkLst>
            <pc:docMk/>
            <pc:sldMk cId="3580450898" sldId="2147480829"/>
            <ac:spMk id="64" creationId="{71B67ACC-7B67-DAD6-B281-9615C186BC78}"/>
          </ac:spMkLst>
        </pc:spChg>
        <pc:spChg chg="mod">
          <ac:chgData name="Takeuchi, Koichiro" userId="b3848a05-443b-4434-8fa5-7398ca0c03c9" providerId="ADAL" clId="{0BCE8C6C-860B-4961-8907-604115D89DF6}" dt="2024-06-24T02:52:12.096" v="3044"/>
          <ac:spMkLst>
            <pc:docMk/>
            <pc:sldMk cId="3580450898" sldId="2147480829"/>
            <ac:spMk id="65" creationId="{75D1F909-0117-51C8-7156-D766EFCA3296}"/>
          </ac:spMkLst>
        </pc:spChg>
        <pc:spChg chg="mod">
          <ac:chgData name="Takeuchi, Koichiro" userId="b3848a05-443b-4434-8fa5-7398ca0c03c9" providerId="ADAL" clId="{0BCE8C6C-860B-4961-8907-604115D89DF6}" dt="2024-06-24T02:52:12.096" v="3044"/>
          <ac:spMkLst>
            <pc:docMk/>
            <pc:sldMk cId="3580450898" sldId="2147480829"/>
            <ac:spMk id="68" creationId="{6A4E01D8-4F45-2E6C-92B2-2EBE95A30808}"/>
          </ac:spMkLst>
        </pc:spChg>
        <pc:spChg chg="mod">
          <ac:chgData name="Takeuchi, Koichiro" userId="b3848a05-443b-4434-8fa5-7398ca0c03c9" providerId="ADAL" clId="{0BCE8C6C-860B-4961-8907-604115D89DF6}" dt="2024-06-24T02:52:12.096" v="3044"/>
          <ac:spMkLst>
            <pc:docMk/>
            <pc:sldMk cId="3580450898" sldId="2147480829"/>
            <ac:spMk id="69" creationId="{B3C5B1E6-2190-6604-B045-B3E1EBB3BACE}"/>
          </ac:spMkLst>
        </pc:spChg>
        <pc:spChg chg="mod">
          <ac:chgData name="Takeuchi, Koichiro" userId="b3848a05-443b-4434-8fa5-7398ca0c03c9" providerId="ADAL" clId="{0BCE8C6C-860B-4961-8907-604115D89DF6}" dt="2024-06-24T02:52:12.096" v="3044"/>
          <ac:spMkLst>
            <pc:docMk/>
            <pc:sldMk cId="3580450898" sldId="2147480829"/>
            <ac:spMk id="70" creationId="{CE2BF976-EE86-F6B8-D03C-4D4E761012BF}"/>
          </ac:spMkLst>
        </pc:spChg>
        <pc:spChg chg="mod">
          <ac:chgData name="Takeuchi, Koichiro" userId="b3848a05-443b-4434-8fa5-7398ca0c03c9" providerId="ADAL" clId="{0BCE8C6C-860B-4961-8907-604115D89DF6}" dt="2024-06-24T02:52:12.096" v="3044"/>
          <ac:spMkLst>
            <pc:docMk/>
            <pc:sldMk cId="3580450898" sldId="2147480829"/>
            <ac:spMk id="71" creationId="{4FA0E9EB-B4FE-A998-1960-6E25A735E03A}"/>
          </ac:spMkLst>
        </pc:spChg>
        <pc:spChg chg="add mod">
          <ac:chgData name="Takeuchi, Koichiro" userId="b3848a05-443b-4434-8fa5-7398ca0c03c9" providerId="ADAL" clId="{0BCE8C6C-860B-4961-8907-604115D89DF6}" dt="2024-06-24T03:44:42.174" v="6307" actId="1036"/>
          <ac:spMkLst>
            <pc:docMk/>
            <pc:sldMk cId="3580450898" sldId="2147480829"/>
            <ac:spMk id="74" creationId="{55047DBB-CCB4-83CC-C6E1-11D7B11DFD35}"/>
          </ac:spMkLst>
        </pc:spChg>
        <pc:spChg chg="add mod">
          <ac:chgData name="Takeuchi, Koichiro" userId="b3848a05-443b-4434-8fa5-7398ca0c03c9" providerId="ADAL" clId="{0BCE8C6C-860B-4961-8907-604115D89DF6}" dt="2024-06-24T03:44:42.174" v="6307" actId="1036"/>
          <ac:spMkLst>
            <pc:docMk/>
            <pc:sldMk cId="3580450898" sldId="2147480829"/>
            <ac:spMk id="75" creationId="{A2899193-748B-89F2-F2FA-5FB3F746D9E1}"/>
          </ac:spMkLst>
        </pc:spChg>
        <pc:spChg chg="add mod topLvl">
          <ac:chgData name="Takeuchi, Koichiro" userId="b3848a05-443b-4434-8fa5-7398ca0c03c9" providerId="ADAL" clId="{0BCE8C6C-860B-4961-8907-604115D89DF6}" dt="2024-06-24T03:44:42.174" v="6307" actId="1036"/>
          <ac:spMkLst>
            <pc:docMk/>
            <pc:sldMk cId="3580450898" sldId="2147480829"/>
            <ac:spMk id="77" creationId="{060F4762-8B44-7934-08C6-87B3A5C89FFF}"/>
          </ac:spMkLst>
        </pc:spChg>
        <pc:spChg chg="add del mod">
          <ac:chgData name="Takeuchi, Koichiro" userId="b3848a05-443b-4434-8fa5-7398ca0c03c9" providerId="ADAL" clId="{0BCE8C6C-860B-4961-8907-604115D89DF6}" dt="2024-06-24T02:57:37.434" v="3258" actId="478"/>
          <ac:spMkLst>
            <pc:docMk/>
            <pc:sldMk cId="3580450898" sldId="2147480829"/>
            <ac:spMk id="78" creationId="{3EBBD478-CA50-EFDE-4541-52EEC0778102}"/>
          </ac:spMkLst>
        </pc:spChg>
        <pc:spChg chg="add mod topLvl">
          <ac:chgData name="Takeuchi, Koichiro" userId="b3848a05-443b-4434-8fa5-7398ca0c03c9" providerId="ADAL" clId="{0BCE8C6C-860B-4961-8907-604115D89DF6}" dt="2024-06-24T03:44:42.174" v="6307" actId="1036"/>
          <ac:spMkLst>
            <pc:docMk/>
            <pc:sldMk cId="3580450898" sldId="2147480829"/>
            <ac:spMk id="79" creationId="{E9FB59DC-D8A3-9139-A319-4D78082063A9}"/>
          </ac:spMkLst>
        </pc:spChg>
        <pc:spChg chg="add mod topLvl">
          <ac:chgData name="Takeuchi, Koichiro" userId="b3848a05-443b-4434-8fa5-7398ca0c03c9" providerId="ADAL" clId="{0BCE8C6C-860B-4961-8907-604115D89DF6}" dt="2024-06-24T03:44:42.174" v="6307" actId="1036"/>
          <ac:spMkLst>
            <pc:docMk/>
            <pc:sldMk cId="3580450898" sldId="2147480829"/>
            <ac:spMk id="80" creationId="{B1549545-F424-D9AC-98BD-16E9A638892B}"/>
          </ac:spMkLst>
        </pc:spChg>
        <pc:spChg chg="add mod topLvl">
          <ac:chgData name="Takeuchi, Koichiro" userId="b3848a05-443b-4434-8fa5-7398ca0c03c9" providerId="ADAL" clId="{0BCE8C6C-860B-4961-8907-604115D89DF6}" dt="2024-06-24T03:44:42.174" v="6307" actId="1036"/>
          <ac:spMkLst>
            <pc:docMk/>
            <pc:sldMk cId="3580450898" sldId="2147480829"/>
            <ac:spMk id="81" creationId="{871E49B9-D855-09E3-A334-8499B87B99E8}"/>
          </ac:spMkLst>
        </pc:spChg>
        <pc:spChg chg="add mod topLvl">
          <ac:chgData name="Takeuchi, Koichiro" userId="b3848a05-443b-4434-8fa5-7398ca0c03c9" providerId="ADAL" clId="{0BCE8C6C-860B-4961-8907-604115D89DF6}" dt="2024-06-24T03:44:42.174" v="6307" actId="1036"/>
          <ac:spMkLst>
            <pc:docMk/>
            <pc:sldMk cId="3580450898" sldId="2147480829"/>
            <ac:spMk id="82" creationId="{74BB9898-226C-7D21-350B-5D87BBFCA4FD}"/>
          </ac:spMkLst>
        </pc:spChg>
        <pc:spChg chg="add mod topLvl">
          <ac:chgData name="Takeuchi, Koichiro" userId="b3848a05-443b-4434-8fa5-7398ca0c03c9" providerId="ADAL" clId="{0BCE8C6C-860B-4961-8907-604115D89DF6}" dt="2024-06-24T03:44:42.174" v="6307" actId="1036"/>
          <ac:spMkLst>
            <pc:docMk/>
            <pc:sldMk cId="3580450898" sldId="2147480829"/>
            <ac:spMk id="83" creationId="{AFCCD1DB-DC43-B6DC-8E3B-126859EAC881}"/>
          </ac:spMkLst>
        </pc:spChg>
        <pc:spChg chg="add mod topLvl">
          <ac:chgData name="Takeuchi, Koichiro" userId="b3848a05-443b-4434-8fa5-7398ca0c03c9" providerId="ADAL" clId="{0BCE8C6C-860B-4961-8907-604115D89DF6}" dt="2024-06-24T03:44:42.174" v="6307" actId="1036"/>
          <ac:spMkLst>
            <pc:docMk/>
            <pc:sldMk cId="3580450898" sldId="2147480829"/>
            <ac:spMk id="84" creationId="{6319DB11-40DE-501F-8A06-71FF52C17109}"/>
          </ac:spMkLst>
        </pc:spChg>
        <pc:spChg chg="add mod topLvl">
          <ac:chgData name="Takeuchi, Koichiro" userId="b3848a05-443b-4434-8fa5-7398ca0c03c9" providerId="ADAL" clId="{0BCE8C6C-860B-4961-8907-604115D89DF6}" dt="2024-06-24T03:44:42.174" v="6307" actId="1036"/>
          <ac:spMkLst>
            <pc:docMk/>
            <pc:sldMk cId="3580450898" sldId="2147480829"/>
            <ac:spMk id="85" creationId="{AF240700-D991-770C-A004-C02F7A23DC2D}"/>
          </ac:spMkLst>
        </pc:spChg>
        <pc:spChg chg="add mod">
          <ac:chgData name="Takeuchi, Koichiro" userId="b3848a05-443b-4434-8fa5-7398ca0c03c9" providerId="ADAL" clId="{0BCE8C6C-860B-4961-8907-604115D89DF6}" dt="2024-06-24T02:57:24.678" v="3229" actId="164"/>
          <ac:spMkLst>
            <pc:docMk/>
            <pc:sldMk cId="3580450898" sldId="2147480829"/>
            <ac:spMk id="89" creationId="{B5C73A3C-1B6C-2F49-FB0F-B52EC0F5F81B}"/>
          </ac:spMkLst>
        </pc:spChg>
        <pc:spChg chg="add mod">
          <ac:chgData name="Takeuchi, Koichiro" userId="b3848a05-443b-4434-8fa5-7398ca0c03c9" providerId="ADAL" clId="{0BCE8C6C-860B-4961-8907-604115D89DF6}" dt="2024-06-24T03:00:58.713" v="3354" actId="20577"/>
          <ac:spMkLst>
            <pc:docMk/>
            <pc:sldMk cId="3580450898" sldId="2147480829"/>
            <ac:spMk id="90" creationId="{A9A8456E-EE4B-015C-7531-9DF1693D5572}"/>
          </ac:spMkLst>
        </pc:spChg>
        <pc:spChg chg="mod">
          <ac:chgData name="Takeuchi, Koichiro" userId="b3848a05-443b-4434-8fa5-7398ca0c03c9" providerId="ADAL" clId="{0BCE8C6C-860B-4961-8907-604115D89DF6}" dt="2024-06-24T02:56:54.375" v="3197"/>
          <ac:spMkLst>
            <pc:docMk/>
            <pc:sldMk cId="3580450898" sldId="2147480829"/>
            <ac:spMk id="92" creationId="{9885F492-A6F0-A5B6-7008-D7BCD2664890}"/>
          </ac:spMkLst>
        </pc:spChg>
        <pc:spChg chg="mod">
          <ac:chgData name="Takeuchi, Koichiro" userId="b3848a05-443b-4434-8fa5-7398ca0c03c9" providerId="ADAL" clId="{0BCE8C6C-860B-4961-8907-604115D89DF6}" dt="2024-06-24T02:56:54.375" v="3197"/>
          <ac:spMkLst>
            <pc:docMk/>
            <pc:sldMk cId="3580450898" sldId="2147480829"/>
            <ac:spMk id="93" creationId="{D8704786-BFE5-4E5B-5057-BC6E49FA1DFD}"/>
          </ac:spMkLst>
        </pc:spChg>
        <pc:spChg chg="mod">
          <ac:chgData name="Takeuchi, Koichiro" userId="b3848a05-443b-4434-8fa5-7398ca0c03c9" providerId="ADAL" clId="{0BCE8C6C-860B-4961-8907-604115D89DF6}" dt="2024-06-24T02:56:54.375" v="3197"/>
          <ac:spMkLst>
            <pc:docMk/>
            <pc:sldMk cId="3580450898" sldId="2147480829"/>
            <ac:spMk id="95" creationId="{CA6A6C1B-D928-5C0B-D3E4-1236263E2690}"/>
          </ac:spMkLst>
        </pc:spChg>
        <pc:spChg chg="mod">
          <ac:chgData name="Takeuchi, Koichiro" userId="b3848a05-443b-4434-8fa5-7398ca0c03c9" providerId="ADAL" clId="{0BCE8C6C-860B-4961-8907-604115D89DF6}" dt="2024-06-24T02:56:54.375" v="3197"/>
          <ac:spMkLst>
            <pc:docMk/>
            <pc:sldMk cId="3580450898" sldId="2147480829"/>
            <ac:spMk id="96" creationId="{CC0A9282-1CF7-69E0-0B63-CC57AEA08E08}"/>
          </ac:spMkLst>
        </pc:spChg>
        <pc:spChg chg="mod">
          <ac:chgData name="Takeuchi, Koichiro" userId="b3848a05-443b-4434-8fa5-7398ca0c03c9" providerId="ADAL" clId="{0BCE8C6C-860B-4961-8907-604115D89DF6}" dt="2024-06-24T02:56:54.375" v="3197"/>
          <ac:spMkLst>
            <pc:docMk/>
            <pc:sldMk cId="3580450898" sldId="2147480829"/>
            <ac:spMk id="98" creationId="{E77E2603-A224-FE8C-EE20-FEEDFCB83BF5}"/>
          </ac:spMkLst>
        </pc:spChg>
        <pc:spChg chg="mod">
          <ac:chgData name="Takeuchi, Koichiro" userId="b3848a05-443b-4434-8fa5-7398ca0c03c9" providerId="ADAL" clId="{0BCE8C6C-860B-4961-8907-604115D89DF6}" dt="2024-06-24T02:56:54.375" v="3197"/>
          <ac:spMkLst>
            <pc:docMk/>
            <pc:sldMk cId="3580450898" sldId="2147480829"/>
            <ac:spMk id="99" creationId="{63F025C3-6D0D-FA27-C482-331DFEF03CD5}"/>
          </ac:spMkLst>
        </pc:spChg>
        <pc:spChg chg="add mod">
          <ac:chgData name="Takeuchi, Koichiro" userId="b3848a05-443b-4434-8fa5-7398ca0c03c9" providerId="ADAL" clId="{0BCE8C6C-860B-4961-8907-604115D89DF6}" dt="2024-06-24T02:57:39.846" v="3259"/>
          <ac:spMkLst>
            <pc:docMk/>
            <pc:sldMk cId="3580450898" sldId="2147480829"/>
            <ac:spMk id="101" creationId="{CD561E5F-5C86-176F-FDC6-6D0872223AB5}"/>
          </ac:spMkLst>
        </pc:spChg>
        <pc:spChg chg="add mod">
          <ac:chgData name="Takeuchi, Koichiro" userId="b3848a05-443b-4434-8fa5-7398ca0c03c9" providerId="ADAL" clId="{0BCE8C6C-860B-4961-8907-604115D89DF6}" dt="2024-06-24T02:57:39.846" v="3259"/>
          <ac:spMkLst>
            <pc:docMk/>
            <pc:sldMk cId="3580450898" sldId="2147480829"/>
            <ac:spMk id="102" creationId="{4C11D1A6-10E0-2F95-A33B-924DB01F9D10}"/>
          </ac:spMkLst>
        </pc:spChg>
        <pc:spChg chg="mod">
          <ac:chgData name="Takeuchi, Koichiro" userId="b3848a05-443b-4434-8fa5-7398ca0c03c9" providerId="ADAL" clId="{0BCE8C6C-860B-4961-8907-604115D89DF6}" dt="2024-06-24T02:57:39.846" v="3259"/>
          <ac:spMkLst>
            <pc:docMk/>
            <pc:sldMk cId="3580450898" sldId="2147480829"/>
            <ac:spMk id="104" creationId="{382ADE51-4B90-4384-EFCE-E35ADB96BF54}"/>
          </ac:spMkLst>
        </pc:spChg>
        <pc:spChg chg="mod">
          <ac:chgData name="Takeuchi, Koichiro" userId="b3848a05-443b-4434-8fa5-7398ca0c03c9" providerId="ADAL" clId="{0BCE8C6C-860B-4961-8907-604115D89DF6}" dt="2024-06-24T02:57:39.846" v="3259"/>
          <ac:spMkLst>
            <pc:docMk/>
            <pc:sldMk cId="3580450898" sldId="2147480829"/>
            <ac:spMk id="105" creationId="{D9DC770B-68BA-DDA5-9AE1-72B2BE5CF516}"/>
          </ac:spMkLst>
        </pc:spChg>
        <pc:spChg chg="mod">
          <ac:chgData name="Takeuchi, Koichiro" userId="b3848a05-443b-4434-8fa5-7398ca0c03c9" providerId="ADAL" clId="{0BCE8C6C-860B-4961-8907-604115D89DF6}" dt="2024-06-24T02:57:39.846" v="3259"/>
          <ac:spMkLst>
            <pc:docMk/>
            <pc:sldMk cId="3580450898" sldId="2147480829"/>
            <ac:spMk id="107" creationId="{4D0FB7FD-0767-7AB3-5AD8-4F25D3BE8282}"/>
          </ac:spMkLst>
        </pc:spChg>
        <pc:spChg chg="mod">
          <ac:chgData name="Takeuchi, Koichiro" userId="b3848a05-443b-4434-8fa5-7398ca0c03c9" providerId="ADAL" clId="{0BCE8C6C-860B-4961-8907-604115D89DF6}" dt="2024-06-24T02:57:39.846" v="3259"/>
          <ac:spMkLst>
            <pc:docMk/>
            <pc:sldMk cId="3580450898" sldId="2147480829"/>
            <ac:spMk id="108" creationId="{6C5030AE-3744-BAFA-A337-77CFF19041CE}"/>
          </ac:spMkLst>
        </pc:spChg>
        <pc:spChg chg="mod">
          <ac:chgData name="Takeuchi, Koichiro" userId="b3848a05-443b-4434-8fa5-7398ca0c03c9" providerId="ADAL" clId="{0BCE8C6C-860B-4961-8907-604115D89DF6}" dt="2024-06-24T02:57:39.846" v="3259"/>
          <ac:spMkLst>
            <pc:docMk/>
            <pc:sldMk cId="3580450898" sldId="2147480829"/>
            <ac:spMk id="110" creationId="{A72EBD6A-F614-6436-5794-DB0B0EE409D1}"/>
          </ac:spMkLst>
        </pc:spChg>
        <pc:spChg chg="mod">
          <ac:chgData name="Takeuchi, Koichiro" userId="b3848a05-443b-4434-8fa5-7398ca0c03c9" providerId="ADAL" clId="{0BCE8C6C-860B-4961-8907-604115D89DF6}" dt="2024-06-24T02:57:39.846" v="3259"/>
          <ac:spMkLst>
            <pc:docMk/>
            <pc:sldMk cId="3580450898" sldId="2147480829"/>
            <ac:spMk id="111" creationId="{F7479180-E61E-B2F7-CCD0-1FD86119E345}"/>
          </ac:spMkLst>
        </pc:spChg>
        <pc:spChg chg="del mod topLvl">
          <ac:chgData name="Takeuchi, Koichiro" userId="b3848a05-443b-4434-8fa5-7398ca0c03c9" providerId="ADAL" clId="{0BCE8C6C-860B-4961-8907-604115D89DF6}" dt="2024-06-24T03:23:18.473" v="5328" actId="478"/>
          <ac:spMkLst>
            <pc:docMk/>
            <pc:sldMk cId="3580450898" sldId="2147480829"/>
            <ac:spMk id="114" creationId="{4951A550-8217-E9D5-60C6-8DDE9DAED494}"/>
          </ac:spMkLst>
        </pc:spChg>
        <pc:spChg chg="del mod topLvl">
          <ac:chgData name="Takeuchi, Koichiro" userId="b3848a05-443b-4434-8fa5-7398ca0c03c9" providerId="ADAL" clId="{0BCE8C6C-860B-4961-8907-604115D89DF6}" dt="2024-06-24T03:23:18.473" v="5328" actId="478"/>
          <ac:spMkLst>
            <pc:docMk/>
            <pc:sldMk cId="3580450898" sldId="2147480829"/>
            <ac:spMk id="115" creationId="{EDDBD964-533D-CEE3-2871-6DC15C26CE8F}"/>
          </ac:spMkLst>
        </pc:spChg>
        <pc:spChg chg="mod">
          <ac:chgData name="Takeuchi, Koichiro" userId="b3848a05-443b-4434-8fa5-7398ca0c03c9" providerId="ADAL" clId="{0BCE8C6C-860B-4961-8907-604115D89DF6}" dt="2024-06-24T03:14:30.820" v="4212" actId="165"/>
          <ac:spMkLst>
            <pc:docMk/>
            <pc:sldMk cId="3580450898" sldId="2147480829"/>
            <ac:spMk id="119" creationId="{98BD6467-B826-784E-0C5F-89EDD834504F}"/>
          </ac:spMkLst>
        </pc:spChg>
        <pc:spChg chg="mod">
          <ac:chgData name="Takeuchi, Koichiro" userId="b3848a05-443b-4434-8fa5-7398ca0c03c9" providerId="ADAL" clId="{0BCE8C6C-860B-4961-8907-604115D89DF6}" dt="2024-06-24T03:14:30.820" v="4212" actId="165"/>
          <ac:spMkLst>
            <pc:docMk/>
            <pc:sldMk cId="3580450898" sldId="2147480829"/>
            <ac:spMk id="120" creationId="{3418253D-478D-12A6-78E3-7B58EA9B7A20}"/>
          </ac:spMkLst>
        </pc:spChg>
        <pc:spChg chg="mod">
          <ac:chgData name="Takeuchi, Koichiro" userId="b3848a05-443b-4434-8fa5-7398ca0c03c9" providerId="ADAL" clId="{0BCE8C6C-860B-4961-8907-604115D89DF6}" dt="2024-06-24T03:14:30.820" v="4212" actId="165"/>
          <ac:spMkLst>
            <pc:docMk/>
            <pc:sldMk cId="3580450898" sldId="2147480829"/>
            <ac:spMk id="121" creationId="{D32DB5E5-1785-5BAB-A849-B0F85445CC6C}"/>
          </ac:spMkLst>
        </pc:spChg>
        <pc:spChg chg="mod">
          <ac:chgData name="Takeuchi, Koichiro" userId="b3848a05-443b-4434-8fa5-7398ca0c03c9" providerId="ADAL" clId="{0BCE8C6C-860B-4961-8907-604115D89DF6}" dt="2024-06-24T03:14:30.820" v="4212" actId="165"/>
          <ac:spMkLst>
            <pc:docMk/>
            <pc:sldMk cId="3580450898" sldId="2147480829"/>
            <ac:spMk id="122" creationId="{883E9FDF-6CF3-06EF-5910-702C6C971F55}"/>
          </ac:spMkLst>
        </pc:spChg>
        <pc:spChg chg="mod">
          <ac:chgData name="Takeuchi, Koichiro" userId="b3848a05-443b-4434-8fa5-7398ca0c03c9" providerId="ADAL" clId="{0BCE8C6C-860B-4961-8907-604115D89DF6}" dt="2024-06-24T03:14:30.820" v="4212" actId="165"/>
          <ac:spMkLst>
            <pc:docMk/>
            <pc:sldMk cId="3580450898" sldId="2147480829"/>
            <ac:spMk id="123" creationId="{9CCDB2DC-C98F-ECC9-5B24-661AF7C788C6}"/>
          </ac:spMkLst>
        </pc:spChg>
        <pc:spChg chg="mod">
          <ac:chgData name="Takeuchi, Koichiro" userId="b3848a05-443b-4434-8fa5-7398ca0c03c9" providerId="ADAL" clId="{0BCE8C6C-860B-4961-8907-604115D89DF6}" dt="2024-06-24T03:14:30.820" v="4212" actId="165"/>
          <ac:spMkLst>
            <pc:docMk/>
            <pc:sldMk cId="3580450898" sldId="2147480829"/>
            <ac:spMk id="124" creationId="{D6211044-9226-9456-58EC-EB065E1A4B90}"/>
          </ac:spMkLst>
        </pc:spChg>
        <pc:spChg chg="mod">
          <ac:chgData name="Takeuchi, Koichiro" userId="b3848a05-443b-4434-8fa5-7398ca0c03c9" providerId="ADAL" clId="{0BCE8C6C-860B-4961-8907-604115D89DF6}" dt="2024-06-24T02:58:02.132" v="3264"/>
          <ac:spMkLst>
            <pc:docMk/>
            <pc:sldMk cId="3580450898" sldId="2147480829"/>
            <ac:spMk id="126" creationId="{919B4571-66F4-19EC-CD1D-EFE6D8D0BF7C}"/>
          </ac:spMkLst>
        </pc:spChg>
        <pc:spChg chg="mod">
          <ac:chgData name="Takeuchi, Koichiro" userId="b3848a05-443b-4434-8fa5-7398ca0c03c9" providerId="ADAL" clId="{0BCE8C6C-860B-4961-8907-604115D89DF6}" dt="2024-06-24T03:01:08.762" v="3368" actId="20577"/>
          <ac:spMkLst>
            <pc:docMk/>
            <pc:sldMk cId="3580450898" sldId="2147480829"/>
            <ac:spMk id="127" creationId="{048BC4CD-74ED-668F-81C6-F8AF01CF8DC8}"/>
          </ac:spMkLst>
        </pc:spChg>
        <pc:spChg chg="add mod">
          <ac:chgData name="Takeuchi, Koichiro" userId="b3848a05-443b-4434-8fa5-7398ca0c03c9" providerId="ADAL" clId="{0BCE8C6C-860B-4961-8907-604115D89DF6}" dt="2024-06-24T02:58:10.423" v="3267"/>
          <ac:spMkLst>
            <pc:docMk/>
            <pc:sldMk cId="3580450898" sldId="2147480829"/>
            <ac:spMk id="128" creationId="{8687EE19-FDF6-944F-EEE0-62679FA7BD51}"/>
          </ac:spMkLst>
        </pc:spChg>
        <pc:spChg chg="mod">
          <ac:chgData name="Takeuchi, Koichiro" userId="b3848a05-443b-4434-8fa5-7398ca0c03c9" providerId="ADAL" clId="{0BCE8C6C-860B-4961-8907-604115D89DF6}" dt="2024-06-24T02:58:10.423" v="3267"/>
          <ac:spMkLst>
            <pc:docMk/>
            <pc:sldMk cId="3580450898" sldId="2147480829"/>
            <ac:spMk id="130" creationId="{9F276352-05C7-C42C-DED9-6FB194157187}"/>
          </ac:spMkLst>
        </pc:spChg>
        <pc:spChg chg="mod">
          <ac:chgData name="Takeuchi, Koichiro" userId="b3848a05-443b-4434-8fa5-7398ca0c03c9" providerId="ADAL" clId="{0BCE8C6C-860B-4961-8907-604115D89DF6}" dt="2024-06-24T02:58:10.423" v="3267"/>
          <ac:spMkLst>
            <pc:docMk/>
            <pc:sldMk cId="3580450898" sldId="2147480829"/>
            <ac:spMk id="131" creationId="{23DD5DCA-4CA0-9CE9-1E31-43C8F13748D2}"/>
          </ac:spMkLst>
        </pc:spChg>
        <pc:spChg chg="mod topLvl">
          <ac:chgData name="Takeuchi, Koichiro" userId="b3848a05-443b-4434-8fa5-7398ca0c03c9" providerId="ADAL" clId="{0BCE8C6C-860B-4961-8907-604115D89DF6}" dt="2024-06-24T03:50:57.242" v="6703" actId="14100"/>
          <ac:spMkLst>
            <pc:docMk/>
            <pc:sldMk cId="3580450898" sldId="2147480829"/>
            <ac:spMk id="133" creationId="{282C8F97-D3E5-CBA2-F156-25431E193F2F}"/>
          </ac:spMkLst>
        </pc:spChg>
        <pc:spChg chg="mod topLvl">
          <ac:chgData name="Takeuchi, Koichiro" userId="b3848a05-443b-4434-8fa5-7398ca0c03c9" providerId="ADAL" clId="{0BCE8C6C-860B-4961-8907-604115D89DF6}" dt="2024-06-24T03:51:00.678" v="6704" actId="122"/>
          <ac:spMkLst>
            <pc:docMk/>
            <pc:sldMk cId="3580450898" sldId="2147480829"/>
            <ac:spMk id="134" creationId="{228D0C14-C6B5-E81E-721D-1FEE45C9C337}"/>
          </ac:spMkLst>
        </pc:spChg>
        <pc:spChg chg="add del mod">
          <ac:chgData name="Takeuchi, Koichiro" userId="b3848a05-443b-4434-8fa5-7398ca0c03c9" providerId="ADAL" clId="{0BCE8C6C-860B-4961-8907-604115D89DF6}" dt="2024-06-24T03:00:52.538" v="3341" actId="478"/>
          <ac:spMkLst>
            <pc:docMk/>
            <pc:sldMk cId="3580450898" sldId="2147480829"/>
            <ac:spMk id="136" creationId="{41558FA9-DF5C-CC36-D59B-318464697649}"/>
          </ac:spMkLst>
        </pc:spChg>
        <pc:spChg chg="add mod topLvl">
          <ac:chgData name="Takeuchi, Koichiro" userId="b3848a05-443b-4434-8fa5-7398ca0c03c9" providerId="ADAL" clId="{0BCE8C6C-860B-4961-8907-604115D89DF6}" dt="2024-06-24T03:44:42.174" v="6307" actId="1036"/>
          <ac:spMkLst>
            <pc:docMk/>
            <pc:sldMk cId="3580450898" sldId="2147480829"/>
            <ac:spMk id="137" creationId="{F6308457-B9F8-B360-8E59-EC1393C8E57D}"/>
          </ac:spMkLst>
        </pc:spChg>
        <pc:spChg chg="add del mod">
          <ac:chgData name="Takeuchi, Koichiro" userId="b3848a05-443b-4434-8fa5-7398ca0c03c9" providerId="ADAL" clId="{0BCE8C6C-860B-4961-8907-604115D89DF6}" dt="2024-06-24T03:01:44.468" v="3380" actId="478"/>
          <ac:spMkLst>
            <pc:docMk/>
            <pc:sldMk cId="3580450898" sldId="2147480829"/>
            <ac:spMk id="138" creationId="{ECDDB8B4-AC09-0CD8-2960-85EB7AEC3E0E}"/>
          </ac:spMkLst>
        </pc:spChg>
        <pc:spChg chg="add mod topLvl">
          <ac:chgData name="Takeuchi, Koichiro" userId="b3848a05-443b-4434-8fa5-7398ca0c03c9" providerId="ADAL" clId="{0BCE8C6C-860B-4961-8907-604115D89DF6}" dt="2024-06-24T03:44:42.174" v="6307" actId="1036"/>
          <ac:spMkLst>
            <pc:docMk/>
            <pc:sldMk cId="3580450898" sldId="2147480829"/>
            <ac:spMk id="139" creationId="{BA5F0339-7B13-D9FB-F392-685A7AE1B04F}"/>
          </ac:spMkLst>
        </pc:spChg>
        <pc:spChg chg="mod">
          <ac:chgData name="Takeuchi, Koichiro" userId="b3848a05-443b-4434-8fa5-7398ca0c03c9" providerId="ADAL" clId="{0BCE8C6C-860B-4961-8907-604115D89DF6}" dt="2024-06-24T03:04:49.954" v="3502" actId="165"/>
          <ac:spMkLst>
            <pc:docMk/>
            <pc:sldMk cId="3580450898" sldId="2147480829"/>
            <ac:spMk id="144" creationId="{A4EC238A-D598-1F21-37E1-FC83FD12A231}"/>
          </ac:spMkLst>
        </pc:spChg>
        <pc:spChg chg="mod">
          <ac:chgData name="Takeuchi, Koichiro" userId="b3848a05-443b-4434-8fa5-7398ca0c03c9" providerId="ADAL" clId="{0BCE8C6C-860B-4961-8907-604115D89DF6}" dt="2024-06-24T03:04:49.954" v="3502" actId="165"/>
          <ac:spMkLst>
            <pc:docMk/>
            <pc:sldMk cId="3580450898" sldId="2147480829"/>
            <ac:spMk id="145" creationId="{E203ADF0-6B95-0C72-995D-BE561B84354B}"/>
          </ac:spMkLst>
        </pc:spChg>
        <pc:spChg chg="mod">
          <ac:chgData name="Takeuchi, Koichiro" userId="b3848a05-443b-4434-8fa5-7398ca0c03c9" providerId="ADAL" clId="{0BCE8C6C-860B-4961-8907-604115D89DF6}" dt="2024-06-24T03:04:49.954" v="3502" actId="165"/>
          <ac:spMkLst>
            <pc:docMk/>
            <pc:sldMk cId="3580450898" sldId="2147480829"/>
            <ac:spMk id="146" creationId="{1A7AD36E-D4D7-F7B9-A46E-780BE4DBF71A}"/>
          </ac:spMkLst>
        </pc:spChg>
        <pc:spChg chg="mod">
          <ac:chgData name="Takeuchi, Koichiro" userId="b3848a05-443b-4434-8fa5-7398ca0c03c9" providerId="ADAL" clId="{0BCE8C6C-860B-4961-8907-604115D89DF6}" dt="2024-06-24T03:04:49.954" v="3502" actId="165"/>
          <ac:spMkLst>
            <pc:docMk/>
            <pc:sldMk cId="3580450898" sldId="2147480829"/>
            <ac:spMk id="148" creationId="{47EBED8A-3DC5-595D-F101-211301FCCAF0}"/>
          </ac:spMkLst>
        </pc:spChg>
        <pc:spChg chg="mod">
          <ac:chgData name="Takeuchi, Koichiro" userId="b3848a05-443b-4434-8fa5-7398ca0c03c9" providerId="ADAL" clId="{0BCE8C6C-860B-4961-8907-604115D89DF6}" dt="2024-06-24T03:04:49.954" v="3502" actId="165"/>
          <ac:spMkLst>
            <pc:docMk/>
            <pc:sldMk cId="3580450898" sldId="2147480829"/>
            <ac:spMk id="149" creationId="{FE3A2F6C-B746-1846-E304-5D36574F6C89}"/>
          </ac:spMkLst>
        </pc:spChg>
        <pc:spChg chg="mod">
          <ac:chgData name="Takeuchi, Koichiro" userId="b3848a05-443b-4434-8fa5-7398ca0c03c9" providerId="ADAL" clId="{0BCE8C6C-860B-4961-8907-604115D89DF6}" dt="2024-06-24T03:04:49.954" v="3502" actId="165"/>
          <ac:spMkLst>
            <pc:docMk/>
            <pc:sldMk cId="3580450898" sldId="2147480829"/>
            <ac:spMk id="150" creationId="{FD06068A-0AA3-B06F-2B34-3E6ED34B8F30}"/>
          </ac:spMkLst>
        </pc:spChg>
        <pc:spChg chg="mod">
          <ac:chgData name="Takeuchi, Koichiro" userId="b3848a05-443b-4434-8fa5-7398ca0c03c9" providerId="ADAL" clId="{0BCE8C6C-860B-4961-8907-604115D89DF6}" dt="2024-06-24T03:05:10.887" v="3507"/>
          <ac:spMkLst>
            <pc:docMk/>
            <pc:sldMk cId="3580450898" sldId="2147480829"/>
            <ac:spMk id="158" creationId="{BE1FF577-CE2A-D89C-B1F9-9B7858F536F1}"/>
          </ac:spMkLst>
        </pc:spChg>
        <pc:spChg chg="mod">
          <ac:chgData name="Takeuchi, Koichiro" userId="b3848a05-443b-4434-8fa5-7398ca0c03c9" providerId="ADAL" clId="{0BCE8C6C-860B-4961-8907-604115D89DF6}" dt="2024-06-24T03:05:10.887" v="3507"/>
          <ac:spMkLst>
            <pc:docMk/>
            <pc:sldMk cId="3580450898" sldId="2147480829"/>
            <ac:spMk id="159" creationId="{FBE10A0B-5143-7B40-1460-3E9A2389815A}"/>
          </ac:spMkLst>
        </pc:spChg>
        <pc:spChg chg="mod">
          <ac:chgData name="Takeuchi, Koichiro" userId="b3848a05-443b-4434-8fa5-7398ca0c03c9" providerId="ADAL" clId="{0BCE8C6C-860B-4961-8907-604115D89DF6}" dt="2024-06-24T03:05:10.887" v="3507"/>
          <ac:spMkLst>
            <pc:docMk/>
            <pc:sldMk cId="3580450898" sldId="2147480829"/>
            <ac:spMk id="160" creationId="{1B474E35-B7F9-1232-EB65-7DD827DB1B51}"/>
          </ac:spMkLst>
        </pc:spChg>
        <pc:spChg chg="mod">
          <ac:chgData name="Takeuchi, Koichiro" userId="b3848a05-443b-4434-8fa5-7398ca0c03c9" providerId="ADAL" clId="{0BCE8C6C-860B-4961-8907-604115D89DF6}" dt="2024-06-24T03:05:10.887" v="3507"/>
          <ac:spMkLst>
            <pc:docMk/>
            <pc:sldMk cId="3580450898" sldId="2147480829"/>
            <ac:spMk id="161" creationId="{63407E0F-045A-F7EC-3C7B-F3721D9E73AF}"/>
          </ac:spMkLst>
        </pc:spChg>
        <pc:spChg chg="mod">
          <ac:chgData name="Takeuchi, Koichiro" userId="b3848a05-443b-4434-8fa5-7398ca0c03c9" providerId="ADAL" clId="{0BCE8C6C-860B-4961-8907-604115D89DF6}" dt="2024-06-24T03:05:10.887" v="3507"/>
          <ac:spMkLst>
            <pc:docMk/>
            <pc:sldMk cId="3580450898" sldId="2147480829"/>
            <ac:spMk id="162" creationId="{1E2350AB-7EED-AC15-9766-657BF7C88057}"/>
          </ac:spMkLst>
        </pc:spChg>
        <pc:spChg chg="mod">
          <ac:chgData name="Takeuchi, Koichiro" userId="b3848a05-443b-4434-8fa5-7398ca0c03c9" providerId="ADAL" clId="{0BCE8C6C-860B-4961-8907-604115D89DF6}" dt="2024-06-24T03:05:10.887" v="3507"/>
          <ac:spMkLst>
            <pc:docMk/>
            <pc:sldMk cId="3580450898" sldId="2147480829"/>
            <ac:spMk id="163" creationId="{C759776A-1636-0024-FD82-93DCBCD48A2B}"/>
          </ac:spMkLst>
        </pc:spChg>
        <pc:spChg chg="mod">
          <ac:chgData name="Takeuchi, Koichiro" userId="b3848a05-443b-4434-8fa5-7398ca0c03c9" providerId="ADAL" clId="{0BCE8C6C-860B-4961-8907-604115D89DF6}" dt="2024-06-24T03:05:20.998" v="3511" actId="165"/>
          <ac:spMkLst>
            <pc:docMk/>
            <pc:sldMk cId="3580450898" sldId="2147480829"/>
            <ac:spMk id="169" creationId="{639AB006-87D8-117E-6F03-944D08D0D82C}"/>
          </ac:spMkLst>
        </pc:spChg>
        <pc:spChg chg="mod">
          <ac:chgData name="Takeuchi, Koichiro" userId="b3848a05-443b-4434-8fa5-7398ca0c03c9" providerId="ADAL" clId="{0BCE8C6C-860B-4961-8907-604115D89DF6}" dt="2024-06-24T03:05:20.998" v="3511" actId="165"/>
          <ac:spMkLst>
            <pc:docMk/>
            <pc:sldMk cId="3580450898" sldId="2147480829"/>
            <ac:spMk id="170" creationId="{38A5606F-46D7-5EC2-EA63-FD9042356873}"/>
          </ac:spMkLst>
        </pc:spChg>
        <pc:spChg chg="mod">
          <ac:chgData name="Takeuchi, Koichiro" userId="b3848a05-443b-4434-8fa5-7398ca0c03c9" providerId="ADAL" clId="{0BCE8C6C-860B-4961-8907-604115D89DF6}" dt="2024-06-24T03:05:20.998" v="3511" actId="165"/>
          <ac:spMkLst>
            <pc:docMk/>
            <pc:sldMk cId="3580450898" sldId="2147480829"/>
            <ac:spMk id="171" creationId="{529CC600-EA0C-8761-4C94-FD2338FBA39E}"/>
          </ac:spMkLst>
        </pc:spChg>
        <pc:spChg chg="mod">
          <ac:chgData name="Takeuchi, Koichiro" userId="b3848a05-443b-4434-8fa5-7398ca0c03c9" providerId="ADAL" clId="{0BCE8C6C-860B-4961-8907-604115D89DF6}" dt="2024-06-24T03:05:20.998" v="3511" actId="165"/>
          <ac:spMkLst>
            <pc:docMk/>
            <pc:sldMk cId="3580450898" sldId="2147480829"/>
            <ac:spMk id="172" creationId="{E48D8121-E1DC-0BFF-7ABD-062C4B33B757}"/>
          </ac:spMkLst>
        </pc:spChg>
        <pc:spChg chg="mod">
          <ac:chgData name="Takeuchi, Koichiro" userId="b3848a05-443b-4434-8fa5-7398ca0c03c9" providerId="ADAL" clId="{0BCE8C6C-860B-4961-8907-604115D89DF6}" dt="2024-06-24T03:05:20.998" v="3511" actId="165"/>
          <ac:spMkLst>
            <pc:docMk/>
            <pc:sldMk cId="3580450898" sldId="2147480829"/>
            <ac:spMk id="173" creationId="{DA5AD138-A6B1-B7ED-D9CF-80F9BA678AAD}"/>
          </ac:spMkLst>
        </pc:spChg>
        <pc:spChg chg="mod">
          <ac:chgData name="Takeuchi, Koichiro" userId="b3848a05-443b-4434-8fa5-7398ca0c03c9" providerId="ADAL" clId="{0BCE8C6C-860B-4961-8907-604115D89DF6}" dt="2024-06-24T03:05:20.998" v="3511" actId="165"/>
          <ac:spMkLst>
            <pc:docMk/>
            <pc:sldMk cId="3580450898" sldId="2147480829"/>
            <ac:spMk id="174" creationId="{2F19B1E8-C6C5-5472-0450-25D684BDA7F0}"/>
          </ac:spMkLst>
        </pc:spChg>
        <pc:spChg chg="mod">
          <ac:chgData name="Takeuchi, Koichiro" userId="b3848a05-443b-4434-8fa5-7398ca0c03c9" providerId="ADAL" clId="{0BCE8C6C-860B-4961-8907-604115D89DF6}" dt="2024-06-24T03:05:51.467" v="3516"/>
          <ac:spMkLst>
            <pc:docMk/>
            <pc:sldMk cId="3580450898" sldId="2147480829"/>
            <ac:spMk id="181" creationId="{9A2A9C4B-8781-1D2F-9D99-8750DA8FC818}"/>
          </ac:spMkLst>
        </pc:spChg>
        <pc:spChg chg="mod">
          <ac:chgData name="Takeuchi, Koichiro" userId="b3848a05-443b-4434-8fa5-7398ca0c03c9" providerId="ADAL" clId="{0BCE8C6C-860B-4961-8907-604115D89DF6}" dt="2024-06-24T03:05:51.467" v="3516"/>
          <ac:spMkLst>
            <pc:docMk/>
            <pc:sldMk cId="3580450898" sldId="2147480829"/>
            <ac:spMk id="182" creationId="{AB7B7BB2-24F7-FCDC-6BF7-4F0ADF53F653}"/>
          </ac:spMkLst>
        </pc:spChg>
        <pc:spChg chg="mod">
          <ac:chgData name="Takeuchi, Koichiro" userId="b3848a05-443b-4434-8fa5-7398ca0c03c9" providerId="ADAL" clId="{0BCE8C6C-860B-4961-8907-604115D89DF6}" dt="2024-06-24T03:05:51.467" v="3516"/>
          <ac:spMkLst>
            <pc:docMk/>
            <pc:sldMk cId="3580450898" sldId="2147480829"/>
            <ac:spMk id="183" creationId="{4D1F7C18-C717-6AF4-7984-68948A3B0B40}"/>
          </ac:spMkLst>
        </pc:spChg>
        <pc:spChg chg="mod">
          <ac:chgData name="Takeuchi, Koichiro" userId="b3848a05-443b-4434-8fa5-7398ca0c03c9" providerId="ADAL" clId="{0BCE8C6C-860B-4961-8907-604115D89DF6}" dt="2024-06-24T03:05:51.467" v="3516"/>
          <ac:spMkLst>
            <pc:docMk/>
            <pc:sldMk cId="3580450898" sldId="2147480829"/>
            <ac:spMk id="184" creationId="{A34FC79D-0830-2E21-F167-8F513EA38F05}"/>
          </ac:spMkLst>
        </pc:spChg>
        <pc:spChg chg="mod">
          <ac:chgData name="Takeuchi, Koichiro" userId="b3848a05-443b-4434-8fa5-7398ca0c03c9" providerId="ADAL" clId="{0BCE8C6C-860B-4961-8907-604115D89DF6}" dt="2024-06-24T03:05:51.467" v="3516"/>
          <ac:spMkLst>
            <pc:docMk/>
            <pc:sldMk cId="3580450898" sldId="2147480829"/>
            <ac:spMk id="185" creationId="{9DD27664-8FD9-8CF5-FAB4-514D60D277CC}"/>
          </ac:spMkLst>
        </pc:spChg>
        <pc:spChg chg="mod">
          <ac:chgData name="Takeuchi, Koichiro" userId="b3848a05-443b-4434-8fa5-7398ca0c03c9" providerId="ADAL" clId="{0BCE8C6C-860B-4961-8907-604115D89DF6}" dt="2024-06-24T03:05:51.467" v="3516"/>
          <ac:spMkLst>
            <pc:docMk/>
            <pc:sldMk cId="3580450898" sldId="2147480829"/>
            <ac:spMk id="186" creationId="{78030ABF-67E1-8F59-C759-82BE37E81844}"/>
          </ac:spMkLst>
        </pc:spChg>
        <pc:spChg chg="add mod">
          <ac:chgData name="Takeuchi, Koichiro" userId="b3848a05-443b-4434-8fa5-7398ca0c03c9" providerId="ADAL" clId="{0BCE8C6C-860B-4961-8907-604115D89DF6}" dt="2024-06-24T03:47:30.293" v="6559" actId="207"/>
          <ac:spMkLst>
            <pc:docMk/>
            <pc:sldMk cId="3580450898" sldId="2147480829"/>
            <ac:spMk id="187" creationId="{BBB63D55-EE67-1C6B-B7B7-C7596B68AB35}"/>
          </ac:spMkLst>
        </pc:spChg>
        <pc:spChg chg="add mod">
          <ac:chgData name="Takeuchi, Koichiro" userId="b3848a05-443b-4434-8fa5-7398ca0c03c9" providerId="ADAL" clId="{0BCE8C6C-860B-4961-8907-604115D89DF6}" dt="2024-06-24T03:15:10.837" v="4234"/>
          <ac:spMkLst>
            <pc:docMk/>
            <pc:sldMk cId="3580450898" sldId="2147480829"/>
            <ac:spMk id="188" creationId="{50A15F7D-94D3-4231-BE02-00A16D15CA75}"/>
          </ac:spMkLst>
        </pc:spChg>
        <pc:spChg chg="add mod">
          <ac:chgData name="Takeuchi, Koichiro" userId="b3848a05-443b-4434-8fa5-7398ca0c03c9" providerId="ADAL" clId="{0BCE8C6C-860B-4961-8907-604115D89DF6}" dt="2024-06-24T03:44:42.174" v="6307" actId="1036"/>
          <ac:spMkLst>
            <pc:docMk/>
            <pc:sldMk cId="3580450898" sldId="2147480829"/>
            <ac:spMk id="189" creationId="{4357D066-A53C-4324-53D4-EAF1A7C04EB9}"/>
          </ac:spMkLst>
        </pc:spChg>
        <pc:spChg chg="add mod">
          <ac:chgData name="Takeuchi, Koichiro" userId="b3848a05-443b-4434-8fa5-7398ca0c03c9" providerId="ADAL" clId="{0BCE8C6C-860B-4961-8907-604115D89DF6}" dt="2024-06-24T03:44:42.174" v="6307" actId="1036"/>
          <ac:spMkLst>
            <pc:docMk/>
            <pc:sldMk cId="3580450898" sldId="2147480829"/>
            <ac:spMk id="190" creationId="{2632A55A-023C-8ABB-82AF-B0E227F63768}"/>
          </ac:spMkLst>
        </pc:spChg>
        <pc:spChg chg="add mod">
          <ac:chgData name="Takeuchi, Koichiro" userId="b3848a05-443b-4434-8fa5-7398ca0c03c9" providerId="ADAL" clId="{0BCE8C6C-860B-4961-8907-604115D89DF6}" dt="2024-06-24T03:57:02.024" v="6910" actId="20577"/>
          <ac:spMkLst>
            <pc:docMk/>
            <pc:sldMk cId="3580450898" sldId="2147480829"/>
            <ac:spMk id="191" creationId="{AC5DC62C-3EC7-A773-F4D8-79574CBEE13F}"/>
          </ac:spMkLst>
        </pc:spChg>
        <pc:spChg chg="add del mod">
          <ac:chgData name="Takeuchi, Koichiro" userId="b3848a05-443b-4434-8fa5-7398ca0c03c9" providerId="ADAL" clId="{0BCE8C6C-860B-4961-8907-604115D89DF6}" dt="2024-06-24T03:23:02.014" v="5327" actId="478"/>
          <ac:spMkLst>
            <pc:docMk/>
            <pc:sldMk cId="3580450898" sldId="2147480829"/>
            <ac:spMk id="192" creationId="{365ACEF4-56FA-B067-911A-C46449E28C67}"/>
          </ac:spMkLst>
        </pc:spChg>
        <pc:spChg chg="add mod topLvl">
          <ac:chgData name="Takeuchi, Koichiro" userId="b3848a05-443b-4434-8fa5-7398ca0c03c9" providerId="ADAL" clId="{0BCE8C6C-860B-4961-8907-604115D89DF6}" dt="2024-06-24T03:44:42.174" v="6307" actId="1036"/>
          <ac:spMkLst>
            <pc:docMk/>
            <pc:sldMk cId="3580450898" sldId="2147480829"/>
            <ac:spMk id="193" creationId="{32D6863E-9B48-37BD-D64A-00B9ED179793}"/>
          </ac:spMkLst>
        </pc:spChg>
        <pc:spChg chg="add mod topLvl">
          <ac:chgData name="Takeuchi, Koichiro" userId="b3848a05-443b-4434-8fa5-7398ca0c03c9" providerId="ADAL" clId="{0BCE8C6C-860B-4961-8907-604115D89DF6}" dt="2024-06-24T03:44:42.174" v="6307" actId="1036"/>
          <ac:spMkLst>
            <pc:docMk/>
            <pc:sldMk cId="3580450898" sldId="2147480829"/>
            <ac:spMk id="194" creationId="{4591AEEE-9B83-EFE5-8370-DCFA214E1864}"/>
          </ac:spMkLst>
        </pc:spChg>
        <pc:spChg chg="add mod topLvl">
          <ac:chgData name="Takeuchi, Koichiro" userId="b3848a05-443b-4434-8fa5-7398ca0c03c9" providerId="ADAL" clId="{0BCE8C6C-860B-4961-8907-604115D89DF6}" dt="2024-06-24T03:44:42.174" v="6307" actId="1036"/>
          <ac:spMkLst>
            <pc:docMk/>
            <pc:sldMk cId="3580450898" sldId="2147480829"/>
            <ac:spMk id="195" creationId="{F1BCE53A-E81F-B6A9-A04E-0C7236BD5307}"/>
          </ac:spMkLst>
        </pc:spChg>
        <pc:spChg chg="add mod topLvl">
          <ac:chgData name="Takeuchi, Koichiro" userId="b3848a05-443b-4434-8fa5-7398ca0c03c9" providerId="ADAL" clId="{0BCE8C6C-860B-4961-8907-604115D89DF6}" dt="2024-06-24T03:44:42.174" v="6307" actId="1036"/>
          <ac:spMkLst>
            <pc:docMk/>
            <pc:sldMk cId="3580450898" sldId="2147480829"/>
            <ac:spMk id="196" creationId="{2B9D11EC-65A4-AF09-BEDB-8D4E3AAFDA55}"/>
          </ac:spMkLst>
        </pc:spChg>
        <pc:spChg chg="add mod topLvl">
          <ac:chgData name="Takeuchi, Koichiro" userId="b3848a05-443b-4434-8fa5-7398ca0c03c9" providerId="ADAL" clId="{0BCE8C6C-860B-4961-8907-604115D89DF6}" dt="2024-06-24T03:44:42.174" v="6307" actId="1036"/>
          <ac:spMkLst>
            <pc:docMk/>
            <pc:sldMk cId="3580450898" sldId="2147480829"/>
            <ac:spMk id="197" creationId="{D5DB20B4-7335-771A-AAD5-0A03F343172A}"/>
          </ac:spMkLst>
        </pc:spChg>
        <pc:spChg chg="add mod topLvl">
          <ac:chgData name="Takeuchi, Koichiro" userId="b3848a05-443b-4434-8fa5-7398ca0c03c9" providerId="ADAL" clId="{0BCE8C6C-860B-4961-8907-604115D89DF6}" dt="2024-06-24T03:44:42.174" v="6307" actId="1036"/>
          <ac:spMkLst>
            <pc:docMk/>
            <pc:sldMk cId="3580450898" sldId="2147480829"/>
            <ac:spMk id="198" creationId="{5C31A657-EAFC-FD37-B177-0D46CDCE2228}"/>
          </ac:spMkLst>
        </pc:spChg>
        <pc:spChg chg="add mod topLvl">
          <ac:chgData name="Takeuchi, Koichiro" userId="b3848a05-443b-4434-8fa5-7398ca0c03c9" providerId="ADAL" clId="{0BCE8C6C-860B-4961-8907-604115D89DF6}" dt="2024-06-24T03:44:42.174" v="6307" actId="1036"/>
          <ac:spMkLst>
            <pc:docMk/>
            <pc:sldMk cId="3580450898" sldId="2147480829"/>
            <ac:spMk id="199" creationId="{C746D8F0-8646-F57C-5C09-C533E4560564}"/>
          </ac:spMkLst>
        </pc:spChg>
        <pc:spChg chg="add mod topLvl">
          <ac:chgData name="Takeuchi, Koichiro" userId="b3848a05-443b-4434-8fa5-7398ca0c03c9" providerId="ADAL" clId="{0BCE8C6C-860B-4961-8907-604115D89DF6}" dt="2024-06-24T03:44:42.174" v="6307" actId="1036"/>
          <ac:spMkLst>
            <pc:docMk/>
            <pc:sldMk cId="3580450898" sldId="2147480829"/>
            <ac:spMk id="200" creationId="{7877DB10-27B8-ACED-3228-D9B2E98E577A}"/>
          </ac:spMkLst>
        </pc:spChg>
        <pc:spChg chg="del mod topLvl">
          <ac:chgData name="Takeuchi, Koichiro" userId="b3848a05-443b-4434-8fa5-7398ca0c03c9" providerId="ADAL" clId="{0BCE8C6C-860B-4961-8907-604115D89DF6}" dt="2024-06-24T03:28:43.397" v="5422" actId="478"/>
          <ac:spMkLst>
            <pc:docMk/>
            <pc:sldMk cId="3580450898" sldId="2147480829"/>
            <ac:spMk id="206" creationId="{F973A82B-1A33-27C6-F28D-49838E4C0AF3}"/>
          </ac:spMkLst>
        </pc:spChg>
        <pc:spChg chg="del mod topLvl">
          <ac:chgData name="Takeuchi, Koichiro" userId="b3848a05-443b-4434-8fa5-7398ca0c03c9" providerId="ADAL" clId="{0BCE8C6C-860B-4961-8907-604115D89DF6}" dt="2024-06-24T03:28:43.051" v="5421" actId="478"/>
          <ac:spMkLst>
            <pc:docMk/>
            <pc:sldMk cId="3580450898" sldId="2147480829"/>
            <ac:spMk id="207" creationId="{FC8DCEC5-1AC3-3F97-625C-988EDD77D772}"/>
          </ac:spMkLst>
        </pc:spChg>
        <pc:spChg chg="del mod topLvl">
          <ac:chgData name="Takeuchi, Koichiro" userId="b3848a05-443b-4434-8fa5-7398ca0c03c9" providerId="ADAL" clId="{0BCE8C6C-860B-4961-8907-604115D89DF6}" dt="2024-06-24T03:28:42.401" v="5420" actId="478"/>
          <ac:spMkLst>
            <pc:docMk/>
            <pc:sldMk cId="3580450898" sldId="2147480829"/>
            <ac:spMk id="208" creationId="{171D2825-AA9B-9CC6-8C0E-180D525D9028}"/>
          </ac:spMkLst>
        </pc:spChg>
        <pc:spChg chg="del mod topLvl">
          <ac:chgData name="Takeuchi, Koichiro" userId="b3848a05-443b-4434-8fa5-7398ca0c03c9" providerId="ADAL" clId="{0BCE8C6C-860B-4961-8907-604115D89DF6}" dt="2024-06-24T03:28:40.806" v="5419" actId="478"/>
          <ac:spMkLst>
            <pc:docMk/>
            <pc:sldMk cId="3580450898" sldId="2147480829"/>
            <ac:spMk id="209" creationId="{CFD0589C-88A9-4C90-DDB5-CFE9915FA7B3}"/>
          </ac:spMkLst>
        </pc:spChg>
        <pc:spChg chg="del mod topLvl">
          <ac:chgData name="Takeuchi, Koichiro" userId="b3848a05-443b-4434-8fa5-7398ca0c03c9" providerId="ADAL" clId="{0BCE8C6C-860B-4961-8907-604115D89DF6}" dt="2024-06-24T03:28:40.806" v="5419" actId="478"/>
          <ac:spMkLst>
            <pc:docMk/>
            <pc:sldMk cId="3580450898" sldId="2147480829"/>
            <ac:spMk id="210" creationId="{DA47A363-6E32-BFB1-CBFE-ACD402293DE0}"/>
          </ac:spMkLst>
        </pc:spChg>
        <pc:spChg chg="del mod topLvl">
          <ac:chgData name="Takeuchi, Koichiro" userId="b3848a05-443b-4434-8fa5-7398ca0c03c9" providerId="ADAL" clId="{0BCE8C6C-860B-4961-8907-604115D89DF6}" dt="2024-06-24T03:28:40.806" v="5419" actId="478"/>
          <ac:spMkLst>
            <pc:docMk/>
            <pc:sldMk cId="3580450898" sldId="2147480829"/>
            <ac:spMk id="211" creationId="{EAA711B0-610B-8A54-F888-2226A0B2A568}"/>
          </ac:spMkLst>
        </pc:spChg>
        <pc:spChg chg="del mod topLvl">
          <ac:chgData name="Takeuchi, Koichiro" userId="b3848a05-443b-4434-8fa5-7398ca0c03c9" providerId="ADAL" clId="{0BCE8C6C-860B-4961-8907-604115D89DF6}" dt="2024-06-24T03:28:49.035" v="5428" actId="478"/>
          <ac:spMkLst>
            <pc:docMk/>
            <pc:sldMk cId="3580450898" sldId="2147480829"/>
            <ac:spMk id="217" creationId="{D766C72F-746C-633C-B9C3-A7C1CB6A2473}"/>
          </ac:spMkLst>
        </pc:spChg>
        <pc:spChg chg="del mod topLvl">
          <ac:chgData name="Takeuchi, Koichiro" userId="b3848a05-443b-4434-8fa5-7398ca0c03c9" providerId="ADAL" clId="{0BCE8C6C-860B-4961-8907-604115D89DF6}" dt="2024-06-24T03:28:48.228" v="5427" actId="478"/>
          <ac:spMkLst>
            <pc:docMk/>
            <pc:sldMk cId="3580450898" sldId="2147480829"/>
            <ac:spMk id="218" creationId="{642C95DA-9BBF-2BF0-60D0-4DF8F0C8D69F}"/>
          </ac:spMkLst>
        </pc:spChg>
        <pc:spChg chg="del mod topLvl">
          <ac:chgData name="Takeuchi, Koichiro" userId="b3848a05-443b-4434-8fa5-7398ca0c03c9" providerId="ADAL" clId="{0BCE8C6C-860B-4961-8907-604115D89DF6}" dt="2024-06-24T03:28:47.593" v="5426" actId="478"/>
          <ac:spMkLst>
            <pc:docMk/>
            <pc:sldMk cId="3580450898" sldId="2147480829"/>
            <ac:spMk id="219" creationId="{EC00727C-0BC9-9ABE-6046-C98C18870597}"/>
          </ac:spMkLst>
        </pc:spChg>
        <pc:spChg chg="del mod topLvl">
          <ac:chgData name="Takeuchi, Koichiro" userId="b3848a05-443b-4434-8fa5-7398ca0c03c9" providerId="ADAL" clId="{0BCE8C6C-860B-4961-8907-604115D89DF6}" dt="2024-06-24T03:28:46.467" v="5425" actId="478"/>
          <ac:spMkLst>
            <pc:docMk/>
            <pc:sldMk cId="3580450898" sldId="2147480829"/>
            <ac:spMk id="220" creationId="{88328FA4-9BDB-1C00-B322-CABB696CA82C}"/>
          </ac:spMkLst>
        </pc:spChg>
        <pc:spChg chg="del mod topLvl">
          <ac:chgData name="Takeuchi, Koichiro" userId="b3848a05-443b-4434-8fa5-7398ca0c03c9" providerId="ADAL" clId="{0BCE8C6C-860B-4961-8907-604115D89DF6}" dt="2024-06-24T03:28:45.914" v="5424" actId="478"/>
          <ac:spMkLst>
            <pc:docMk/>
            <pc:sldMk cId="3580450898" sldId="2147480829"/>
            <ac:spMk id="221" creationId="{8E19F7A3-9BEE-0661-FD1D-6107141FFF95}"/>
          </ac:spMkLst>
        </pc:spChg>
        <pc:spChg chg="del mod topLvl">
          <ac:chgData name="Takeuchi, Koichiro" userId="b3848a05-443b-4434-8fa5-7398ca0c03c9" providerId="ADAL" clId="{0BCE8C6C-860B-4961-8907-604115D89DF6}" dt="2024-06-24T03:28:45.251" v="5423" actId="478"/>
          <ac:spMkLst>
            <pc:docMk/>
            <pc:sldMk cId="3580450898" sldId="2147480829"/>
            <ac:spMk id="222" creationId="{8EDA3226-4C84-E1EC-E866-1371A86A56E6}"/>
          </ac:spMkLst>
        </pc:spChg>
        <pc:spChg chg="mod">
          <ac:chgData name="Takeuchi, Koichiro" userId="b3848a05-443b-4434-8fa5-7398ca0c03c9" providerId="ADAL" clId="{0BCE8C6C-860B-4961-8907-604115D89DF6}" dt="2024-06-24T03:28:21.949" v="5413" actId="165"/>
          <ac:spMkLst>
            <pc:docMk/>
            <pc:sldMk cId="3580450898" sldId="2147480829"/>
            <ac:spMk id="228" creationId="{F2B00385-7EB0-F071-F2C4-E43514574BE0}"/>
          </ac:spMkLst>
        </pc:spChg>
        <pc:spChg chg="mod">
          <ac:chgData name="Takeuchi, Koichiro" userId="b3848a05-443b-4434-8fa5-7398ca0c03c9" providerId="ADAL" clId="{0BCE8C6C-860B-4961-8907-604115D89DF6}" dt="2024-06-24T03:28:21.949" v="5413" actId="165"/>
          <ac:spMkLst>
            <pc:docMk/>
            <pc:sldMk cId="3580450898" sldId="2147480829"/>
            <ac:spMk id="229" creationId="{33AEDA0C-538F-BD89-188E-49474BB7482A}"/>
          </ac:spMkLst>
        </pc:spChg>
        <pc:spChg chg="mod">
          <ac:chgData name="Takeuchi, Koichiro" userId="b3848a05-443b-4434-8fa5-7398ca0c03c9" providerId="ADAL" clId="{0BCE8C6C-860B-4961-8907-604115D89DF6}" dt="2024-06-24T03:28:21.949" v="5413" actId="165"/>
          <ac:spMkLst>
            <pc:docMk/>
            <pc:sldMk cId="3580450898" sldId="2147480829"/>
            <ac:spMk id="230" creationId="{DA78956A-9BFB-49BD-DF0A-60CDC88A8B7C}"/>
          </ac:spMkLst>
        </pc:spChg>
        <pc:spChg chg="mod">
          <ac:chgData name="Takeuchi, Koichiro" userId="b3848a05-443b-4434-8fa5-7398ca0c03c9" providerId="ADAL" clId="{0BCE8C6C-860B-4961-8907-604115D89DF6}" dt="2024-06-24T03:28:21.949" v="5413" actId="165"/>
          <ac:spMkLst>
            <pc:docMk/>
            <pc:sldMk cId="3580450898" sldId="2147480829"/>
            <ac:spMk id="231" creationId="{60D64E62-9B22-22AF-E345-82BD1044C8CE}"/>
          </ac:spMkLst>
        </pc:spChg>
        <pc:spChg chg="mod">
          <ac:chgData name="Takeuchi, Koichiro" userId="b3848a05-443b-4434-8fa5-7398ca0c03c9" providerId="ADAL" clId="{0BCE8C6C-860B-4961-8907-604115D89DF6}" dt="2024-06-24T03:28:21.949" v="5413" actId="165"/>
          <ac:spMkLst>
            <pc:docMk/>
            <pc:sldMk cId="3580450898" sldId="2147480829"/>
            <ac:spMk id="232" creationId="{93039A49-081D-788A-1500-08E1637745F9}"/>
          </ac:spMkLst>
        </pc:spChg>
        <pc:spChg chg="mod">
          <ac:chgData name="Takeuchi, Koichiro" userId="b3848a05-443b-4434-8fa5-7398ca0c03c9" providerId="ADAL" clId="{0BCE8C6C-860B-4961-8907-604115D89DF6}" dt="2024-06-24T03:28:21.949" v="5413" actId="165"/>
          <ac:spMkLst>
            <pc:docMk/>
            <pc:sldMk cId="3580450898" sldId="2147480829"/>
            <ac:spMk id="233" creationId="{B2F6DF10-B542-E053-B398-B443ABBB3725}"/>
          </ac:spMkLst>
        </pc:spChg>
        <pc:spChg chg="add mod">
          <ac:chgData name="Takeuchi, Koichiro" userId="b3848a05-443b-4434-8fa5-7398ca0c03c9" providerId="ADAL" clId="{0BCE8C6C-860B-4961-8907-604115D89DF6}" dt="2024-06-24T03:44:42.174" v="6307" actId="1036"/>
          <ac:spMkLst>
            <pc:docMk/>
            <pc:sldMk cId="3580450898" sldId="2147480829"/>
            <ac:spMk id="235" creationId="{795D81A0-B7A7-6A80-075B-8E8F324F4122}"/>
          </ac:spMkLst>
        </pc:spChg>
        <pc:spChg chg="add mod">
          <ac:chgData name="Takeuchi, Koichiro" userId="b3848a05-443b-4434-8fa5-7398ca0c03c9" providerId="ADAL" clId="{0BCE8C6C-860B-4961-8907-604115D89DF6}" dt="2024-06-24T03:44:42.174" v="6307" actId="1036"/>
          <ac:spMkLst>
            <pc:docMk/>
            <pc:sldMk cId="3580450898" sldId="2147480829"/>
            <ac:spMk id="236" creationId="{DF7618D8-9B28-C95F-EA58-5ADDF735BEFC}"/>
          </ac:spMkLst>
        </pc:spChg>
        <pc:spChg chg="add del mod">
          <ac:chgData name="Takeuchi, Koichiro" userId="b3848a05-443b-4434-8fa5-7398ca0c03c9" providerId="ADAL" clId="{0BCE8C6C-860B-4961-8907-604115D89DF6}" dt="2024-06-24T03:25:13.088" v="5352" actId="478"/>
          <ac:spMkLst>
            <pc:docMk/>
            <pc:sldMk cId="3580450898" sldId="2147480829"/>
            <ac:spMk id="237" creationId="{64789FFB-C7EB-B713-6A18-0E259221ED1D}"/>
          </ac:spMkLst>
        </pc:spChg>
        <pc:spChg chg="add mod">
          <ac:chgData name="Takeuchi, Koichiro" userId="b3848a05-443b-4434-8fa5-7398ca0c03c9" providerId="ADAL" clId="{0BCE8C6C-860B-4961-8907-604115D89DF6}" dt="2024-06-24T03:44:42.174" v="6307" actId="1036"/>
          <ac:spMkLst>
            <pc:docMk/>
            <pc:sldMk cId="3580450898" sldId="2147480829"/>
            <ac:spMk id="238" creationId="{6D0F05A1-D05E-EDDA-E866-91FF602B5FE6}"/>
          </ac:spMkLst>
        </pc:spChg>
        <pc:spChg chg="add mod">
          <ac:chgData name="Takeuchi, Koichiro" userId="b3848a05-443b-4434-8fa5-7398ca0c03c9" providerId="ADAL" clId="{0BCE8C6C-860B-4961-8907-604115D89DF6}" dt="2024-06-24T03:44:42.174" v="6307" actId="1036"/>
          <ac:spMkLst>
            <pc:docMk/>
            <pc:sldMk cId="3580450898" sldId="2147480829"/>
            <ac:spMk id="239" creationId="{4B9111E6-0969-6E0C-E06D-061C7D26950D}"/>
          </ac:spMkLst>
        </pc:spChg>
        <pc:spChg chg="add mod">
          <ac:chgData name="Takeuchi, Koichiro" userId="b3848a05-443b-4434-8fa5-7398ca0c03c9" providerId="ADAL" clId="{0BCE8C6C-860B-4961-8907-604115D89DF6}" dt="2024-06-24T03:44:42.174" v="6307" actId="1036"/>
          <ac:spMkLst>
            <pc:docMk/>
            <pc:sldMk cId="3580450898" sldId="2147480829"/>
            <ac:spMk id="240" creationId="{74D12C87-56A4-65F0-ADAB-767E2C846849}"/>
          </ac:spMkLst>
        </pc:spChg>
        <pc:spChg chg="add mod">
          <ac:chgData name="Takeuchi, Koichiro" userId="b3848a05-443b-4434-8fa5-7398ca0c03c9" providerId="ADAL" clId="{0BCE8C6C-860B-4961-8907-604115D89DF6}" dt="2024-06-24T03:44:42.174" v="6307" actId="1036"/>
          <ac:spMkLst>
            <pc:docMk/>
            <pc:sldMk cId="3580450898" sldId="2147480829"/>
            <ac:spMk id="241" creationId="{692AEFAD-691E-42FE-7672-999AE5762752}"/>
          </ac:spMkLst>
        </pc:spChg>
        <pc:spChg chg="add mod">
          <ac:chgData name="Takeuchi, Koichiro" userId="b3848a05-443b-4434-8fa5-7398ca0c03c9" providerId="ADAL" clId="{0BCE8C6C-860B-4961-8907-604115D89DF6}" dt="2024-06-24T03:44:42.174" v="6307" actId="1036"/>
          <ac:spMkLst>
            <pc:docMk/>
            <pc:sldMk cId="3580450898" sldId="2147480829"/>
            <ac:spMk id="242" creationId="{608B64BD-EA2A-78B5-D848-F69057C0AC13}"/>
          </ac:spMkLst>
        </pc:spChg>
        <pc:spChg chg="add mod">
          <ac:chgData name="Takeuchi, Koichiro" userId="b3848a05-443b-4434-8fa5-7398ca0c03c9" providerId="ADAL" clId="{0BCE8C6C-860B-4961-8907-604115D89DF6}" dt="2024-06-24T03:44:42.174" v="6307" actId="1036"/>
          <ac:spMkLst>
            <pc:docMk/>
            <pc:sldMk cId="3580450898" sldId="2147480829"/>
            <ac:spMk id="243" creationId="{856D2F2B-051B-CB66-F7B8-8B51BF1E2911}"/>
          </ac:spMkLst>
        </pc:spChg>
        <pc:spChg chg="add mod">
          <ac:chgData name="Takeuchi, Koichiro" userId="b3848a05-443b-4434-8fa5-7398ca0c03c9" providerId="ADAL" clId="{0BCE8C6C-860B-4961-8907-604115D89DF6}" dt="2024-06-24T03:44:42.174" v="6307" actId="1036"/>
          <ac:spMkLst>
            <pc:docMk/>
            <pc:sldMk cId="3580450898" sldId="2147480829"/>
            <ac:spMk id="244" creationId="{7EEC32C0-726F-E7F5-6674-60DC40D35DE0}"/>
          </ac:spMkLst>
        </pc:spChg>
        <pc:spChg chg="mod">
          <ac:chgData name="Takeuchi, Koichiro" userId="b3848a05-443b-4434-8fa5-7398ca0c03c9" providerId="ADAL" clId="{0BCE8C6C-860B-4961-8907-604115D89DF6}" dt="2024-06-24T03:29:10.303" v="5431"/>
          <ac:spMkLst>
            <pc:docMk/>
            <pc:sldMk cId="3580450898" sldId="2147480829"/>
            <ac:spMk id="250" creationId="{61DB0BA1-A707-F280-28FA-89F865D7D76C}"/>
          </ac:spMkLst>
        </pc:spChg>
        <pc:spChg chg="mod">
          <ac:chgData name="Takeuchi, Koichiro" userId="b3848a05-443b-4434-8fa5-7398ca0c03c9" providerId="ADAL" clId="{0BCE8C6C-860B-4961-8907-604115D89DF6}" dt="2024-06-24T03:29:10.303" v="5431"/>
          <ac:spMkLst>
            <pc:docMk/>
            <pc:sldMk cId="3580450898" sldId="2147480829"/>
            <ac:spMk id="251" creationId="{88D9599A-CB20-F405-8153-79766E291D64}"/>
          </ac:spMkLst>
        </pc:spChg>
        <pc:spChg chg="mod">
          <ac:chgData name="Takeuchi, Koichiro" userId="b3848a05-443b-4434-8fa5-7398ca0c03c9" providerId="ADAL" clId="{0BCE8C6C-860B-4961-8907-604115D89DF6}" dt="2024-06-24T03:29:10.303" v="5431"/>
          <ac:spMkLst>
            <pc:docMk/>
            <pc:sldMk cId="3580450898" sldId="2147480829"/>
            <ac:spMk id="252" creationId="{CA1DD868-4B8B-3AB0-511C-C05C98FB4849}"/>
          </ac:spMkLst>
        </pc:spChg>
        <pc:spChg chg="mod">
          <ac:chgData name="Takeuchi, Koichiro" userId="b3848a05-443b-4434-8fa5-7398ca0c03c9" providerId="ADAL" clId="{0BCE8C6C-860B-4961-8907-604115D89DF6}" dt="2024-06-24T03:29:10.303" v="5431"/>
          <ac:spMkLst>
            <pc:docMk/>
            <pc:sldMk cId="3580450898" sldId="2147480829"/>
            <ac:spMk id="253" creationId="{741909E4-7E7E-C607-3BE5-23B0909D7C78}"/>
          </ac:spMkLst>
        </pc:spChg>
        <pc:spChg chg="mod">
          <ac:chgData name="Takeuchi, Koichiro" userId="b3848a05-443b-4434-8fa5-7398ca0c03c9" providerId="ADAL" clId="{0BCE8C6C-860B-4961-8907-604115D89DF6}" dt="2024-06-24T03:29:10.303" v="5431"/>
          <ac:spMkLst>
            <pc:docMk/>
            <pc:sldMk cId="3580450898" sldId="2147480829"/>
            <ac:spMk id="254" creationId="{285157CB-FEAF-62F8-B426-43BA90CD5FAB}"/>
          </ac:spMkLst>
        </pc:spChg>
        <pc:spChg chg="mod">
          <ac:chgData name="Takeuchi, Koichiro" userId="b3848a05-443b-4434-8fa5-7398ca0c03c9" providerId="ADAL" clId="{0BCE8C6C-860B-4961-8907-604115D89DF6}" dt="2024-06-24T03:29:10.303" v="5431"/>
          <ac:spMkLst>
            <pc:docMk/>
            <pc:sldMk cId="3580450898" sldId="2147480829"/>
            <ac:spMk id="255" creationId="{29EF93F8-1847-4061-0553-F59292E72434}"/>
          </ac:spMkLst>
        </pc:spChg>
        <pc:spChg chg="mod">
          <ac:chgData name="Takeuchi, Koichiro" userId="b3848a05-443b-4434-8fa5-7398ca0c03c9" providerId="ADAL" clId="{0BCE8C6C-860B-4961-8907-604115D89DF6}" dt="2024-06-24T03:29:21.159" v="5435"/>
          <ac:spMkLst>
            <pc:docMk/>
            <pc:sldMk cId="3580450898" sldId="2147480829"/>
            <ac:spMk id="257" creationId="{736C8865-EA6F-BCA2-3FF0-789F9DC09948}"/>
          </ac:spMkLst>
        </pc:spChg>
        <pc:spChg chg="mod">
          <ac:chgData name="Takeuchi, Koichiro" userId="b3848a05-443b-4434-8fa5-7398ca0c03c9" providerId="ADAL" clId="{0BCE8C6C-860B-4961-8907-604115D89DF6}" dt="2024-06-24T03:29:21.159" v="5435"/>
          <ac:spMkLst>
            <pc:docMk/>
            <pc:sldMk cId="3580450898" sldId="2147480829"/>
            <ac:spMk id="258" creationId="{58C3AD1B-0E82-EC7A-EEC6-754D05955BE6}"/>
          </ac:spMkLst>
        </pc:spChg>
        <pc:spChg chg="mod">
          <ac:chgData name="Takeuchi, Koichiro" userId="b3848a05-443b-4434-8fa5-7398ca0c03c9" providerId="ADAL" clId="{0BCE8C6C-860B-4961-8907-604115D89DF6}" dt="2024-06-24T03:29:39.726" v="5440" actId="165"/>
          <ac:spMkLst>
            <pc:docMk/>
            <pc:sldMk cId="3580450898" sldId="2147480829"/>
            <ac:spMk id="264" creationId="{407624B7-365A-B430-EB9A-5D63920E0A19}"/>
          </ac:spMkLst>
        </pc:spChg>
        <pc:spChg chg="mod">
          <ac:chgData name="Takeuchi, Koichiro" userId="b3848a05-443b-4434-8fa5-7398ca0c03c9" providerId="ADAL" clId="{0BCE8C6C-860B-4961-8907-604115D89DF6}" dt="2024-06-24T03:29:39.726" v="5440" actId="165"/>
          <ac:spMkLst>
            <pc:docMk/>
            <pc:sldMk cId="3580450898" sldId="2147480829"/>
            <ac:spMk id="265" creationId="{E4D39BB3-B8DD-F017-E7DB-30B94995AD33}"/>
          </ac:spMkLst>
        </pc:spChg>
        <pc:spChg chg="mod">
          <ac:chgData name="Takeuchi, Koichiro" userId="b3848a05-443b-4434-8fa5-7398ca0c03c9" providerId="ADAL" clId="{0BCE8C6C-860B-4961-8907-604115D89DF6}" dt="2024-06-24T03:29:39.726" v="5440" actId="165"/>
          <ac:spMkLst>
            <pc:docMk/>
            <pc:sldMk cId="3580450898" sldId="2147480829"/>
            <ac:spMk id="266" creationId="{A41D41EC-48EC-E04D-36CE-24A3F91FC31F}"/>
          </ac:spMkLst>
        </pc:spChg>
        <pc:spChg chg="mod">
          <ac:chgData name="Takeuchi, Koichiro" userId="b3848a05-443b-4434-8fa5-7398ca0c03c9" providerId="ADAL" clId="{0BCE8C6C-860B-4961-8907-604115D89DF6}" dt="2024-06-24T03:29:39.726" v="5440" actId="165"/>
          <ac:spMkLst>
            <pc:docMk/>
            <pc:sldMk cId="3580450898" sldId="2147480829"/>
            <ac:spMk id="267" creationId="{793D4322-9635-B156-78DC-13FC61AC84BB}"/>
          </ac:spMkLst>
        </pc:spChg>
        <pc:spChg chg="mod">
          <ac:chgData name="Takeuchi, Koichiro" userId="b3848a05-443b-4434-8fa5-7398ca0c03c9" providerId="ADAL" clId="{0BCE8C6C-860B-4961-8907-604115D89DF6}" dt="2024-06-24T03:29:39.726" v="5440" actId="165"/>
          <ac:spMkLst>
            <pc:docMk/>
            <pc:sldMk cId="3580450898" sldId="2147480829"/>
            <ac:spMk id="268" creationId="{FE53E835-629E-C150-E2D5-A594E7DBA3C8}"/>
          </ac:spMkLst>
        </pc:spChg>
        <pc:spChg chg="mod">
          <ac:chgData name="Takeuchi, Koichiro" userId="b3848a05-443b-4434-8fa5-7398ca0c03c9" providerId="ADAL" clId="{0BCE8C6C-860B-4961-8907-604115D89DF6}" dt="2024-06-24T03:29:39.726" v="5440" actId="165"/>
          <ac:spMkLst>
            <pc:docMk/>
            <pc:sldMk cId="3580450898" sldId="2147480829"/>
            <ac:spMk id="269" creationId="{45D68C88-C686-6F40-0D2C-3474CF2AD824}"/>
          </ac:spMkLst>
        </pc:spChg>
        <pc:spChg chg="add mod">
          <ac:chgData name="Takeuchi, Koichiro" userId="b3848a05-443b-4434-8fa5-7398ca0c03c9" providerId="ADAL" clId="{0BCE8C6C-860B-4961-8907-604115D89DF6}" dt="2024-06-24T03:44:42.174" v="6307" actId="1036"/>
          <ac:spMkLst>
            <pc:docMk/>
            <pc:sldMk cId="3580450898" sldId="2147480829"/>
            <ac:spMk id="275" creationId="{2AE763DF-DFD9-6041-BC82-669657CB9E75}"/>
          </ac:spMkLst>
        </pc:spChg>
        <pc:spChg chg="add mod">
          <ac:chgData name="Takeuchi, Koichiro" userId="b3848a05-443b-4434-8fa5-7398ca0c03c9" providerId="ADAL" clId="{0BCE8C6C-860B-4961-8907-604115D89DF6}" dt="2024-06-24T03:44:42.174" v="6307" actId="1036"/>
          <ac:spMkLst>
            <pc:docMk/>
            <pc:sldMk cId="3580450898" sldId="2147480829"/>
            <ac:spMk id="276" creationId="{CB1F025C-BFF2-064B-BE5F-43B762592F4A}"/>
          </ac:spMkLst>
        </pc:spChg>
        <pc:spChg chg="add mod">
          <ac:chgData name="Takeuchi, Koichiro" userId="b3848a05-443b-4434-8fa5-7398ca0c03c9" providerId="ADAL" clId="{0BCE8C6C-860B-4961-8907-604115D89DF6}" dt="2024-06-24T03:44:42.174" v="6307" actId="1036"/>
          <ac:spMkLst>
            <pc:docMk/>
            <pc:sldMk cId="3580450898" sldId="2147480829"/>
            <ac:spMk id="277" creationId="{6CE0AC79-7558-EC2A-7377-A1500AFF6D17}"/>
          </ac:spMkLst>
        </pc:spChg>
        <pc:spChg chg="add mod">
          <ac:chgData name="Takeuchi, Koichiro" userId="b3848a05-443b-4434-8fa5-7398ca0c03c9" providerId="ADAL" clId="{0BCE8C6C-860B-4961-8907-604115D89DF6}" dt="2024-06-24T03:44:42.174" v="6307" actId="1036"/>
          <ac:spMkLst>
            <pc:docMk/>
            <pc:sldMk cId="3580450898" sldId="2147480829"/>
            <ac:spMk id="278" creationId="{7BE734EF-3E50-32D0-99FA-8A76AE0605BE}"/>
          </ac:spMkLst>
        </pc:spChg>
        <pc:spChg chg="add mod">
          <ac:chgData name="Takeuchi, Koichiro" userId="b3848a05-443b-4434-8fa5-7398ca0c03c9" providerId="ADAL" clId="{0BCE8C6C-860B-4961-8907-604115D89DF6}" dt="2024-06-24T03:44:42.174" v="6307" actId="1036"/>
          <ac:spMkLst>
            <pc:docMk/>
            <pc:sldMk cId="3580450898" sldId="2147480829"/>
            <ac:spMk id="279" creationId="{7C1E9843-0CBB-FCBB-8AC7-BDF12DB4A5ED}"/>
          </ac:spMkLst>
        </pc:spChg>
        <pc:spChg chg="add mod">
          <ac:chgData name="Takeuchi, Koichiro" userId="b3848a05-443b-4434-8fa5-7398ca0c03c9" providerId="ADAL" clId="{0BCE8C6C-860B-4961-8907-604115D89DF6}" dt="2024-06-24T03:44:42.174" v="6307" actId="1036"/>
          <ac:spMkLst>
            <pc:docMk/>
            <pc:sldMk cId="3580450898" sldId="2147480829"/>
            <ac:spMk id="280" creationId="{A44F79FE-621B-430C-3FAB-2ECF7C3A7E01}"/>
          </ac:spMkLst>
        </pc:spChg>
        <pc:spChg chg="add mod">
          <ac:chgData name="Takeuchi, Koichiro" userId="b3848a05-443b-4434-8fa5-7398ca0c03c9" providerId="ADAL" clId="{0BCE8C6C-860B-4961-8907-604115D89DF6}" dt="2024-06-24T03:48:06.481" v="6575" actId="113"/>
          <ac:spMkLst>
            <pc:docMk/>
            <pc:sldMk cId="3580450898" sldId="2147480829"/>
            <ac:spMk id="281" creationId="{FC50FF57-7D70-10E7-EFB8-EFFDB7FDEE40}"/>
          </ac:spMkLst>
        </pc:spChg>
        <pc:spChg chg="add mod">
          <ac:chgData name="Takeuchi, Koichiro" userId="b3848a05-443b-4434-8fa5-7398ca0c03c9" providerId="ADAL" clId="{0BCE8C6C-860B-4961-8907-604115D89DF6}" dt="2024-06-24T03:55:09.276" v="6884" actId="20577"/>
          <ac:spMkLst>
            <pc:docMk/>
            <pc:sldMk cId="3580450898" sldId="2147480829"/>
            <ac:spMk id="286" creationId="{770C880F-A601-9B44-264F-71B984076421}"/>
          </ac:spMkLst>
        </pc:spChg>
        <pc:spChg chg="add mod">
          <ac:chgData name="Takeuchi, Koichiro" userId="b3848a05-443b-4434-8fa5-7398ca0c03c9" providerId="ADAL" clId="{0BCE8C6C-860B-4961-8907-604115D89DF6}" dt="2024-06-24T03:48:59.466" v="6654" actId="113"/>
          <ac:spMkLst>
            <pc:docMk/>
            <pc:sldMk cId="3580450898" sldId="2147480829"/>
            <ac:spMk id="289" creationId="{36DBDBFB-A696-C5FA-6474-63C3AE96C787}"/>
          </ac:spMkLst>
        </pc:spChg>
        <pc:spChg chg="add mod">
          <ac:chgData name="Takeuchi, Koichiro" userId="b3848a05-443b-4434-8fa5-7398ca0c03c9" providerId="ADAL" clId="{0BCE8C6C-860B-4961-8907-604115D89DF6}" dt="2024-06-24T03:49:10.418" v="6671" actId="113"/>
          <ac:spMkLst>
            <pc:docMk/>
            <pc:sldMk cId="3580450898" sldId="2147480829"/>
            <ac:spMk id="293" creationId="{458B646D-8CBC-42A0-E9E8-7E9BD598F1C1}"/>
          </ac:spMkLst>
        </pc:spChg>
        <pc:spChg chg="add mod">
          <ac:chgData name="Takeuchi, Koichiro" userId="b3848a05-443b-4434-8fa5-7398ca0c03c9" providerId="ADAL" clId="{0BCE8C6C-860B-4961-8907-604115D89DF6}" dt="2024-06-24T03:44:54.379" v="6308"/>
          <ac:spMkLst>
            <pc:docMk/>
            <pc:sldMk cId="3580450898" sldId="2147480829"/>
            <ac:spMk id="297" creationId="{41568127-AAE6-B353-4F2D-3A5DDCA06B60}"/>
          </ac:spMkLst>
        </pc:spChg>
        <pc:spChg chg="add mod">
          <ac:chgData name="Takeuchi, Koichiro" userId="b3848a05-443b-4434-8fa5-7398ca0c03c9" providerId="ADAL" clId="{0BCE8C6C-860B-4961-8907-604115D89DF6}" dt="2024-06-24T03:49:40.285" v="6673" actId="113"/>
          <ac:spMkLst>
            <pc:docMk/>
            <pc:sldMk cId="3580450898" sldId="2147480829"/>
            <ac:spMk id="298" creationId="{ABAFDA3D-0202-DA6A-4B04-F81B55647A04}"/>
          </ac:spMkLst>
        </pc:spChg>
        <pc:spChg chg="add del mod">
          <ac:chgData name="Takeuchi, Koichiro" userId="b3848a05-443b-4434-8fa5-7398ca0c03c9" providerId="ADAL" clId="{0BCE8C6C-860B-4961-8907-604115D89DF6}" dt="2024-06-24T03:52:44.948" v="6844" actId="478"/>
          <ac:spMkLst>
            <pc:docMk/>
            <pc:sldMk cId="3580450898" sldId="2147480829"/>
            <ac:spMk id="305" creationId="{F1BF14AB-B690-E512-789C-9868A480E886}"/>
          </ac:spMkLst>
        </pc:spChg>
        <pc:grpChg chg="add del mod">
          <ac:chgData name="Takeuchi, Koichiro" userId="b3848a05-443b-4434-8fa5-7398ca0c03c9" providerId="ADAL" clId="{0BCE8C6C-860B-4961-8907-604115D89DF6}" dt="2024-06-24T02:52:16.494" v="3045" actId="478"/>
          <ac:grpSpMkLst>
            <pc:docMk/>
            <pc:sldMk cId="3580450898" sldId="2147480829"/>
            <ac:grpSpMk id="25" creationId="{EE65B94A-572E-F17F-D21A-4341A36547C1}"/>
          </ac:grpSpMkLst>
        </pc:grpChg>
        <pc:grpChg chg="add del mod">
          <ac:chgData name="Takeuchi, Koichiro" userId="b3848a05-443b-4434-8fa5-7398ca0c03c9" providerId="ADAL" clId="{0BCE8C6C-860B-4961-8907-604115D89DF6}" dt="2024-06-24T02:52:16.494" v="3045" actId="478"/>
          <ac:grpSpMkLst>
            <pc:docMk/>
            <pc:sldMk cId="3580450898" sldId="2147480829"/>
            <ac:grpSpMk id="29" creationId="{F20D5645-E422-1932-D318-94401DCF46B8}"/>
          </ac:grpSpMkLst>
        </pc:grpChg>
        <pc:grpChg chg="add del mod">
          <ac:chgData name="Takeuchi, Koichiro" userId="b3848a05-443b-4434-8fa5-7398ca0c03c9" providerId="ADAL" clId="{0BCE8C6C-860B-4961-8907-604115D89DF6}" dt="2024-06-24T02:52:16.494" v="3045" actId="478"/>
          <ac:grpSpMkLst>
            <pc:docMk/>
            <pc:sldMk cId="3580450898" sldId="2147480829"/>
            <ac:grpSpMk id="33" creationId="{294B63D3-8A6C-B323-7117-31BDC6526116}"/>
          </ac:grpSpMkLst>
        </pc:grpChg>
        <pc:grpChg chg="add del mod">
          <ac:chgData name="Takeuchi, Koichiro" userId="b3848a05-443b-4434-8fa5-7398ca0c03c9" providerId="ADAL" clId="{0BCE8C6C-860B-4961-8907-604115D89DF6}" dt="2024-06-24T02:52:16.494" v="3045" actId="478"/>
          <ac:grpSpMkLst>
            <pc:docMk/>
            <pc:sldMk cId="3580450898" sldId="2147480829"/>
            <ac:grpSpMk id="37" creationId="{2A1AC5A0-9CE3-A875-553C-941E90A6B07C}"/>
          </ac:grpSpMkLst>
        </pc:grpChg>
        <pc:grpChg chg="add del mod">
          <ac:chgData name="Takeuchi, Koichiro" userId="b3848a05-443b-4434-8fa5-7398ca0c03c9" providerId="ADAL" clId="{0BCE8C6C-860B-4961-8907-604115D89DF6}" dt="2024-06-24T02:52:16.494" v="3045" actId="478"/>
          <ac:grpSpMkLst>
            <pc:docMk/>
            <pc:sldMk cId="3580450898" sldId="2147480829"/>
            <ac:grpSpMk id="44" creationId="{522F9EE1-FA10-0F86-2078-3A2DDAF8CC52}"/>
          </ac:grpSpMkLst>
        </pc:grpChg>
        <pc:grpChg chg="add del mod">
          <ac:chgData name="Takeuchi, Koichiro" userId="b3848a05-443b-4434-8fa5-7398ca0c03c9" providerId="ADAL" clId="{0BCE8C6C-860B-4961-8907-604115D89DF6}" dt="2024-06-24T02:52:16.494" v="3045" actId="478"/>
          <ac:grpSpMkLst>
            <pc:docMk/>
            <pc:sldMk cId="3580450898" sldId="2147480829"/>
            <ac:grpSpMk id="47" creationId="{7BFD13BD-E609-A510-2664-43432E6493AB}"/>
          </ac:grpSpMkLst>
        </pc:grpChg>
        <pc:grpChg chg="add del mod">
          <ac:chgData name="Takeuchi, Koichiro" userId="b3848a05-443b-4434-8fa5-7398ca0c03c9" providerId="ADAL" clId="{0BCE8C6C-860B-4961-8907-604115D89DF6}" dt="2024-06-24T02:52:16.494" v="3045" actId="478"/>
          <ac:grpSpMkLst>
            <pc:docMk/>
            <pc:sldMk cId="3580450898" sldId="2147480829"/>
            <ac:grpSpMk id="54" creationId="{BF4264B4-AA0B-A51F-3FA2-5524AC5676AD}"/>
          </ac:grpSpMkLst>
        </pc:grpChg>
        <pc:grpChg chg="add del mod">
          <ac:chgData name="Takeuchi, Koichiro" userId="b3848a05-443b-4434-8fa5-7398ca0c03c9" providerId="ADAL" clId="{0BCE8C6C-860B-4961-8907-604115D89DF6}" dt="2024-06-24T02:52:16.494" v="3045" actId="478"/>
          <ac:grpSpMkLst>
            <pc:docMk/>
            <pc:sldMk cId="3580450898" sldId="2147480829"/>
            <ac:grpSpMk id="57" creationId="{499059A7-39FB-2F0B-9C66-5A02E8E01383}"/>
          </ac:grpSpMkLst>
        </pc:grpChg>
        <pc:grpChg chg="add del mod">
          <ac:chgData name="Takeuchi, Koichiro" userId="b3848a05-443b-4434-8fa5-7398ca0c03c9" providerId="ADAL" clId="{0BCE8C6C-860B-4961-8907-604115D89DF6}" dt="2024-06-24T02:52:16.494" v="3045" actId="478"/>
          <ac:grpSpMkLst>
            <pc:docMk/>
            <pc:sldMk cId="3580450898" sldId="2147480829"/>
            <ac:grpSpMk id="62" creationId="{2B0DEB59-EE48-7598-42AA-994E1AEB5496}"/>
          </ac:grpSpMkLst>
        </pc:grpChg>
        <pc:grpChg chg="add del mod">
          <ac:chgData name="Takeuchi, Koichiro" userId="b3848a05-443b-4434-8fa5-7398ca0c03c9" providerId="ADAL" clId="{0BCE8C6C-860B-4961-8907-604115D89DF6}" dt="2024-06-24T02:52:16.494" v="3045" actId="478"/>
          <ac:grpSpMkLst>
            <pc:docMk/>
            <pc:sldMk cId="3580450898" sldId="2147480829"/>
            <ac:grpSpMk id="67" creationId="{DC0A3990-31BB-CD4E-023C-703AD96909F1}"/>
          </ac:grpSpMkLst>
        </pc:grpChg>
        <pc:grpChg chg="add del mod topLvl">
          <ac:chgData name="Takeuchi, Koichiro" userId="b3848a05-443b-4434-8fa5-7398ca0c03c9" providerId="ADAL" clId="{0BCE8C6C-860B-4961-8907-604115D89DF6}" dt="2024-06-24T03:05:03.768" v="3505" actId="165"/>
          <ac:grpSpMkLst>
            <pc:docMk/>
            <pc:sldMk cId="3580450898" sldId="2147480829"/>
            <ac:grpSpMk id="86" creationId="{FC7BB704-85F7-DF44-D93F-0F15FC4EB2AB}"/>
          </ac:grpSpMkLst>
        </pc:grpChg>
        <pc:grpChg chg="add del mod topLvl">
          <ac:chgData name="Takeuchi, Koichiro" userId="b3848a05-443b-4434-8fa5-7398ca0c03c9" providerId="ADAL" clId="{0BCE8C6C-860B-4961-8907-604115D89DF6}" dt="2024-06-24T03:05:33.286" v="3514" actId="165"/>
          <ac:grpSpMkLst>
            <pc:docMk/>
            <pc:sldMk cId="3580450898" sldId="2147480829"/>
            <ac:grpSpMk id="87" creationId="{60D73CC9-25FC-BA51-358E-F0E5E18AD24C}"/>
          </ac:grpSpMkLst>
        </pc:grpChg>
        <pc:grpChg chg="add del mod topLvl">
          <ac:chgData name="Takeuchi, Koichiro" userId="b3848a05-443b-4434-8fa5-7398ca0c03c9" providerId="ADAL" clId="{0BCE8C6C-860B-4961-8907-604115D89DF6}" dt="2024-06-24T03:05:20.998" v="3511" actId="165"/>
          <ac:grpSpMkLst>
            <pc:docMk/>
            <pc:sldMk cId="3580450898" sldId="2147480829"/>
            <ac:grpSpMk id="88" creationId="{6436510D-8A8E-885C-538B-ECC1EB437233}"/>
          </ac:grpSpMkLst>
        </pc:grpChg>
        <pc:grpChg chg="add del mod">
          <ac:chgData name="Takeuchi, Koichiro" userId="b3848a05-443b-4434-8fa5-7398ca0c03c9" providerId="ADAL" clId="{0BCE8C6C-860B-4961-8907-604115D89DF6}" dt="2024-06-24T02:57:01.056" v="3199" actId="478"/>
          <ac:grpSpMkLst>
            <pc:docMk/>
            <pc:sldMk cId="3580450898" sldId="2147480829"/>
            <ac:grpSpMk id="91" creationId="{2D5E95E4-DA30-ACB7-9FB6-049CCDCA9D7E}"/>
          </ac:grpSpMkLst>
        </pc:grpChg>
        <pc:grpChg chg="add del mod">
          <ac:chgData name="Takeuchi, Koichiro" userId="b3848a05-443b-4434-8fa5-7398ca0c03c9" providerId="ADAL" clId="{0BCE8C6C-860B-4961-8907-604115D89DF6}" dt="2024-06-24T02:57:01.056" v="3199" actId="478"/>
          <ac:grpSpMkLst>
            <pc:docMk/>
            <pc:sldMk cId="3580450898" sldId="2147480829"/>
            <ac:grpSpMk id="94" creationId="{1BAF3643-0AB7-EDBB-43E1-6761352C64F7}"/>
          </ac:grpSpMkLst>
        </pc:grpChg>
        <pc:grpChg chg="add del mod">
          <ac:chgData name="Takeuchi, Koichiro" userId="b3848a05-443b-4434-8fa5-7398ca0c03c9" providerId="ADAL" clId="{0BCE8C6C-860B-4961-8907-604115D89DF6}" dt="2024-06-24T02:57:01.056" v="3199" actId="478"/>
          <ac:grpSpMkLst>
            <pc:docMk/>
            <pc:sldMk cId="3580450898" sldId="2147480829"/>
            <ac:grpSpMk id="97" creationId="{2AC19FFC-8A4E-5782-45E0-462C66F91F12}"/>
          </ac:grpSpMkLst>
        </pc:grpChg>
        <pc:grpChg chg="add mod">
          <ac:chgData name="Takeuchi, Koichiro" userId="b3848a05-443b-4434-8fa5-7398ca0c03c9" providerId="ADAL" clId="{0BCE8C6C-860B-4961-8907-604115D89DF6}" dt="2024-06-24T03:44:42.174" v="6307" actId="1036"/>
          <ac:grpSpMkLst>
            <pc:docMk/>
            <pc:sldMk cId="3580450898" sldId="2147480829"/>
            <ac:grpSpMk id="100" creationId="{4ACE4C3A-71E3-398F-F385-8780457FB992}"/>
          </ac:grpSpMkLst>
        </pc:grpChg>
        <pc:grpChg chg="add mod">
          <ac:chgData name="Takeuchi, Koichiro" userId="b3848a05-443b-4434-8fa5-7398ca0c03c9" providerId="ADAL" clId="{0BCE8C6C-860B-4961-8907-604115D89DF6}" dt="2024-06-24T02:57:39.846" v="3259"/>
          <ac:grpSpMkLst>
            <pc:docMk/>
            <pc:sldMk cId="3580450898" sldId="2147480829"/>
            <ac:grpSpMk id="103" creationId="{B7179BB1-68F2-5CC4-A97B-41EA03E8BBFE}"/>
          </ac:grpSpMkLst>
        </pc:grpChg>
        <pc:grpChg chg="add mod">
          <ac:chgData name="Takeuchi, Koichiro" userId="b3848a05-443b-4434-8fa5-7398ca0c03c9" providerId="ADAL" clId="{0BCE8C6C-860B-4961-8907-604115D89DF6}" dt="2024-06-24T02:57:39.846" v="3259"/>
          <ac:grpSpMkLst>
            <pc:docMk/>
            <pc:sldMk cId="3580450898" sldId="2147480829"/>
            <ac:grpSpMk id="106" creationId="{45DFB5EB-41E6-0003-FDDB-1FDBC9DB3548}"/>
          </ac:grpSpMkLst>
        </pc:grpChg>
        <pc:grpChg chg="add mod">
          <ac:chgData name="Takeuchi, Koichiro" userId="b3848a05-443b-4434-8fa5-7398ca0c03c9" providerId="ADAL" clId="{0BCE8C6C-860B-4961-8907-604115D89DF6}" dt="2024-06-24T02:57:39.846" v="3259"/>
          <ac:grpSpMkLst>
            <pc:docMk/>
            <pc:sldMk cId="3580450898" sldId="2147480829"/>
            <ac:grpSpMk id="109" creationId="{1E927CC7-7A23-CA18-A660-0B73120FDD65}"/>
          </ac:grpSpMkLst>
        </pc:grpChg>
        <pc:grpChg chg="add del mod">
          <ac:chgData name="Takeuchi, Koichiro" userId="b3848a05-443b-4434-8fa5-7398ca0c03c9" providerId="ADAL" clId="{0BCE8C6C-860B-4961-8907-604115D89DF6}" dt="2024-06-24T03:05:01.201" v="3504" actId="165"/>
          <ac:grpSpMkLst>
            <pc:docMk/>
            <pc:sldMk cId="3580450898" sldId="2147480829"/>
            <ac:grpSpMk id="112" creationId="{F91580AE-DF7E-9893-F31C-5E9193E84C7C}"/>
          </ac:grpSpMkLst>
        </pc:grpChg>
        <pc:grpChg chg="add del mod">
          <ac:chgData name="Takeuchi, Koichiro" userId="b3848a05-443b-4434-8fa5-7398ca0c03c9" providerId="ADAL" clId="{0BCE8C6C-860B-4961-8907-604115D89DF6}" dt="2024-06-24T03:14:30.820" v="4212" actId="165"/>
          <ac:grpSpMkLst>
            <pc:docMk/>
            <pc:sldMk cId="3580450898" sldId="2147480829"/>
            <ac:grpSpMk id="113" creationId="{3E486212-F259-4F14-8BE2-479FE529360B}"/>
          </ac:grpSpMkLst>
        </pc:grpChg>
        <pc:grpChg chg="del mod topLvl">
          <ac:chgData name="Takeuchi, Koichiro" userId="b3848a05-443b-4434-8fa5-7398ca0c03c9" providerId="ADAL" clId="{0BCE8C6C-860B-4961-8907-604115D89DF6}" dt="2024-06-24T03:23:18.473" v="5328" actId="478"/>
          <ac:grpSpMkLst>
            <pc:docMk/>
            <pc:sldMk cId="3580450898" sldId="2147480829"/>
            <ac:grpSpMk id="116" creationId="{AA31D627-3471-EA54-DC19-E5DEE9BF3AB6}"/>
          </ac:grpSpMkLst>
        </pc:grpChg>
        <pc:grpChg chg="del mod topLvl">
          <ac:chgData name="Takeuchi, Koichiro" userId="b3848a05-443b-4434-8fa5-7398ca0c03c9" providerId="ADAL" clId="{0BCE8C6C-860B-4961-8907-604115D89DF6}" dt="2024-06-24T03:23:18.473" v="5328" actId="478"/>
          <ac:grpSpMkLst>
            <pc:docMk/>
            <pc:sldMk cId="3580450898" sldId="2147480829"/>
            <ac:grpSpMk id="117" creationId="{CBA38DD5-C462-EAF5-A4F3-41BF69AA00CC}"/>
          </ac:grpSpMkLst>
        </pc:grpChg>
        <pc:grpChg chg="del mod topLvl">
          <ac:chgData name="Takeuchi, Koichiro" userId="b3848a05-443b-4434-8fa5-7398ca0c03c9" providerId="ADAL" clId="{0BCE8C6C-860B-4961-8907-604115D89DF6}" dt="2024-06-24T03:23:18.473" v="5328" actId="478"/>
          <ac:grpSpMkLst>
            <pc:docMk/>
            <pc:sldMk cId="3580450898" sldId="2147480829"/>
            <ac:grpSpMk id="118" creationId="{D2932FDF-9014-31F7-0B1C-6EE8ACC1BE5C}"/>
          </ac:grpSpMkLst>
        </pc:grpChg>
        <pc:grpChg chg="add del mod">
          <ac:chgData name="Takeuchi, Koichiro" userId="b3848a05-443b-4434-8fa5-7398ca0c03c9" providerId="ADAL" clId="{0BCE8C6C-860B-4961-8907-604115D89DF6}" dt="2024-06-24T03:29:20.921" v="5434" actId="478"/>
          <ac:grpSpMkLst>
            <pc:docMk/>
            <pc:sldMk cId="3580450898" sldId="2147480829"/>
            <ac:grpSpMk id="125" creationId="{B46E3D51-8A81-AB56-1EB5-852CEAA03385}"/>
          </ac:grpSpMkLst>
        </pc:grpChg>
        <pc:grpChg chg="add mod">
          <ac:chgData name="Takeuchi, Koichiro" userId="b3848a05-443b-4434-8fa5-7398ca0c03c9" providerId="ADAL" clId="{0BCE8C6C-860B-4961-8907-604115D89DF6}" dt="2024-06-24T02:58:10.423" v="3267"/>
          <ac:grpSpMkLst>
            <pc:docMk/>
            <pc:sldMk cId="3580450898" sldId="2147480829"/>
            <ac:grpSpMk id="129" creationId="{C13E2C86-DD1E-DE3A-599A-0E6104A021B0}"/>
          </ac:grpSpMkLst>
        </pc:grpChg>
        <pc:grpChg chg="add del mod">
          <ac:chgData name="Takeuchi, Koichiro" userId="b3848a05-443b-4434-8fa5-7398ca0c03c9" providerId="ADAL" clId="{0BCE8C6C-860B-4961-8907-604115D89DF6}" dt="2024-06-24T02:58:46.884" v="3276" actId="165"/>
          <ac:grpSpMkLst>
            <pc:docMk/>
            <pc:sldMk cId="3580450898" sldId="2147480829"/>
            <ac:grpSpMk id="132" creationId="{AC8F80E2-53BF-8A84-30B2-8A6143FA49FC}"/>
          </ac:grpSpMkLst>
        </pc:grpChg>
        <pc:grpChg chg="add del mod">
          <ac:chgData name="Takeuchi, Koichiro" userId="b3848a05-443b-4434-8fa5-7398ca0c03c9" providerId="ADAL" clId="{0BCE8C6C-860B-4961-8907-604115D89DF6}" dt="2024-06-24T03:32:52.471" v="5451" actId="165"/>
          <ac:grpSpMkLst>
            <pc:docMk/>
            <pc:sldMk cId="3580450898" sldId="2147480829"/>
            <ac:grpSpMk id="135" creationId="{51A2C049-7EEE-07C7-0855-67D005DA668C}"/>
          </ac:grpSpMkLst>
        </pc:grpChg>
        <pc:grpChg chg="add del mod">
          <ac:chgData name="Takeuchi, Koichiro" userId="b3848a05-443b-4434-8fa5-7398ca0c03c9" providerId="ADAL" clId="{0BCE8C6C-860B-4961-8907-604115D89DF6}" dt="2024-06-24T03:23:44.529" v="5335" actId="165"/>
          <ac:grpSpMkLst>
            <pc:docMk/>
            <pc:sldMk cId="3580450898" sldId="2147480829"/>
            <ac:grpSpMk id="140" creationId="{F1576347-3501-0589-EEA0-3E29900B5D20}"/>
          </ac:grpSpMkLst>
        </pc:grpChg>
        <pc:grpChg chg="add mod topLvl">
          <ac:chgData name="Takeuchi, Koichiro" userId="b3848a05-443b-4434-8fa5-7398ca0c03c9" providerId="ADAL" clId="{0BCE8C6C-860B-4961-8907-604115D89DF6}" dt="2024-06-24T03:04:55.598" v="3503" actId="164"/>
          <ac:grpSpMkLst>
            <pc:docMk/>
            <pc:sldMk cId="3580450898" sldId="2147480829"/>
            <ac:grpSpMk id="143" creationId="{786FCC3C-9850-DC1F-3D36-0C67F7A64E82}"/>
          </ac:grpSpMkLst>
        </pc:grpChg>
        <pc:grpChg chg="add mod topLvl">
          <ac:chgData name="Takeuchi, Koichiro" userId="b3848a05-443b-4434-8fa5-7398ca0c03c9" providerId="ADAL" clId="{0BCE8C6C-860B-4961-8907-604115D89DF6}" dt="2024-06-24T03:04:55.598" v="3503" actId="164"/>
          <ac:grpSpMkLst>
            <pc:docMk/>
            <pc:sldMk cId="3580450898" sldId="2147480829"/>
            <ac:grpSpMk id="147" creationId="{0619EE91-A6AF-CACE-6C13-B1298AF67291}"/>
          </ac:grpSpMkLst>
        </pc:grpChg>
        <pc:grpChg chg="add del mod">
          <ac:chgData name="Takeuchi, Koichiro" userId="b3848a05-443b-4434-8fa5-7398ca0c03c9" providerId="ADAL" clId="{0BCE8C6C-860B-4961-8907-604115D89DF6}" dt="2024-06-24T03:04:49.954" v="3502" actId="165"/>
          <ac:grpSpMkLst>
            <pc:docMk/>
            <pc:sldMk cId="3580450898" sldId="2147480829"/>
            <ac:grpSpMk id="151" creationId="{9B780B56-F958-0113-BC34-90C5D5A83B41}"/>
          </ac:grpSpMkLst>
        </pc:grpChg>
        <pc:grpChg chg="add mod">
          <ac:chgData name="Takeuchi, Koichiro" userId="b3848a05-443b-4434-8fa5-7398ca0c03c9" providerId="ADAL" clId="{0BCE8C6C-860B-4961-8907-604115D89DF6}" dt="2024-06-24T03:44:42.174" v="6307" actId="1036"/>
          <ac:grpSpMkLst>
            <pc:docMk/>
            <pc:sldMk cId="3580450898" sldId="2147480829"/>
            <ac:grpSpMk id="152" creationId="{52C60594-EB00-4CFB-BC20-EB121494D31E}"/>
          </ac:grpSpMkLst>
        </pc:grpChg>
        <pc:grpChg chg="add mod">
          <ac:chgData name="Takeuchi, Koichiro" userId="b3848a05-443b-4434-8fa5-7398ca0c03c9" providerId="ADAL" clId="{0BCE8C6C-860B-4961-8907-604115D89DF6}" dt="2024-06-24T03:44:42.174" v="6307" actId="1036"/>
          <ac:grpSpMkLst>
            <pc:docMk/>
            <pc:sldMk cId="3580450898" sldId="2147480829"/>
            <ac:grpSpMk id="153" creationId="{B0E502F9-7669-01C9-EC44-6AEA4ED599ED}"/>
          </ac:grpSpMkLst>
        </pc:grpChg>
        <pc:grpChg chg="mod">
          <ac:chgData name="Takeuchi, Koichiro" userId="b3848a05-443b-4434-8fa5-7398ca0c03c9" providerId="ADAL" clId="{0BCE8C6C-860B-4961-8907-604115D89DF6}" dt="2024-06-24T03:05:10.887" v="3507"/>
          <ac:grpSpMkLst>
            <pc:docMk/>
            <pc:sldMk cId="3580450898" sldId="2147480829"/>
            <ac:grpSpMk id="156" creationId="{8361096E-4005-9AAE-0E00-48AF19A941CB}"/>
          </ac:grpSpMkLst>
        </pc:grpChg>
        <pc:grpChg chg="mod">
          <ac:chgData name="Takeuchi, Koichiro" userId="b3848a05-443b-4434-8fa5-7398ca0c03c9" providerId="ADAL" clId="{0BCE8C6C-860B-4961-8907-604115D89DF6}" dt="2024-06-24T03:05:10.887" v="3507"/>
          <ac:grpSpMkLst>
            <pc:docMk/>
            <pc:sldMk cId="3580450898" sldId="2147480829"/>
            <ac:grpSpMk id="157" creationId="{9FE52B3A-4966-056C-EBC9-2E24A708BDED}"/>
          </ac:grpSpMkLst>
        </pc:grpChg>
        <pc:grpChg chg="add del mod">
          <ac:chgData name="Takeuchi, Koichiro" userId="b3848a05-443b-4434-8fa5-7398ca0c03c9" providerId="ADAL" clId="{0BCE8C6C-860B-4961-8907-604115D89DF6}" dt="2024-06-24T03:05:20.998" v="3511" actId="165"/>
          <ac:grpSpMkLst>
            <pc:docMk/>
            <pc:sldMk cId="3580450898" sldId="2147480829"/>
            <ac:grpSpMk id="164" creationId="{06B186BF-E7F1-F4CD-17B3-E9F898C0209B}"/>
          </ac:grpSpMkLst>
        </pc:grpChg>
        <pc:grpChg chg="mod topLvl">
          <ac:chgData name="Takeuchi, Koichiro" userId="b3848a05-443b-4434-8fa5-7398ca0c03c9" providerId="ADAL" clId="{0BCE8C6C-860B-4961-8907-604115D89DF6}" dt="2024-06-24T03:05:27.481" v="3512" actId="164"/>
          <ac:grpSpMkLst>
            <pc:docMk/>
            <pc:sldMk cId="3580450898" sldId="2147480829"/>
            <ac:grpSpMk id="167" creationId="{D53AB26D-1020-8BE0-1FD7-4B716B3F58E7}"/>
          </ac:grpSpMkLst>
        </pc:grpChg>
        <pc:grpChg chg="mod topLvl">
          <ac:chgData name="Takeuchi, Koichiro" userId="b3848a05-443b-4434-8fa5-7398ca0c03c9" providerId="ADAL" clId="{0BCE8C6C-860B-4961-8907-604115D89DF6}" dt="2024-06-24T03:05:27.481" v="3512" actId="164"/>
          <ac:grpSpMkLst>
            <pc:docMk/>
            <pc:sldMk cId="3580450898" sldId="2147480829"/>
            <ac:grpSpMk id="168" creationId="{F70518BB-629F-F1A0-13CA-0E101A6B4934}"/>
          </ac:grpSpMkLst>
        </pc:grpChg>
        <pc:grpChg chg="add mod">
          <ac:chgData name="Takeuchi, Koichiro" userId="b3848a05-443b-4434-8fa5-7398ca0c03c9" providerId="ADAL" clId="{0BCE8C6C-860B-4961-8907-604115D89DF6}" dt="2024-06-24T03:44:42.174" v="6307" actId="1036"/>
          <ac:grpSpMkLst>
            <pc:docMk/>
            <pc:sldMk cId="3580450898" sldId="2147480829"/>
            <ac:grpSpMk id="175" creationId="{BDBB8765-CDCB-982D-D9D9-D1707040750D}"/>
          </ac:grpSpMkLst>
        </pc:grpChg>
        <pc:grpChg chg="add mod">
          <ac:chgData name="Takeuchi, Koichiro" userId="b3848a05-443b-4434-8fa5-7398ca0c03c9" providerId="ADAL" clId="{0BCE8C6C-860B-4961-8907-604115D89DF6}" dt="2024-06-24T03:44:42.174" v="6307" actId="1036"/>
          <ac:grpSpMkLst>
            <pc:docMk/>
            <pc:sldMk cId="3580450898" sldId="2147480829"/>
            <ac:grpSpMk id="176" creationId="{2EDAA94E-1155-5D88-7CFC-D7E401863A2E}"/>
          </ac:grpSpMkLst>
        </pc:grpChg>
        <pc:grpChg chg="mod">
          <ac:chgData name="Takeuchi, Koichiro" userId="b3848a05-443b-4434-8fa5-7398ca0c03c9" providerId="ADAL" clId="{0BCE8C6C-860B-4961-8907-604115D89DF6}" dt="2024-06-24T03:05:51.467" v="3516"/>
          <ac:grpSpMkLst>
            <pc:docMk/>
            <pc:sldMk cId="3580450898" sldId="2147480829"/>
            <ac:grpSpMk id="179" creationId="{436F1F21-C972-63E2-71B0-40B548594B60}"/>
          </ac:grpSpMkLst>
        </pc:grpChg>
        <pc:grpChg chg="mod">
          <ac:chgData name="Takeuchi, Koichiro" userId="b3848a05-443b-4434-8fa5-7398ca0c03c9" providerId="ADAL" clId="{0BCE8C6C-860B-4961-8907-604115D89DF6}" dt="2024-06-24T03:05:51.467" v="3516"/>
          <ac:grpSpMkLst>
            <pc:docMk/>
            <pc:sldMk cId="3580450898" sldId="2147480829"/>
            <ac:grpSpMk id="180" creationId="{A1DD21DF-3815-49E7-5A51-D1AD43EDF85C}"/>
          </ac:grpSpMkLst>
        </pc:grpChg>
        <pc:grpChg chg="add del mod topLvl">
          <ac:chgData name="Takeuchi, Koichiro" userId="b3848a05-443b-4434-8fa5-7398ca0c03c9" providerId="ADAL" clId="{0BCE8C6C-860B-4961-8907-604115D89DF6}" dt="2024-06-24T03:28:26.797" v="5417" actId="165"/>
          <ac:grpSpMkLst>
            <pc:docMk/>
            <pc:sldMk cId="3580450898" sldId="2147480829"/>
            <ac:grpSpMk id="201" creationId="{5A336C0B-7B6F-A2BA-9D9E-227A0377670F}"/>
          </ac:grpSpMkLst>
        </pc:grpChg>
        <pc:grpChg chg="del mod topLvl">
          <ac:chgData name="Takeuchi, Koichiro" userId="b3848a05-443b-4434-8fa5-7398ca0c03c9" providerId="ADAL" clId="{0BCE8C6C-860B-4961-8907-604115D89DF6}" dt="2024-06-24T03:28:33.822" v="5418" actId="165"/>
          <ac:grpSpMkLst>
            <pc:docMk/>
            <pc:sldMk cId="3580450898" sldId="2147480829"/>
            <ac:grpSpMk id="204" creationId="{E5366A7B-23C3-E1FC-E06E-75EA4A47A81B}"/>
          </ac:grpSpMkLst>
        </pc:grpChg>
        <pc:grpChg chg="del mod topLvl">
          <ac:chgData name="Takeuchi, Koichiro" userId="b3848a05-443b-4434-8fa5-7398ca0c03c9" providerId="ADAL" clId="{0BCE8C6C-860B-4961-8907-604115D89DF6}" dt="2024-06-24T03:28:33.822" v="5418" actId="165"/>
          <ac:grpSpMkLst>
            <pc:docMk/>
            <pc:sldMk cId="3580450898" sldId="2147480829"/>
            <ac:grpSpMk id="205" creationId="{4D1BA8C6-AFF4-62BA-84ED-38E9627D9F35}"/>
          </ac:grpSpMkLst>
        </pc:grpChg>
        <pc:grpChg chg="add del mod topLvl">
          <ac:chgData name="Takeuchi, Koichiro" userId="b3848a05-443b-4434-8fa5-7398ca0c03c9" providerId="ADAL" clId="{0BCE8C6C-860B-4961-8907-604115D89DF6}" dt="2024-06-24T03:28:23.600" v="5414" actId="165"/>
          <ac:grpSpMkLst>
            <pc:docMk/>
            <pc:sldMk cId="3580450898" sldId="2147480829"/>
            <ac:grpSpMk id="212" creationId="{3BA8090E-BA2C-A3EA-E90E-CEA87C5A2655}"/>
          </ac:grpSpMkLst>
        </pc:grpChg>
        <pc:grpChg chg="del mod topLvl">
          <ac:chgData name="Takeuchi, Koichiro" userId="b3848a05-443b-4434-8fa5-7398ca0c03c9" providerId="ADAL" clId="{0BCE8C6C-860B-4961-8907-604115D89DF6}" dt="2024-06-24T03:28:33.822" v="5418" actId="165"/>
          <ac:grpSpMkLst>
            <pc:docMk/>
            <pc:sldMk cId="3580450898" sldId="2147480829"/>
            <ac:grpSpMk id="215" creationId="{512AA6D4-FFF0-EA0F-8FEC-748EDFD213B7}"/>
          </ac:grpSpMkLst>
        </pc:grpChg>
        <pc:grpChg chg="del mod topLvl">
          <ac:chgData name="Takeuchi, Koichiro" userId="b3848a05-443b-4434-8fa5-7398ca0c03c9" providerId="ADAL" clId="{0BCE8C6C-860B-4961-8907-604115D89DF6}" dt="2024-06-24T03:28:33.822" v="5418" actId="165"/>
          <ac:grpSpMkLst>
            <pc:docMk/>
            <pc:sldMk cId="3580450898" sldId="2147480829"/>
            <ac:grpSpMk id="216" creationId="{F59F8E74-0AE8-ADD8-C0AC-09E51F0E8055}"/>
          </ac:grpSpMkLst>
        </pc:grpChg>
        <pc:grpChg chg="add del mod topLvl">
          <ac:chgData name="Takeuchi, Koichiro" userId="b3848a05-443b-4434-8fa5-7398ca0c03c9" providerId="ADAL" clId="{0BCE8C6C-860B-4961-8907-604115D89DF6}" dt="2024-06-24T03:28:21.949" v="5413" actId="165"/>
          <ac:grpSpMkLst>
            <pc:docMk/>
            <pc:sldMk cId="3580450898" sldId="2147480829"/>
            <ac:grpSpMk id="223" creationId="{D4E473D0-A242-37AE-5482-E744785550B4}"/>
          </ac:grpSpMkLst>
        </pc:grpChg>
        <pc:grpChg chg="del mod topLvl">
          <ac:chgData name="Takeuchi, Koichiro" userId="b3848a05-443b-4434-8fa5-7398ca0c03c9" providerId="ADAL" clId="{0BCE8C6C-860B-4961-8907-604115D89DF6}" dt="2024-06-24T03:28:51.454" v="5429" actId="478"/>
          <ac:grpSpMkLst>
            <pc:docMk/>
            <pc:sldMk cId="3580450898" sldId="2147480829"/>
            <ac:grpSpMk id="226" creationId="{D607ADAF-5152-8E24-A510-E62018DA62B6}"/>
          </ac:grpSpMkLst>
        </pc:grpChg>
        <pc:grpChg chg="add del mod topLvl">
          <ac:chgData name="Takeuchi, Koichiro" userId="b3848a05-443b-4434-8fa5-7398ca0c03c9" providerId="ADAL" clId="{0BCE8C6C-860B-4961-8907-604115D89DF6}" dt="2024-06-24T03:29:13.799" v="5433" actId="478"/>
          <ac:grpSpMkLst>
            <pc:docMk/>
            <pc:sldMk cId="3580450898" sldId="2147480829"/>
            <ac:grpSpMk id="227" creationId="{07CD5317-5094-04C6-835E-838F1E8E6F9D}"/>
          </ac:grpSpMkLst>
        </pc:grpChg>
        <pc:grpChg chg="add del mod">
          <ac:chgData name="Takeuchi, Koichiro" userId="b3848a05-443b-4434-8fa5-7398ca0c03c9" providerId="ADAL" clId="{0BCE8C6C-860B-4961-8907-604115D89DF6}" dt="2024-06-24T03:28:09.489" v="5412" actId="165"/>
          <ac:grpSpMkLst>
            <pc:docMk/>
            <pc:sldMk cId="3580450898" sldId="2147480829"/>
            <ac:grpSpMk id="234" creationId="{246113F6-45CE-7149-08AD-7FDB9BE65CA3}"/>
          </ac:grpSpMkLst>
        </pc:grpChg>
        <pc:grpChg chg="add mod">
          <ac:chgData name="Takeuchi, Koichiro" userId="b3848a05-443b-4434-8fa5-7398ca0c03c9" providerId="ADAL" clId="{0BCE8C6C-860B-4961-8907-604115D89DF6}" dt="2024-06-24T03:29:10.303" v="5431"/>
          <ac:grpSpMkLst>
            <pc:docMk/>
            <pc:sldMk cId="3580450898" sldId="2147480829"/>
            <ac:grpSpMk id="245" creationId="{708BE97F-ADCF-0711-5E6F-9F7F8DEB89A8}"/>
          </ac:grpSpMkLst>
        </pc:grpChg>
        <pc:grpChg chg="mod">
          <ac:chgData name="Takeuchi, Koichiro" userId="b3848a05-443b-4434-8fa5-7398ca0c03c9" providerId="ADAL" clId="{0BCE8C6C-860B-4961-8907-604115D89DF6}" dt="2024-06-24T03:29:10.303" v="5431"/>
          <ac:grpSpMkLst>
            <pc:docMk/>
            <pc:sldMk cId="3580450898" sldId="2147480829"/>
            <ac:grpSpMk id="248" creationId="{89B9222A-5582-CB54-726B-71C1A992428D}"/>
          </ac:grpSpMkLst>
        </pc:grpChg>
        <pc:grpChg chg="mod">
          <ac:chgData name="Takeuchi, Koichiro" userId="b3848a05-443b-4434-8fa5-7398ca0c03c9" providerId="ADAL" clId="{0BCE8C6C-860B-4961-8907-604115D89DF6}" dt="2024-06-24T03:29:10.303" v="5431"/>
          <ac:grpSpMkLst>
            <pc:docMk/>
            <pc:sldMk cId="3580450898" sldId="2147480829"/>
            <ac:grpSpMk id="249" creationId="{5A0631A3-0E7D-F3C6-18CA-BE53C7EACF4B}"/>
          </ac:grpSpMkLst>
        </pc:grpChg>
        <pc:grpChg chg="add mod">
          <ac:chgData name="Takeuchi, Koichiro" userId="b3848a05-443b-4434-8fa5-7398ca0c03c9" providerId="ADAL" clId="{0BCE8C6C-860B-4961-8907-604115D89DF6}" dt="2024-06-24T03:44:42.174" v="6307" actId="1036"/>
          <ac:grpSpMkLst>
            <pc:docMk/>
            <pc:sldMk cId="3580450898" sldId="2147480829"/>
            <ac:grpSpMk id="256" creationId="{7413A067-C32C-8D9D-D973-4E27793FED1F}"/>
          </ac:grpSpMkLst>
        </pc:grpChg>
        <pc:grpChg chg="add del mod">
          <ac:chgData name="Takeuchi, Koichiro" userId="b3848a05-443b-4434-8fa5-7398ca0c03c9" providerId="ADAL" clId="{0BCE8C6C-860B-4961-8907-604115D89DF6}" dt="2024-06-24T03:29:39.726" v="5440" actId="165"/>
          <ac:grpSpMkLst>
            <pc:docMk/>
            <pc:sldMk cId="3580450898" sldId="2147480829"/>
            <ac:grpSpMk id="259" creationId="{7680A4E1-72CA-75E5-F372-80E415015AAC}"/>
          </ac:grpSpMkLst>
        </pc:grpChg>
        <pc:grpChg chg="del mod topLvl">
          <ac:chgData name="Takeuchi, Koichiro" userId="b3848a05-443b-4434-8fa5-7398ca0c03c9" providerId="ADAL" clId="{0BCE8C6C-860B-4961-8907-604115D89DF6}" dt="2024-06-24T03:29:42.136" v="5441" actId="478"/>
          <ac:grpSpMkLst>
            <pc:docMk/>
            <pc:sldMk cId="3580450898" sldId="2147480829"/>
            <ac:grpSpMk id="262" creationId="{4F6AD594-9BFB-1F82-62CD-8A32BEAC3F93}"/>
          </ac:grpSpMkLst>
        </pc:grpChg>
        <pc:grpChg chg="del mod topLvl">
          <ac:chgData name="Takeuchi, Koichiro" userId="b3848a05-443b-4434-8fa5-7398ca0c03c9" providerId="ADAL" clId="{0BCE8C6C-860B-4961-8907-604115D89DF6}" dt="2024-06-24T03:29:43.362" v="5442" actId="478"/>
          <ac:grpSpMkLst>
            <pc:docMk/>
            <pc:sldMk cId="3580450898" sldId="2147480829"/>
            <ac:grpSpMk id="263" creationId="{2D8BC121-1596-2285-9B24-5CE5F87A00C2}"/>
          </ac:grpSpMkLst>
        </pc:grpChg>
        <pc:grpChg chg="add del mod">
          <ac:chgData name="Takeuchi, Koichiro" userId="b3848a05-443b-4434-8fa5-7398ca0c03c9" providerId="ADAL" clId="{0BCE8C6C-860B-4961-8907-604115D89DF6}" dt="2024-06-24T03:32:52.471" v="5451" actId="165"/>
          <ac:grpSpMkLst>
            <pc:docMk/>
            <pc:sldMk cId="3580450898" sldId="2147480829"/>
            <ac:grpSpMk id="273" creationId="{A7485F99-64FB-1B02-4B71-7CF3F731A962}"/>
          </ac:grpSpMkLst>
        </pc:grpChg>
        <pc:grpChg chg="add mod">
          <ac:chgData name="Takeuchi, Koichiro" userId="b3848a05-443b-4434-8fa5-7398ca0c03c9" providerId="ADAL" clId="{0BCE8C6C-860B-4961-8907-604115D89DF6}" dt="2024-06-24T03:44:42.174" v="6307" actId="1036"/>
          <ac:grpSpMkLst>
            <pc:docMk/>
            <pc:sldMk cId="3580450898" sldId="2147480829"/>
            <ac:grpSpMk id="274" creationId="{B1971557-2A85-89C0-A3D8-F5C1564D8FB0}"/>
          </ac:grpSpMkLst>
        </pc:grpChg>
        <pc:picChg chg="add del mod">
          <ac:chgData name="Takeuchi, Koichiro" userId="b3848a05-443b-4434-8fa5-7398ca0c03c9" providerId="ADAL" clId="{0BCE8C6C-860B-4961-8907-604115D89DF6}" dt="2024-06-24T02:52:16.494" v="3045" actId="478"/>
          <ac:picMkLst>
            <pc:docMk/>
            <pc:sldMk cId="3580450898" sldId="2147480829"/>
            <ac:picMk id="21" creationId="{CCDAA22B-9084-7610-14D7-0ECE69BDF8C8}"/>
          </ac:picMkLst>
        </pc:picChg>
        <pc:picChg chg="add del mod">
          <ac:chgData name="Takeuchi, Koichiro" userId="b3848a05-443b-4434-8fa5-7398ca0c03c9" providerId="ADAL" clId="{0BCE8C6C-860B-4961-8907-604115D89DF6}" dt="2024-06-24T02:52:16.494" v="3045" actId="478"/>
          <ac:picMkLst>
            <pc:docMk/>
            <pc:sldMk cId="3580450898" sldId="2147480829"/>
            <ac:picMk id="22" creationId="{0A674561-C052-C684-C99A-5105169E75FB}"/>
          </ac:picMkLst>
        </pc:picChg>
        <pc:picChg chg="add del mod">
          <ac:chgData name="Takeuchi, Koichiro" userId="b3848a05-443b-4434-8fa5-7398ca0c03c9" providerId="ADAL" clId="{0BCE8C6C-860B-4961-8907-604115D89DF6}" dt="2024-06-24T02:52:16.494" v="3045" actId="478"/>
          <ac:picMkLst>
            <pc:docMk/>
            <pc:sldMk cId="3580450898" sldId="2147480829"/>
            <ac:picMk id="23" creationId="{82A11DFE-0D31-5AE5-7C35-F5AC0AC2AFBE}"/>
          </ac:picMkLst>
        </pc:picChg>
        <pc:picChg chg="add del mod">
          <ac:chgData name="Takeuchi, Koichiro" userId="b3848a05-443b-4434-8fa5-7398ca0c03c9" providerId="ADAL" clId="{0BCE8C6C-860B-4961-8907-604115D89DF6}" dt="2024-06-24T02:52:16.494" v="3045" actId="478"/>
          <ac:picMkLst>
            <pc:docMk/>
            <pc:sldMk cId="3580450898" sldId="2147480829"/>
            <ac:picMk id="24" creationId="{A3B854E6-D916-9B31-056E-026A434B2F52}"/>
          </ac:picMkLst>
        </pc:picChg>
        <pc:picChg chg="add del mod">
          <ac:chgData name="Takeuchi, Koichiro" userId="b3848a05-443b-4434-8fa5-7398ca0c03c9" providerId="ADAL" clId="{0BCE8C6C-860B-4961-8907-604115D89DF6}" dt="2024-06-24T02:52:16.494" v="3045" actId="478"/>
          <ac:picMkLst>
            <pc:docMk/>
            <pc:sldMk cId="3580450898" sldId="2147480829"/>
            <ac:picMk id="50" creationId="{4F4D4AED-D604-874E-02A9-2288D47AB150}"/>
          </ac:picMkLst>
        </pc:picChg>
        <pc:picChg chg="add del mod">
          <ac:chgData name="Takeuchi, Koichiro" userId="b3848a05-443b-4434-8fa5-7398ca0c03c9" providerId="ADAL" clId="{0BCE8C6C-860B-4961-8907-604115D89DF6}" dt="2024-06-24T02:52:16.494" v="3045" actId="478"/>
          <ac:picMkLst>
            <pc:docMk/>
            <pc:sldMk cId="3580450898" sldId="2147480829"/>
            <ac:picMk id="51" creationId="{B3751CD7-3C93-5AE2-1C0A-6B0E655ACE07}"/>
          </ac:picMkLst>
        </pc:picChg>
        <pc:picChg chg="add del mod">
          <ac:chgData name="Takeuchi, Koichiro" userId="b3848a05-443b-4434-8fa5-7398ca0c03c9" providerId="ADAL" clId="{0BCE8C6C-860B-4961-8907-604115D89DF6}" dt="2024-06-24T02:52:16.494" v="3045" actId="478"/>
          <ac:picMkLst>
            <pc:docMk/>
            <pc:sldMk cId="3580450898" sldId="2147480829"/>
            <ac:picMk id="52" creationId="{2882DAE7-C9B7-D7E3-16CE-7A2985CC72BE}"/>
          </ac:picMkLst>
        </pc:picChg>
        <pc:picChg chg="add del mod">
          <ac:chgData name="Takeuchi, Koichiro" userId="b3848a05-443b-4434-8fa5-7398ca0c03c9" providerId="ADAL" clId="{0BCE8C6C-860B-4961-8907-604115D89DF6}" dt="2024-06-24T02:52:16.494" v="3045" actId="478"/>
          <ac:picMkLst>
            <pc:docMk/>
            <pc:sldMk cId="3580450898" sldId="2147480829"/>
            <ac:picMk id="53" creationId="{8E746E1E-E092-8787-1D4A-217544F94044}"/>
          </ac:picMkLst>
        </pc:picChg>
        <pc:picChg chg="mod">
          <ac:chgData name="Takeuchi, Koichiro" userId="b3848a05-443b-4434-8fa5-7398ca0c03c9" providerId="ADAL" clId="{0BCE8C6C-860B-4961-8907-604115D89DF6}" dt="2024-06-24T02:52:12.096" v="3044"/>
          <ac:picMkLst>
            <pc:docMk/>
            <pc:sldMk cId="3580450898" sldId="2147480829"/>
            <ac:picMk id="58" creationId="{868E44EF-C9F5-C836-170E-9341218D400C}"/>
          </ac:picMkLst>
        </pc:picChg>
        <pc:picChg chg="mod">
          <ac:chgData name="Takeuchi, Koichiro" userId="b3848a05-443b-4434-8fa5-7398ca0c03c9" providerId="ADAL" clId="{0BCE8C6C-860B-4961-8907-604115D89DF6}" dt="2024-06-24T02:52:12.096" v="3044"/>
          <ac:picMkLst>
            <pc:docMk/>
            <pc:sldMk cId="3580450898" sldId="2147480829"/>
            <ac:picMk id="59" creationId="{D74AB9BB-FBEB-5D0D-4488-8793F386EB51}"/>
          </ac:picMkLst>
        </pc:picChg>
        <pc:picChg chg="add del mod">
          <ac:chgData name="Takeuchi, Koichiro" userId="b3848a05-443b-4434-8fa5-7398ca0c03c9" providerId="ADAL" clId="{0BCE8C6C-860B-4961-8907-604115D89DF6}" dt="2024-06-24T02:52:16.494" v="3045" actId="478"/>
          <ac:picMkLst>
            <pc:docMk/>
            <pc:sldMk cId="3580450898" sldId="2147480829"/>
            <ac:picMk id="66" creationId="{3EAF8CAC-A716-A5AD-7B4B-A4959C3D8050}"/>
          </ac:picMkLst>
        </pc:picChg>
        <pc:picChg chg="add mod topLvl">
          <ac:chgData name="Takeuchi, Koichiro" userId="b3848a05-443b-4434-8fa5-7398ca0c03c9" providerId="ADAL" clId="{0BCE8C6C-860B-4961-8907-604115D89DF6}" dt="2024-06-24T03:04:55.598" v="3503" actId="164"/>
          <ac:picMkLst>
            <pc:docMk/>
            <pc:sldMk cId="3580450898" sldId="2147480829"/>
            <ac:picMk id="141" creationId="{CAC29C95-9F5E-9D93-C602-7F1E6CEAA9AC}"/>
          </ac:picMkLst>
        </pc:picChg>
        <pc:picChg chg="add mod topLvl">
          <ac:chgData name="Takeuchi, Koichiro" userId="b3848a05-443b-4434-8fa5-7398ca0c03c9" providerId="ADAL" clId="{0BCE8C6C-860B-4961-8907-604115D89DF6}" dt="2024-06-24T03:04:55.598" v="3503" actId="164"/>
          <ac:picMkLst>
            <pc:docMk/>
            <pc:sldMk cId="3580450898" sldId="2147480829"/>
            <ac:picMk id="142" creationId="{8CED4667-B45E-BA55-2219-2C811F4F40A6}"/>
          </ac:picMkLst>
        </pc:picChg>
        <pc:picChg chg="mod">
          <ac:chgData name="Takeuchi, Koichiro" userId="b3848a05-443b-4434-8fa5-7398ca0c03c9" providerId="ADAL" clId="{0BCE8C6C-860B-4961-8907-604115D89DF6}" dt="2024-06-24T03:05:10.887" v="3507"/>
          <ac:picMkLst>
            <pc:docMk/>
            <pc:sldMk cId="3580450898" sldId="2147480829"/>
            <ac:picMk id="154" creationId="{31C80DA8-D3EC-F63C-0C83-297D101EBC75}"/>
          </ac:picMkLst>
        </pc:picChg>
        <pc:picChg chg="mod">
          <ac:chgData name="Takeuchi, Koichiro" userId="b3848a05-443b-4434-8fa5-7398ca0c03c9" providerId="ADAL" clId="{0BCE8C6C-860B-4961-8907-604115D89DF6}" dt="2024-06-24T03:05:10.887" v="3507"/>
          <ac:picMkLst>
            <pc:docMk/>
            <pc:sldMk cId="3580450898" sldId="2147480829"/>
            <ac:picMk id="155" creationId="{0F936602-3C4E-AF45-C594-FD9F94824F15}"/>
          </ac:picMkLst>
        </pc:picChg>
        <pc:picChg chg="mod topLvl">
          <ac:chgData name="Takeuchi, Koichiro" userId="b3848a05-443b-4434-8fa5-7398ca0c03c9" providerId="ADAL" clId="{0BCE8C6C-860B-4961-8907-604115D89DF6}" dt="2024-06-24T03:05:27.481" v="3512" actId="164"/>
          <ac:picMkLst>
            <pc:docMk/>
            <pc:sldMk cId="3580450898" sldId="2147480829"/>
            <ac:picMk id="165" creationId="{EC2AB7C6-7B10-B485-C3F6-D63A6EAA5F5B}"/>
          </ac:picMkLst>
        </pc:picChg>
        <pc:picChg chg="mod topLvl">
          <ac:chgData name="Takeuchi, Koichiro" userId="b3848a05-443b-4434-8fa5-7398ca0c03c9" providerId="ADAL" clId="{0BCE8C6C-860B-4961-8907-604115D89DF6}" dt="2024-06-24T03:05:27.481" v="3512" actId="164"/>
          <ac:picMkLst>
            <pc:docMk/>
            <pc:sldMk cId="3580450898" sldId="2147480829"/>
            <ac:picMk id="166" creationId="{D8518B73-012C-FC42-ADAD-D5E6069E6168}"/>
          </ac:picMkLst>
        </pc:picChg>
        <pc:picChg chg="mod">
          <ac:chgData name="Takeuchi, Koichiro" userId="b3848a05-443b-4434-8fa5-7398ca0c03c9" providerId="ADAL" clId="{0BCE8C6C-860B-4961-8907-604115D89DF6}" dt="2024-06-24T03:05:51.467" v="3516"/>
          <ac:picMkLst>
            <pc:docMk/>
            <pc:sldMk cId="3580450898" sldId="2147480829"/>
            <ac:picMk id="177" creationId="{9470A9DF-967A-9BD6-5161-61B761FDBCC7}"/>
          </ac:picMkLst>
        </pc:picChg>
        <pc:picChg chg="mod">
          <ac:chgData name="Takeuchi, Koichiro" userId="b3848a05-443b-4434-8fa5-7398ca0c03c9" providerId="ADAL" clId="{0BCE8C6C-860B-4961-8907-604115D89DF6}" dt="2024-06-24T03:05:51.467" v="3516"/>
          <ac:picMkLst>
            <pc:docMk/>
            <pc:sldMk cId="3580450898" sldId="2147480829"/>
            <ac:picMk id="178" creationId="{E444042B-5A59-EB20-B23F-84393EB44BC6}"/>
          </ac:picMkLst>
        </pc:picChg>
        <pc:picChg chg="mod topLvl">
          <ac:chgData name="Takeuchi, Koichiro" userId="b3848a05-443b-4434-8fa5-7398ca0c03c9" providerId="ADAL" clId="{0BCE8C6C-860B-4961-8907-604115D89DF6}" dt="2024-06-24T03:44:42.174" v="6307" actId="1036"/>
          <ac:picMkLst>
            <pc:docMk/>
            <pc:sldMk cId="3580450898" sldId="2147480829"/>
            <ac:picMk id="202" creationId="{EDF78464-0C53-741F-1CA8-89FFD7C93CB0}"/>
          </ac:picMkLst>
        </pc:picChg>
        <pc:picChg chg="mod topLvl">
          <ac:chgData name="Takeuchi, Koichiro" userId="b3848a05-443b-4434-8fa5-7398ca0c03c9" providerId="ADAL" clId="{0BCE8C6C-860B-4961-8907-604115D89DF6}" dt="2024-06-24T03:44:42.174" v="6307" actId="1036"/>
          <ac:picMkLst>
            <pc:docMk/>
            <pc:sldMk cId="3580450898" sldId="2147480829"/>
            <ac:picMk id="203" creationId="{E18CF992-8549-B443-2E21-FBBD4221C12A}"/>
          </ac:picMkLst>
        </pc:picChg>
        <pc:picChg chg="mod topLvl">
          <ac:chgData name="Takeuchi, Koichiro" userId="b3848a05-443b-4434-8fa5-7398ca0c03c9" providerId="ADAL" clId="{0BCE8C6C-860B-4961-8907-604115D89DF6}" dt="2024-06-24T03:44:42.174" v="6307" actId="1036"/>
          <ac:picMkLst>
            <pc:docMk/>
            <pc:sldMk cId="3580450898" sldId="2147480829"/>
            <ac:picMk id="213" creationId="{41C37FCC-1887-D2D9-9F8D-1912E5314F89}"/>
          </ac:picMkLst>
        </pc:picChg>
        <pc:picChg chg="mod topLvl">
          <ac:chgData name="Takeuchi, Koichiro" userId="b3848a05-443b-4434-8fa5-7398ca0c03c9" providerId="ADAL" clId="{0BCE8C6C-860B-4961-8907-604115D89DF6}" dt="2024-06-24T03:44:42.174" v="6307" actId="1036"/>
          <ac:picMkLst>
            <pc:docMk/>
            <pc:sldMk cId="3580450898" sldId="2147480829"/>
            <ac:picMk id="214" creationId="{AA93A6A9-0BC2-59A8-B553-53CB53191572}"/>
          </ac:picMkLst>
        </pc:picChg>
        <pc:picChg chg="mod topLvl">
          <ac:chgData name="Takeuchi, Koichiro" userId="b3848a05-443b-4434-8fa5-7398ca0c03c9" providerId="ADAL" clId="{0BCE8C6C-860B-4961-8907-604115D89DF6}" dt="2024-06-24T03:44:42.174" v="6307" actId="1036"/>
          <ac:picMkLst>
            <pc:docMk/>
            <pc:sldMk cId="3580450898" sldId="2147480829"/>
            <ac:picMk id="224" creationId="{881FC50B-262A-B00F-B4D1-F1B0676A3122}"/>
          </ac:picMkLst>
        </pc:picChg>
        <pc:picChg chg="mod topLvl">
          <ac:chgData name="Takeuchi, Koichiro" userId="b3848a05-443b-4434-8fa5-7398ca0c03c9" providerId="ADAL" clId="{0BCE8C6C-860B-4961-8907-604115D89DF6}" dt="2024-06-24T03:44:42.174" v="6307" actId="1036"/>
          <ac:picMkLst>
            <pc:docMk/>
            <pc:sldMk cId="3580450898" sldId="2147480829"/>
            <ac:picMk id="225" creationId="{0D6C5360-8BB1-0BCB-7DBE-41D4334E5B5B}"/>
          </ac:picMkLst>
        </pc:picChg>
        <pc:picChg chg="mod">
          <ac:chgData name="Takeuchi, Koichiro" userId="b3848a05-443b-4434-8fa5-7398ca0c03c9" providerId="ADAL" clId="{0BCE8C6C-860B-4961-8907-604115D89DF6}" dt="2024-06-24T03:29:10.303" v="5431"/>
          <ac:picMkLst>
            <pc:docMk/>
            <pc:sldMk cId="3580450898" sldId="2147480829"/>
            <ac:picMk id="246" creationId="{C6D9713E-DC57-2AEB-3752-240BC50C7CD0}"/>
          </ac:picMkLst>
        </pc:picChg>
        <pc:picChg chg="mod">
          <ac:chgData name="Takeuchi, Koichiro" userId="b3848a05-443b-4434-8fa5-7398ca0c03c9" providerId="ADAL" clId="{0BCE8C6C-860B-4961-8907-604115D89DF6}" dt="2024-06-24T03:29:10.303" v="5431"/>
          <ac:picMkLst>
            <pc:docMk/>
            <pc:sldMk cId="3580450898" sldId="2147480829"/>
            <ac:picMk id="247" creationId="{96D769CA-D168-6EA6-36D2-870732471286}"/>
          </ac:picMkLst>
        </pc:picChg>
        <pc:picChg chg="mod topLvl">
          <ac:chgData name="Takeuchi, Koichiro" userId="b3848a05-443b-4434-8fa5-7398ca0c03c9" providerId="ADAL" clId="{0BCE8C6C-860B-4961-8907-604115D89DF6}" dt="2024-06-24T03:44:42.174" v="6307" actId="1036"/>
          <ac:picMkLst>
            <pc:docMk/>
            <pc:sldMk cId="3580450898" sldId="2147480829"/>
            <ac:picMk id="260" creationId="{11B811AB-5CBC-51AB-34DD-FE4989E255EB}"/>
          </ac:picMkLst>
        </pc:picChg>
        <pc:picChg chg="mod topLvl">
          <ac:chgData name="Takeuchi, Koichiro" userId="b3848a05-443b-4434-8fa5-7398ca0c03c9" providerId="ADAL" clId="{0BCE8C6C-860B-4961-8907-604115D89DF6}" dt="2024-06-24T03:44:42.174" v="6307" actId="1036"/>
          <ac:picMkLst>
            <pc:docMk/>
            <pc:sldMk cId="3580450898" sldId="2147480829"/>
            <ac:picMk id="261" creationId="{ECDFB36D-79E2-6927-E9D7-A59265DB8A33}"/>
          </ac:picMkLst>
        </pc:picChg>
        <pc:picChg chg="add mod topLvl">
          <ac:chgData name="Takeuchi, Koichiro" userId="b3848a05-443b-4434-8fa5-7398ca0c03c9" providerId="ADAL" clId="{0BCE8C6C-860B-4961-8907-604115D89DF6}" dt="2024-06-24T03:42:43.884" v="6181" actId="207"/>
          <ac:picMkLst>
            <pc:docMk/>
            <pc:sldMk cId="3580450898" sldId="2147480829"/>
            <ac:picMk id="270" creationId="{F73235F7-0905-D40B-4DF9-466FBF30F9EA}"/>
          </ac:picMkLst>
        </pc:picChg>
        <pc:picChg chg="add mod topLvl">
          <ac:chgData name="Takeuchi, Koichiro" userId="b3848a05-443b-4434-8fa5-7398ca0c03c9" providerId="ADAL" clId="{0BCE8C6C-860B-4961-8907-604115D89DF6}" dt="2024-06-24T03:42:43.884" v="6181" actId="207"/>
          <ac:picMkLst>
            <pc:docMk/>
            <pc:sldMk cId="3580450898" sldId="2147480829"/>
            <ac:picMk id="271" creationId="{168C3E5C-F801-1AB5-5ACA-A06328A394C8}"/>
          </ac:picMkLst>
        </pc:picChg>
        <pc:picChg chg="add mod topLvl">
          <ac:chgData name="Takeuchi, Koichiro" userId="b3848a05-443b-4434-8fa5-7398ca0c03c9" providerId="ADAL" clId="{0BCE8C6C-860B-4961-8907-604115D89DF6}" dt="2024-06-24T03:42:43.884" v="6181" actId="207"/>
          <ac:picMkLst>
            <pc:docMk/>
            <pc:sldMk cId="3580450898" sldId="2147480829"/>
            <ac:picMk id="272" creationId="{BF653D78-A634-3439-33C0-6F8DEF4A39FE}"/>
          </ac:picMkLst>
        </pc:picChg>
        <pc:cxnChg chg="add mod">
          <ac:chgData name="Takeuchi, Koichiro" userId="b3848a05-443b-4434-8fa5-7398ca0c03c9" providerId="ADAL" clId="{0BCE8C6C-860B-4961-8907-604115D89DF6}" dt="2024-06-24T03:44:42.174" v="6307" actId="1036"/>
          <ac:cxnSpMkLst>
            <pc:docMk/>
            <pc:sldMk cId="3580450898" sldId="2147480829"/>
            <ac:cxnSpMk id="14" creationId="{5A3E7F88-F361-F095-EE70-042EB98B4A6A}"/>
          </ac:cxnSpMkLst>
        </pc:cxnChg>
        <pc:cxnChg chg="add mod">
          <ac:chgData name="Takeuchi, Koichiro" userId="b3848a05-443b-4434-8fa5-7398ca0c03c9" providerId="ADAL" clId="{0BCE8C6C-860B-4961-8907-604115D89DF6}" dt="2024-06-24T03:44:42.174" v="6307" actId="1036"/>
          <ac:cxnSpMkLst>
            <pc:docMk/>
            <pc:sldMk cId="3580450898" sldId="2147480829"/>
            <ac:cxnSpMk id="76" creationId="{BB04A947-5130-FED8-E27E-904693F03DBF}"/>
          </ac:cxnSpMkLst>
        </pc:cxnChg>
        <pc:cxnChg chg="add mod">
          <ac:chgData name="Takeuchi, Koichiro" userId="b3848a05-443b-4434-8fa5-7398ca0c03c9" providerId="ADAL" clId="{0BCE8C6C-860B-4961-8907-604115D89DF6}" dt="2024-06-24T03:47:58.390" v="6560" actId="14100"/>
          <ac:cxnSpMkLst>
            <pc:docMk/>
            <pc:sldMk cId="3580450898" sldId="2147480829"/>
            <ac:cxnSpMk id="282" creationId="{E51949F8-3924-6A05-D9CB-C487B2F70ACA}"/>
          </ac:cxnSpMkLst>
        </pc:cxnChg>
        <pc:cxnChg chg="add mod">
          <ac:chgData name="Takeuchi, Koichiro" userId="b3848a05-443b-4434-8fa5-7398ca0c03c9" providerId="ADAL" clId="{0BCE8C6C-860B-4961-8907-604115D89DF6}" dt="2024-06-24T03:48:27.131" v="6611" actId="14100"/>
          <ac:cxnSpMkLst>
            <pc:docMk/>
            <pc:sldMk cId="3580450898" sldId="2147480829"/>
            <ac:cxnSpMk id="287" creationId="{277B2045-5BCD-7CE8-14CA-958F96628BEB}"/>
          </ac:cxnSpMkLst>
        </pc:cxnChg>
        <pc:cxnChg chg="add mod">
          <ac:chgData name="Takeuchi, Koichiro" userId="b3848a05-443b-4434-8fa5-7398ca0c03c9" providerId="ADAL" clId="{0BCE8C6C-860B-4961-8907-604115D89DF6}" dt="2024-06-24T03:48:35.407" v="6612" actId="14100"/>
          <ac:cxnSpMkLst>
            <pc:docMk/>
            <pc:sldMk cId="3580450898" sldId="2147480829"/>
            <ac:cxnSpMk id="290" creationId="{C950141B-0133-5622-EC8F-B2C7AB4D12BF}"/>
          </ac:cxnSpMkLst>
        </pc:cxnChg>
        <pc:cxnChg chg="add mod">
          <ac:chgData name="Takeuchi, Koichiro" userId="b3848a05-443b-4434-8fa5-7398ca0c03c9" providerId="ADAL" clId="{0BCE8C6C-860B-4961-8907-604115D89DF6}" dt="2024-06-24T03:49:02.583" v="6655" actId="14100"/>
          <ac:cxnSpMkLst>
            <pc:docMk/>
            <pc:sldMk cId="3580450898" sldId="2147480829"/>
            <ac:cxnSpMk id="294" creationId="{CDCA8A6A-4FD7-860B-03F8-552B0648CF89}"/>
          </ac:cxnSpMkLst>
        </pc:cxnChg>
      </pc:sldChg>
      <pc:sldChg chg="addSp delSp modSp add mod">
        <pc:chgData name="Takeuchi, Koichiro" userId="b3848a05-443b-4434-8fa5-7398ca0c03c9" providerId="ADAL" clId="{0BCE8C6C-860B-4961-8907-604115D89DF6}" dt="2024-06-27T05:08:15.323" v="16389" actId="20577"/>
        <pc:sldMkLst>
          <pc:docMk/>
          <pc:sldMk cId="2091009357" sldId="2147480830"/>
        </pc:sldMkLst>
        <pc:spChg chg="mod">
          <ac:chgData name="Takeuchi, Koichiro" userId="b3848a05-443b-4434-8fa5-7398ca0c03c9" providerId="ADAL" clId="{0BCE8C6C-860B-4961-8907-604115D89DF6}" dt="2024-06-27T01:53:19.680" v="12306" actId="20577"/>
          <ac:spMkLst>
            <pc:docMk/>
            <pc:sldMk cId="2091009357" sldId="2147480830"/>
            <ac:spMk id="2" creationId="{8F3ED2D0-8C64-20C8-AA22-0C1866CAB691}"/>
          </ac:spMkLst>
        </pc:spChg>
        <pc:spChg chg="mod">
          <ac:chgData name="Takeuchi, Koichiro" userId="b3848a05-443b-4434-8fa5-7398ca0c03c9" providerId="ADAL" clId="{0BCE8C6C-860B-4961-8907-604115D89DF6}" dt="2024-06-27T02:01:47.093" v="12853" actId="20577"/>
          <ac:spMkLst>
            <pc:docMk/>
            <pc:sldMk cId="2091009357" sldId="2147480830"/>
            <ac:spMk id="3" creationId="{9E89FA11-8A6A-E7A0-58F7-719585938EF4}"/>
          </ac:spMkLst>
        </pc:spChg>
        <pc:spChg chg="mod topLvl">
          <ac:chgData name="Takeuchi, Koichiro" userId="b3848a05-443b-4434-8fa5-7398ca0c03c9" providerId="ADAL" clId="{0BCE8C6C-860B-4961-8907-604115D89DF6}" dt="2024-06-27T01:04:12.640" v="10053" actId="1036"/>
          <ac:spMkLst>
            <pc:docMk/>
            <pc:sldMk cId="2091009357" sldId="2147480830"/>
            <ac:spMk id="7" creationId="{E254AA62-0673-1F43-8032-EBC7F64F23DE}"/>
          </ac:spMkLst>
        </pc:spChg>
        <pc:spChg chg="del mod topLvl">
          <ac:chgData name="Takeuchi, Koichiro" userId="b3848a05-443b-4434-8fa5-7398ca0c03c9" providerId="ADAL" clId="{0BCE8C6C-860B-4961-8907-604115D89DF6}" dt="2024-06-27T01:04:18.478" v="10055" actId="478"/>
          <ac:spMkLst>
            <pc:docMk/>
            <pc:sldMk cId="2091009357" sldId="2147480830"/>
            <ac:spMk id="9" creationId="{7EBEE1E6-ED69-127B-3291-37E234792AA9}"/>
          </ac:spMkLst>
        </pc:spChg>
        <pc:spChg chg="del mod topLvl">
          <ac:chgData name="Takeuchi, Koichiro" userId="b3848a05-443b-4434-8fa5-7398ca0c03c9" providerId="ADAL" clId="{0BCE8C6C-860B-4961-8907-604115D89DF6}" dt="2024-06-27T01:04:18.478" v="10055" actId="478"/>
          <ac:spMkLst>
            <pc:docMk/>
            <pc:sldMk cId="2091009357" sldId="2147480830"/>
            <ac:spMk id="10" creationId="{B8EE8FA1-5BAE-77E8-9CC8-AEA6B9E10DD6}"/>
          </ac:spMkLst>
        </pc:spChg>
        <pc:spChg chg="del mod topLvl">
          <ac:chgData name="Takeuchi, Koichiro" userId="b3848a05-443b-4434-8fa5-7398ca0c03c9" providerId="ADAL" clId="{0BCE8C6C-860B-4961-8907-604115D89DF6}" dt="2024-06-27T01:04:18.478" v="10055" actId="478"/>
          <ac:spMkLst>
            <pc:docMk/>
            <pc:sldMk cId="2091009357" sldId="2147480830"/>
            <ac:spMk id="11" creationId="{B2622E85-0E86-80AD-0B7E-07420CD167F1}"/>
          </ac:spMkLst>
        </pc:spChg>
        <pc:spChg chg="del mod topLvl">
          <ac:chgData name="Takeuchi, Koichiro" userId="b3848a05-443b-4434-8fa5-7398ca0c03c9" providerId="ADAL" clId="{0BCE8C6C-860B-4961-8907-604115D89DF6}" dt="2024-06-27T01:04:18.478" v="10055" actId="478"/>
          <ac:spMkLst>
            <pc:docMk/>
            <pc:sldMk cId="2091009357" sldId="2147480830"/>
            <ac:spMk id="12" creationId="{AD8DEE04-BBB3-9254-0694-60F374EA1FE8}"/>
          </ac:spMkLst>
        </pc:spChg>
        <pc:spChg chg="del mod topLvl">
          <ac:chgData name="Takeuchi, Koichiro" userId="b3848a05-443b-4434-8fa5-7398ca0c03c9" providerId="ADAL" clId="{0BCE8C6C-860B-4961-8907-604115D89DF6}" dt="2024-06-27T01:04:18.478" v="10055" actId="478"/>
          <ac:spMkLst>
            <pc:docMk/>
            <pc:sldMk cId="2091009357" sldId="2147480830"/>
            <ac:spMk id="13" creationId="{73160DEC-6899-E8BA-E40F-AE5917E1D0A0}"/>
          </ac:spMkLst>
        </pc:spChg>
        <pc:spChg chg="del">
          <ac:chgData name="Takeuchi, Koichiro" userId="b3848a05-443b-4434-8fa5-7398ca0c03c9" providerId="ADAL" clId="{0BCE8C6C-860B-4961-8907-604115D89DF6}" dt="2024-06-27T00:59:02.779" v="9714" actId="478"/>
          <ac:spMkLst>
            <pc:docMk/>
            <pc:sldMk cId="2091009357" sldId="2147480830"/>
            <ac:spMk id="15" creationId="{ED0F6225-4A49-FDC4-45E6-3D0FE1B08B38}"/>
          </ac:spMkLst>
        </pc:spChg>
        <pc:spChg chg="mod">
          <ac:chgData name="Takeuchi, Koichiro" userId="b3848a05-443b-4434-8fa5-7398ca0c03c9" providerId="ADAL" clId="{0BCE8C6C-860B-4961-8907-604115D89DF6}" dt="2024-06-27T01:48:41.938" v="12139" actId="12788"/>
          <ac:spMkLst>
            <pc:docMk/>
            <pc:sldMk cId="2091009357" sldId="2147480830"/>
            <ac:spMk id="16" creationId="{2057601C-0483-66E1-6180-6F9126BB3C71}"/>
          </ac:spMkLst>
        </pc:spChg>
        <pc:spChg chg="del">
          <ac:chgData name="Takeuchi, Koichiro" userId="b3848a05-443b-4434-8fa5-7398ca0c03c9" providerId="ADAL" clId="{0BCE8C6C-860B-4961-8907-604115D89DF6}" dt="2024-06-27T00:59:02.779" v="9714" actId="478"/>
          <ac:spMkLst>
            <pc:docMk/>
            <pc:sldMk cId="2091009357" sldId="2147480830"/>
            <ac:spMk id="17" creationId="{161D1ADC-7A06-85A5-6A8C-823C7950F609}"/>
          </ac:spMkLst>
        </pc:spChg>
        <pc:spChg chg="add del mod">
          <ac:chgData name="Takeuchi, Koichiro" userId="b3848a05-443b-4434-8fa5-7398ca0c03c9" providerId="ADAL" clId="{0BCE8C6C-860B-4961-8907-604115D89DF6}" dt="2024-06-27T00:59:02.779" v="9714" actId="478"/>
          <ac:spMkLst>
            <pc:docMk/>
            <pc:sldMk cId="2091009357" sldId="2147480830"/>
            <ac:spMk id="18" creationId="{51151A56-5158-7092-3828-1F61F2F80F69}"/>
          </ac:spMkLst>
        </pc:spChg>
        <pc:spChg chg="add del mod">
          <ac:chgData name="Takeuchi, Koichiro" userId="b3848a05-443b-4434-8fa5-7398ca0c03c9" providerId="ADAL" clId="{0BCE8C6C-860B-4961-8907-604115D89DF6}" dt="2024-06-27T00:58:49.030" v="9713" actId="478"/>
          <ac:spMkLst>
            <pc:docMk/>
            <pc:sldMk cId="2091009357" sldId="2147480830"/>
            <ac:spMk id="19" creationId="{AD3F07ED-CD3A-1600-8C50-D00807D320D9}"/>
          </ac:spMkLst>
        </pc:spChg>
        <pc:spChg chg="del mod">
          <ac:chgData name="Takeuchi, Koichiro" userId="b3848a05-443b-4434-8fa5-7398ca0c03c9" providerId="ADAL" clId="{0BCE8C6C-860B-4961-8907-604115D89DF6}" dt="2024-06-27T01:54:46.853" v="12374" actId="478"/>
          <ac:spMkLst>
            <pc:docMk/>
            <pc:sldMk cId="2091009357" sldId="2147480830"/>
            <ac:spMk id="21" creationId="{D4F8E701-DB0C-CE47-DFA3-FA3DA4BD2E8F}"/>
          </ac:spMkLst>
        </pc:spChg>
        <pc:spChg chg="del mod">
          <ac:chgData name="Takeuchi, Koichiro" userId="b3848a05-443b-4434-8fa5-7398ca0c03c9" providerId="ADAL" clId="{0BCE8C6C-860B-4961-8907-604115D89DF6}" dt="2024-06-27T01:54:46.853" v="12374" actId="478"/>
          <ac:spMkLst>
            <pc:docMk/>
            <pc:sldMk cId="2091009357" sldId="2147480830"/>
            <ac:spMk id="22" creationId="{3533C84D-2B67-1572-F809-FC4977DE7038}"/>
          </ac:spMkLst>
        </pc:spChg>
        <pc:spChg chg="del mod">
          <ac:chgData name="Takeuchi, Koichiro" userId="b3848a05-443b-4434-8fa5-7398ca0c03c9" providerId="ADAL" clId="{0BCE8C6C-860B-4961-8907-604115D89DF6}" dt="2024-06-27T01:54:46.853" v="12374" actId="478"/>
          <ac:spMkLst>
            <pc:docMk/>
            <pc:sldMk cId="2091009357" sldId="2147480830"/>
            <ac:spMk id="23" creationId="{6C167F53-50FD-1A20-B0ED-588F1B2A8EB0}"/>
          </ac:spMkLst>
        </pc:spChg>
        <pc:spChg chg="add mod">
          <ac:chgData name="Takeuchi, Koichiro" userId="b3848a05-443b-4434-8fa5-7398ca0c03c9" providerId="ADAL" clId="{0BCE8C6C-860B-4961-8907-604115D89DF6}" dt="2024-06-27T02:00:59.807" v="12693" actId="947"/>
          <ac:spMkLst>
            <pc:docMk/>
            <pc:sldMk cId="2091009357" sldId="2147480830"/>
            <ac:spMk id="24" creationId="{5CE485F1-224D-7537-6592-82581276F5D5}"/>
          </ac:spMkLst>
        </pc:spChg>
        <pc:spChg chg="del mod">
          <ac:chgData name="Takeuchi, Koichiro" userId="b3848a05-443b-4434-8fa5-7398ca0c03c9" providerId="ADAL" clId="{0BCE8C6C-860B-4961-8907-604115D89DF6}" dt="2024-06-27T01:54:46.853" v="12374" actId="478"/>
          <ac:spMkLst>
            <pc:docMk/>
            <pc:sldMk cId="2091009357" sldId="2147480830"/>
            <ac:spMk id="25" creationId="{1BF1614E-2021-6FAA-A137-E7B75EC55CB6}"/>
          </ac:spMkLst>
        </pc:spChg>
        <pc:spChg chg="add mod">
          <ac:chgData name="Takeuchi, Koichiro" userId="b3848a05-443b-4434-8fa5-7398ca0c03c9" providerId="ADAL" clId="{0BCE8C6C-860B-4961-8907-604115D89DF6}" dt="2024-06-27T03:22:19.427" v="16075" actId="20577"/>
          <ac:spMkLst>
            <pc:docMk/>
            <pc:sldMk cId="2091009357" sldId="2147480830"/>
            <ac:spMk id="26" creationId="{AE9EF8DD-DF7B-19BF-E0DC-9467556878E7}"/>
          </ac:spMkLst>
        </pc:spChg>
        <pc:spChg chg="del mod">
          <ac:chgData name="Takeuchi, Koichiro" userId="b3848a05-443b-4434-8fa5-7398ca0c03c9" providerId="ADAL" clId="{0BCE8C6C-860B-4961-8907-604115D89DF6}" dt="2024-06-27T01:54:46.853" v="12374" actId="478"/>
          <ac:spMkLst>
            <pc:docMk/>
            <pc:sldMk cId="2091009357" sldId="2147480830"/>
            <ac:spMk id="27" creationId="{DCDAF188-E89A-F455-6F9B-F639590AA67D}"/>
          </ac:spMkLst>
        </pc:spChg>
        <pc:spChg chg="add mod">
          <ac:chgData name="Takeuchi, Koichiro" userId="b3848a05-443b-4434-8fa5-7398ca0c03c9" providerId="ADAL" clId="{0BCE8C6C-860B-4961-8907-604115D89DF6}" dt="2024-06-27T01:49:57.074" v="12142" actId="207"/>
          <ac:spMkLst>
            <pc:docMk/>
            <pc:sldMk cId="2091009357" sldId="2147480830"/>
            <ac:spMk id="28" creationId="{BF60E34C-E952-FCC1-0529-A705E6C96B0E}"/>
          </ac:spMkLst>
        </pc:spChg>
        <pc:spChg chg="mod">
          <ac:chgData name="Takeuchi, Koichiro" userId="b3848a05-443b-4434-8fa5-7398ca0c03c9" providerId="ADAL" clId="{0BCE8C6C-860B-4961-8907-604115D89DF6}" dt="2024-06-27T02:38:17.503" v="14679" actId="20577"/>
          <ac:spMkLst>
            <pc:docMk/>
            <pc:sldMk cId="2091009357" sldId="2147480830"/>
            <ac:spMk id="29" creationId="{33263DEC-6023-5330-3B8F-5DDA2FCF80E5}"/>
          </ac:spMkLst>
        </pc:spChg>
        <pc:spChg chg="del">
          <ac:chgData name="Takeuchi, Koichiro" userId="b3848a05-443b-4434-8fa5-7398ca0c03c9" providerId="ADAL" clId="{0BCE8C6C-860B-4961-8907-604115D89DF6}" dt="2024-06-27T01:04:18.478" v="10055" actId="478"/>
          <ac:spMkLst>
            <pc:docMk/>
            <pc:sldMk cId="2091009357" sldId="2147480830"/>
            <ac:spMk id="30" creationId="{16A75592-3A14-0149-FB16-2FC8BC6F5C0C}"/>
          </ac:spMkLst>
        </pc:spChg>
        <pc:spChg chg="add mod">
          <ac:chgData name="Takeuchi, Koichiro" userId="b3848a05-443b-4434-8fa5-7398ca0c03c9" providerId="ADAL" clId="{0BCE8C6C-860B-4961-8907-604115D89DF6}" dt="2024-06-27T01:49:57.074" v="12142" actId="207"/>
          <ac:spMkLst>
            <pc:docMk/>
            <pc:sldMk cId="2091009357" sldId="2147480830"/>
            <ac:spMk id="31" creationId="{2280952A-A115-732C-677A-AC0DF2E2AF83}"/>
          </ac:spMkLst>
        </pc:spChg>
        <pc:spChg chg="add mod">
          <ac:chgData name="Takeuchi, Koichiro" userId="b3848a05-443b-4434-8fa5-7398ca0c03c9" providerId="ADAL" clId="{0BCE8C6C-860B-4961-8907-604115D89DF6}" dt="2024-06-27T01:49:57.074" v="12142" actId="207"/>
          <ac:spMkLst>
            <pc:docMk/>
            <pc:sldMk cId="2091009357" sldId="2147480830"/>
            <ac:spMk id="32" creationId="{106803A0-4822-91D9-076C-A781AB1625F2}"/>
          </ac:spMkLst>
        </pc:spChg>
        <pc:spChg chg="add mod">
          <ac:chgData name="Takeuchi, Koichiro" userId="b3848a05-443b-4434-8fa5-7398ca0c03c9" providerId="ADAL" clId="{0BCE8C6C-860B-4961-8907-604115D89DF6}" dt="2024-06-27T01:49:57.074" v="12142" actId="207"/>
          <ac:spMkLst>
            <pc:docMk/>
            <pc:sldMk cId="2091009357" sldId="2147480830"/>
            <ac:spMk id="33" creationId="{48CF34A2-6A57-E23D-CDF5-ED138450B33E}"/>
          </ac:spMkLst>
        </pc:spChg>
        <pc:spChg chg="add mod">
          <ac:chgData name="Takeuchi, Koichiro" userId="b3848a05-443b-4434-8fa5-7398ca0c03c9" providerId="ADAL" clId="{0BCE8C6C-860B-4961-8907-604115D89DF6}" dt="2024-06-27T02:01:02.446" v="12694" actId="20577"/>
          <ac:spMkLst>
            <pc:docMk/>
            <pc:sldMk cId="2091009357" sldId="2147480830"/>
            <ac:spMk id="34" creationId="{090B395C-09A4-5F11-FEF3-6C2553186A9A}"/>
          </ac:spMkLst>
        </pc:spChg>
        <pc:spChg chg="add mod">
          <ac:chgData name="Takeuchi, Koichiro" userId="b3848a05-443b-4434-8fa5-7398ca0c03c9" providerId="ADAL" clId="{0BCE8C6C-860B-4961-8907-604115D89DF6}" dt="2024-06-27T03:22:23.888" v="16086" actId="20577"/>
          <ac:spMkLst>
            <pc:docMk/>
            <pc:sldMk cId="2091009357" sldId="2147480830"/>
            <ac:spMk id="35" creationId="{98BD3226-E4CE-4491-14D7-94E99E75AD90}"/>
          </ac:spMkLst>
        </pc:spChg>
        <pc:spChg chg="add mod">
          <ac:chgData name="Takeuchi, Koichiro" userId="b3848a05-443b-4434-8fa5-7398ca0c03c9" providerId="ADAL" clId="{0BCE8C6C-860B-4961-8907-604115D89DF6}" dt="2024-06-27T01:38:08.938" v="11136" actId="14100"/>
          <ac:spMkLst>
            <pc:docMk/>
            <pc:sldMk cId="2091009357" sldId="2147480830"/>
            <ac:spMk id="36" creationId="{C6E0FCCB-ED58-5A73-95F7-5CEA3CC79C7D}"/>
          </ac:spMkLst>
        </pc:spChg>
        <pc:spChg chg="add mod">
          <ac:chgData name="Takeuchi, Koichiro" userId="b3848a05-443b-4434-8fa5-7398ca0c03c9" providerId="ADAL" clId="{0BCE8C6C-860B-4961-8907-604115D89DF6}" dt="2024-06-27T03:22:33.453" v="16097" actId="20577"/>
          <ac:spMkLst>
            <pc:docMk/>
            <pc:sldMk cId="2091009357" sldId="2147480830"/>
            <ac:spMk id="37" creationId="{025FD6C4-7A51-A19B-064F-EF915E3C564C}"/>
          </ac:spMkLst>
        </pc:spChg>
        <pc:spChg chg="add mod">
          <ac:chgData name="Takeuchi, Koichiro" userId="b3848a05-443b-4434-8fa5-7398ca0c03c9" providerId="ADAL" clId="{0BCE8C6C-860B-4961-8907-604115D89DF6}" dt="2024-06-27T01:55:55.651" v="12381" actId="20577"/>
          <ac:spMkLst>
            <pc:docMk/>
            <pc:sldMk cId="2091009357" sldId="2147480830"/>
            <ac:spMk id="38" creationId="{A4C3314A-7BCC-75A5-FEBC-32B2B44EA4AE}"/>
          </ac:spMkLst>
        </pc:spChg>
        <pc:spChg chg="add mod">
          <ac:chgData name="Takeuchi, Koichiro" userId="b3848a05-443b-4434-8fa5-7398ca0c03c9" providerId="ADAL" clId="{0BCE8C6C-860B-4961-8907-604115D89DF6}" dt="2024-06-27T01:48:17.621" v="12137" actId="20577"/>
          <ac:spMkLst>
            <pc:docMk/>
            <pc:sldMk cId="2091009357" sldId="2147480830"/>
            <ac:spMk id="39" creationId="{FDDF2A96-9989-D44D-5BA4-1E8848E1BF61}"/>
          </ac:spMkLst>
        </pc:spChg>
        <pc:spChg chg="add mod">
          <ac:chgData name="Takeuchi, Koichiro" userId="b3848a05-443b-4434-8fa5-7398ca0c03c9" providerId="ADAL" clId="{0BCE8C6C-860B-4961-8907-604115D89DF6}" dt="2024-06-27T01:46:38.653" v="12124" actId="208"/>
          <ac:spMkLst>
            <pc:docMk/>
            <pc:sldMk cId="2091009357" sldId="2147480830"/>
            <ac:spMk id="40" creationId="{5217A9E5-85D7-D75B-1629-C93EC6A89674}"/>
          </ac:spMkLst>
        </pc:spChg>
        <pc:spChg chg="add mod">
          <ac:chgData name="Takeuchi, Koichiro" userId="b3848a05-443b-4434-8fa5-7398ca0c03c9" providerId="ADAL" clId="{0BCE8C6C-860B-4961-8907-604115D89DF6}" dt="2024-06-27T01:55:39.638" v="12380" actId="207"/>
          <ac:spMkLst>
            <pc:docMk/>
            <pc:sldMk cId="2091009357" sldId="2147480830"/>
            <ac:spMk id="41" creationId="{561FE3DC-36C4-1185-CB12-3E8C8BCE24CE}"/>
          </ac:spMkLst>
        </pc:spChg>
        <pc:spChg chg="add del mod">
          <ac:chgData name="Takeuchi, Koichiro" userId="b3848a05-443b-4434-8fa5-7398ca0c03c9" providerId="ADAL" clId="{0BCE8C6C-860B-4961-8907-604115D89DF6}" dt="2024-06-27T01:51:31.504" v="12270" actId="478"/>
          <ac:spMkLst>
            <pc:docMk/>
            <pc:sldMk cId="2091009357" sldId="2147480830"/>
            <ac:spMk id="42" creationId="{E48E9890-FD26-FF2F-DBF3-7E98116CA6EC}"/>
          </ac:spMkLst>
        </pc:spChg>
        <pc:spChg chg="add del mod">
          <ac:chgData name="Takeuchi, Koichiro" userId="b3848a05-443b-4434-8fa5-7398ca0c03c9" providerId="ADAL" clId="{0BCE8C6C-860B-4961-8907-604115D89DF6}" dt="2024-06-27T01:51:31.504" v="12270" actId="478"/>
          <ac:spMkLst>
            <pc:docMk/>
            <pc:sldMk cId="2091009357" sldId="2147480830"/>
            <ac:spMk id="43" creationId="{46B46AE1-78F7-D736-68D4-9BAC86B50887}"/>
          </ac:spMkLst>
        </pc:spChg>
        <pc:spChg chg="add del mod">
          <ac:chgData name="Takeuchi, Koichiro" userId="b3848a05-443b-4434-8fa5-7398ca0c03c9" providerId="ADAL" clId="{0BCE8C6C-860B-4961-8907-604115D89DF6}" dt="2024-06-27T01:51:31.504" v="12270" actId="478"/>
          <ac:spMkLst>
            <pc:docMk/>
            <pc:sldMk cId="2091009357" sldId="2147480830"/>
            <ac:spMk id="44" creationId="{1FED1D85-8DD7-9F19-F054-842192559128}"/>
          </ac:spMkLst>
        </pc:spChg>
        <pc:spChg chg="add del mod">
          <ac:chgData name="Takeuchi, Koichiro" userId="b3848a05-443b-4434-8fa5-7398ca0c03c9" providerId="ADAL" clId="{0BCE8C6C-860B-4961-8907-604115D89DF6}" dt="2024-06-27T01:51:31.504" v="12270" actId="478"/>
          <ac:spMkLst>
            <pc:docMk/>
            <pc:sldMk cId="2091009357" sldId="2147480830"/>
            <ac:spMk id="45" creationId="{5E48DB73-A129-1ECE-53BE-023A1A9C26D0}"/>
          </ac:spMkLst>
        </pc:spChg>
        <pc:spChg chg="add del mod">
          <ac:chgData name="Takeuchi, Koichiro" userId="b3848a05-443b-4434-8fa5-7398ca0c03c9" providerId="ADAL" clId="{0BCE8C6C-860B-4961-8907-604115D89DF6}" dt="2024-06-27T01:51:31.504" v="12270" actId="478"/>
          <ac:spMkLst>
            <pc:docMk/>
            <pc:sldMk cId="2091009357" sldId="2147480830"/>
            <ac:spMk id="46" creationId="{E83C1E23-8228-0C32-904C-548AF955FD96}"/>
          </ac:spMkLst>
        </pc:spChg>
        <pc:spChg chg="add del mod">
          <ac:chgData name="Takeuchi, Koichiro" userId="b3848a05-443b-4434-8fa5-7398ca0c03c9" providerId="ADAL" clId="{0BCE8C6C-860B-4961-8907-604115D89DF6}" dt="2024-06-27T01:51:31.504" v="12270" actId="478"/>
          <ac:spMkLst>
            <pc:docMk/>
            <pc:sldMk cId="2091009357" sldId="2147480830"/>
            <ac:spMk id="47" creationId="{3C0036B5-593D-19D7-B954-1CF3591C7B04}"/>
          </ac:spMkLst>
        </pc:spChg>
        <pc:spChg chg="add mod">
          <ac:chgData name="Takeuchi, Koichiro" userId="b3848a05-443b-4434-8fa5-7398ca0c03c9" providerId="ADAL" clId="{0BCE8C6C-860B-4961-8907-604115D89DF6}" dt="2024-06-27T01:55:39.638" v="12380" actId="207"/>
          <ac:spMkLst>
            <pc:docMk/>
            <pc:sldMk cId="2091009357" sldId="2147480830"/>
            <ac:spMk id="48" creationId="{1C6BD4CC-447B-D0E2-F390-3DEDF1BD455F}"/>
          </ac:spMkLst>
        </pc:spChg>
        <pc:spChg chg="add mod">
          <ac:chgData name="Takeuchi, Koichiro" userId="b3848a05-443b-4434-8fa5-7398ca0c03c9" providerId="ADAL" clId="{0BCE8C6C-860B-4961-8907-604115D89DF6}" dt="2024-06-27T05:08:15.323" v="16389" actId="20577"/>
          <ac:spMkLst>
            <pc:docMk/>
            <pc:sldMk cId="2091009357" sldId="2147480830"/>
            <ac:spMk id="49" creationId="{67009D97-F9A5-F933-451D-C62EAE9FD9BE}"/>
          </ac:spMkLst>
        </pc:spChg>
        <pc:spChg chg="add del mod">
          <ac:chgData name="Takeuchi, Koichiro" userId="b3848a05-443b-4434-8fa5-7398ca0c03c9" providerId="ADAL" clId="{0BCE8C6C-860B-4961-8907-604115D89DF6}" dt="2024-06-27T01:52:53.847" v="12284" actId="478"/>
          <ac:spMkLst>
            <pc:docMk/>
            <pc:sldMk cId="2091009357" sldId="2147480830"/>
            <ac:spMk id="51" creationId="{A6FAC22C-B1F9-AEEB-63A3-D9757AA127F1}"/>
          </ac:spMkLst>
        </pc:spChg>
        <pc:spChg chg="add mod">
          <ac:chgData name="Takeuchi, Koichiro" userId="b3848a05-443b-4434-8fa5-7398ca0c03c9" providerId="ADAL" clId="{0BCE8C6C-860B-4961-8907-604115D89DF6}" dt="2024-06-27T02:00:42.220" v="12686" actId="465"/>
          <ac:spMkLst>
            <pc:docMk/>
            <pc:sldMk cId="2091009357" sldId="2147480830"/>
            <ac:spMk id="52" creationId="{01FA4150-DE52-3F38-C5E5-07DBF2531C79}"/>
          </ac:spMkLst>
        </pc:spChg>
        <pc:spChg chg="add mod">
          <ac:chgData name="Takeuchi, Koichiro" userId="b3848a05-443b-4434-8fa5-7398ca0c03c9" providerId="ADAL" clId="{0BCE8C6C-860B-4961-8907-604115D89DF6}" dt="2024-06-27T02:00:32.162" v="12678" actId="1035"/>
          <ac:spMkLst>
            <pc:docMk/>
            <pc:sldMk cId="2091009357" sldId="2147480830"/>
            <ac:spMk id="53" creationId="{196739C2-67C0-D7D4-61A7-8627F2FE9BBD}"/>
          </ac:spMkLst>
        </pc:spChg>
        <pc:spChg chg="add del mod">
          <ac:chgData name="Takeuchi, Koichiro" userId="b3848a05-443b-4434-8fa5-7398ca0c03c9" providerId="ADAL" clId="{0BCE8C6C-860B-4961-8907-604115D89DF6}" dt="2024-06-27T02:01:49.898" v="12854" actId="478"/>
          <ac:spMkLst>
            <pc:docMk/>
            <pc:sldMk cId="2091009357" sldId="2147480830"/>
            <ac:spMk id="54" creationId="{CEDF7C2D-A17F-C585-713C-BA1235BD8F76}"/>
          </ac:spMkLst>
        </pc:spChg>
        <pc:grpChg chg="del mod">
          <ac:chgData name="Takeuchi, Koichiro" userId="b3848a05-443b-4434-8fa5-7398ca0c03c9" providerId="ADAL" clId="{0BCE8C6C-860B-4961-8907-604115D89DF6}" dt="2024-06-27T00:59:16.973" v="9717" actId="165"/>
          <ac:grpSpMkLst>
            <pc:docMk/>
            <pc:sldMk cId="2091009357" sldId="2147480830"/>
            <ac:grpSpMk id="14" creationId="{4FE4F6C5-DC74-AC6B-B32B-F1F379B4601E}"/>
          </ac:grpSpMkLst>
        </pc:grpChg>
        <pc:grpChg chg="add mod">
          <ac:chgData name="Takeuchi, Koichiro" userId="b3848a05-443b-4434-8fa5-7398ca0c03c9" providerId="ADAL" clId="{0BCE8C6C-860B-4961-8907-604115D89DF6}" dt="2024-06-27T01:04:12.640" v="10053" actId="1036"/>
          <ac:grpSpMkLst>
            <pc:docMk/>
            <pc:sldMk cId="2091009357" sldId="2147480830"/>
            <ac:grpSpMk id="20" creationId="{F18806B2-A33D-4A74-3685-29C4387722E7}"/>
          </ac:grpSpMkLst>
        </pc:grpChg>
        <pc:grpChg chg="add mod">
          <ac:chgData name="Takeuchi, Koichiro" userId="b3848a05-443b-4434-8fa5-7398ca0c03c9" providerId="ADAL" clId="{0BCE8C6C-860B-4961-8907-604115D89DF6}" dt="2024-06-27T02:00:37.741" v="12685" actId="1035"/>
          <ac:grpSpMkLst>
            <pc:docMk/>
            <pc:sldMk cId="2091009357" sldId="2147480830"/>
            <ac:grpSpMk id="50" creationId="{E9AD9524-7630-5F86-94DF-E58F6EB84E5F}"/>
          </ac:grpSpMkLst>
        </pc:grpChg>
        <pc:picChg chg="mod topLvl">
          <ac:chgData name="Takeuchi, Koichiro" userId="b3848a05-443b-4434-8fa5-7398ca0c03c9" providerId="ADAL" clId="{0BCE8C6C-860B-4961-8907-604115D89DF6}" dt="2024-06-27T01:04:12.640" v="10053" actId="1036"/>
          <ac:picMkLst>
            <pc:docMk/>
            <pc:sldMk cId="2091009357" sldId="2147480830"/>
            <ac:picMk id="8" creationId="{849A686D-C0C2-BED0-2116-8519780E200D}"/>
          </ac:picMkLst>
        </pc:picChg>
      </pc:sldChg>
      <pc:sldChg chg="addSp delSp modSp add mod">
        <pc:chgData name="Takeuchi, Koichiro" userId="b3848a05-443b-4434-8fa5-7398ca0c03c9" providerId="ADAL" clId="{0BCE8C6C-860B-4961-8907-604115D89DF6}" dt="2024-06-27T09:00:02.432" v="18269" actId="20577"/>
        <pc:sldMkLst>
          <pc:docMk/>
          <pc:sldMk cId="1256059550" sldId="2147480831"/>
        </pc:sldMkLst>
        <pc:spChg chg="mod">
          <ac:chgData name="Takeuchi, Koichiro" userId="b3848a05-443b-4434-8fa5-7398ca0c03c9" providerId="ADAL" clId="{0BCE8C6C-860B-4961-8907-604115D89DF6}" dt="2024-06-27T02:47:52.789" v="14895" actId="20577"/>
          <ac:spMkLst>
            <pc:docMk/>
            <pc:sldMk cId="1256059550" sldId="2147480831"/>
            <ac:spMk id="2" creationId="{C4050E0A-F4AC-8E52-FCEA-9771083801F3}"/>
          </ac:spMkLst>
        </pc:spChg>
        <pc:spChg chg="del">
          <ac:chgData name="Takeuchi, Koichiro" userId="b3848a05-443b-4434-8fa5-7398ca0c03c9" providerId="ADAL" clId="{0BCE8C6C-860B-4961-8907-604115D89DF6}" dt="2024-06-27T02:06:22.110" v="13027" actId="478"/>
          <ac:spMkLst>
            <pc:docMk/>
            <pc:sldMk cId="1256059550" sldId="2147480831"/>
            <ac:spMk id="3" creationId="{B935DD91-ECCB-31C0-4A22-25CAFF01FA90}"/>
          </ac:spMkLst>
        </pc:spChg>
        <pc:spChg chg="mod">
          <ac:chgData name="Takeuchi, Koichiro" userId="b3848a05-443b-4434-8fa5-7398ca0c03c9" providerId="ADAL" clId="{0BCE8C6C-860B-4961-8907-604115D89DF6}" dt="2024-06-27T08:49:07.384" v="17783" actId="1076"/>
          <ac:spMkLst>
            <pc:docMk/>
            <pc:sldMk cId="1256059550" sldId="2147480831"/>
            <ac:spMk id="5" creationId="{72CCA9CC-3A88-7CAC-9089-56B0661016F1}"/>
          </ac:spMkLst>
        </pc:spChg>
        <pc:spChg chg="add del mod">
          <ac:chgData name="Takeuchi, Koichiro" userId="b3848a05-443b-4434-8fa5-7398ca0c03c9" providerId="ADAL" clId="{0BCE8C6C-860B-4961-8907-604115D89DF6}" dt="2024-06-27T05:13:07.372" v="16787" actId="478"/>
          <ac:spMkLst>
            <pc:docMk/>
            <pc:sldMk cId="1256059550" sldId="2147480831"/>
            <ac:spMk id="6" creationId="{3C9F38CD-CE15-4155-474C-4EE4B6E15B93}"/>
          </ac:spMkLst>
        </pc:spChg>
        <pc:spChg chg="add mod">
          <ac:chgData name="Takeuchi, Koichiro" userId="b3848a05-443b-4434-8fa5-7398ca0c03c9" providerId="ADAL" clId="{0BCE8C6C-860B-4961-8907-604115D89DF6}" dt="2024-06-27T08:53:56.320" v="18060" actId="14100"/>
          <ac:spMkLst>
            <pc:docMk/>
            <pc:sldMk cId="1256059550" sldId="2147480831"/>
            <ac:spMk id="7" creationId="{545A7ACF-B9D1-EEAA-3F01-B786CDD791AC}"/>
          </ac:spMkLst>
        </pc:spChg>
        <pc:spChg chg="del">
          <ac:chgData name="Takeuchi, Koichiro" userId="b3848a05-443b-4434-8fa5-7398ca0c03c9" providerId="ADAL" clId="{0BCE8C6C-860B-4961-8907-604115D89DF6}" dt="2024-06-27T02:06:22.110" v="13027" actId="478"/>
          <ac:spMkLst>
            <pc:docMk/>
            <pc:sldMk cId="1256059550" sldId="2147480831"/>
            <ac:spMk id="8" creationId="{035651D4-E5EF-C601-9EB2-B2AC0A242BFF}"/>
          </ac:spMkLst>
        </pc:spChg>
        <pc:spChg chg="mod topLvl">
          <ac:chgData name="Takeuchi, Koichiro" userId="b3848a05-443b-4434-8fa5-7398ca0c03c9" providerId="ADAL" clId="{0BCE8C6C-860B-4961-8907-604115D89DF6}" dt="2024-06-27T08:50:32.053" v="17860" actId="255"/>
          <ac:spMkLst>
            <pc:docMk/>
            <pc:sldMk cId="1256059550" sldId="2147480831"/>
            <ac:spMk id="9" creationId="{B86D8330-0B1A-E587-FA07-0AAE4A76EC6B}"/>
          </ac:spMkLst>
        </pc:spChg>
        <pc:spChg chg="del">
          <ac:chgData name="Takeuchi, Koichiro" userId="b3848a05-443b-4434-8fa5-7398ca0c03c9" providerId="ADAL" clId="{0BCE8C6C-860B-4961-8907-604115D89DF6}" dt="2024-06-27T02:07:51.703" v="13100" actId="478"/>
          <ac:spMkLst>
            <pc:docMk/>
            <pc:sldMk cId="1256059550" sldId="2147480831"/>
            <ac:spMk id="10" creationId="{8CD5BA63-C0B2-CEB6-93FE-328B281F0AFD}"/>
          </ac:spMkLst>
        </pc:spChg>
        <pc:spChg chg="del">
          <ac:chgData name="Takeuchi, Koichiro" userId="b3848a05-443b-4434-8fa5-7398ca0c03c9" providerId="ADAL" clId="{0BCE8C6C-860B-4961-8907-604115D89DF6}" dt="2024-06-27T02:13:51.439" v="13656" actId="478"/>
          <ac:spMkLst>
            <pc:docMk/>
            <pc:sldMk cId="1256059550" sldId="2147480831"/>
            <ac:spMk id="11" creationId="{2F6A44E9-3B7D-1E55-A0E1-B656D0009265}"/>
          </ac:spMkLst>
        </pc:spChg>
        <pc:spChg chg="mod topLvl">
          <ac:chgData name="Takeuchi, Koichiro" userId="b3848a05-443b-4434-8fa5-7398ca0c03c9" providerId="ADAL" clId="{0BCE8C6C-860B-4961-8907-604115D89DF6}" dt="2024-06-27T08:50:32.053" v="17860" actId="255"/>
          <ac:spMkLst>
            <pc:docMk/>
            <pc:sldMk cId="1256059550" sldId="2147480831"/>
            <ac:spMk id="12" creationId="{45EE08F6-DEC4-E349-C3D4-3A0D55311423}"/>
          </ac:spMkLst>
        </pc:spChg>
        <pc:spChg chg="mod topLvl">
          <ac:chgData name="Takeuchi, Koichiro" userId="b3848a05-443b-4434-8fa5-7398ca0c03c9" providerId="ADAL" clId="{0BCE8C6C-860B-4961-8907-604115D89DF6}" dt="2024-06-27T08:50:32.053" v="17860" actId="255"/>
          <ac:spMkLst>
            <pc:docMk/>
            <pc:sldMk cId="1256059550" sldId="2147480831"/>
            <ac:spMk id="13" creationId="{F8CADEEC-4DA6-DFCA-EDD3-66F074215B62}"/>
          </ac:spMkLst>
        </pc:spChg>
        <pc:spChg chg="add mod">
          <ac:chgData name="Takeuchi, Koichiro" userId="b3848a05-443b-4434-8fa5-7398ca0c03c9" providerId="ADAL" clId="{0BCE8C6C-860B-4961-8907-604115D89DF6}" dt="2024-06-27T09:00:02.432" v="18269" actId="20577"/>
          <ac:spMkLst>
            <pc:docMk/>
            <pc:sldMk cId="1256059550" sldId="2147480831"/>
            <ac:spMk id="14" creationId="{EFA41AAB-2D04-0717-2656-A5F1F1A09AEE}"/>
          </ac:spMkLst>
        </pc:spChg>
        <pc:spChg chg="mod">
          <ac:chgData name="Takeuchi, Koichiro" userId="b3848a05-443b-4434-8fa5-7398ca0c03c9" providerId="ADAL" clId="{0BCE8C6C-860B-4961-8907-604115D89DF6}" dt="2024-06-27T08:50:37.387" v="17861" actId="255"/>
          <ac:spMkLst>
            <pc:docMk/>
            <pc:sldMk cId="1256059550" sldId="2147480831"/>
            <ac:spMk id="15" creationId="{9E2C2CC3-C868-A486-19A5-796650E36F44}"/>
          </ac:spMkLst>
        </pc:spChg>
        <pc:spChg chg="mod">
          <ac:chgData name="Takeuchi, Koichiro" userId="b3848a05-443b-4434-8fa5-7398ca0c03c9" providerId="ADAL" clId="{0BCE8C6C-860B-4961-8907-604115D89DF6}" dt="2024-06-27T08:50:37.387" v="17861" actId="255"/>
          <ac:spMkLst>
            <pc:docMk/>
            <pc:sldMk cId="1256059550" sldId="2147480831"/>
            <ac:spMk id="16" creationId="{037C46BB-6F39-EABB-FE4B-F5D4758A4034}"/>
          </ac:spMkLst>
        </pc:spChg>
        <pc:spChg chg="mod">
          <ac:chgData name="Takeuchi, Koichiro" userId="b3848a05-443b-4434-8fa5-7398ca0c03c9" providerId="ADAL" clId="{0BCE8C6C-860B-4961-8907-604115D89DF6}" dt="2024-06-27T08:50:37.387" v="17861" actId="255"/>
          <ac:spMkLst>
            <pc:docMk/>
            <pc:sldMk cId="1256059550" sldId="2147480831"/>
            <ac:spMk id="17" creationId="{A5CAC6B1-665F-4C40-F148-C1BBFB3F82B8}"/>
          </ac:spMkLst>
        </pc:spChg>
        <pc:spChg chg="mod">
          <ac:chgData name="Takeuchi, Koichiro" userId="b3848a05-443b-4434-8fa5-7398ca0c03c9" providerId="ADAL" clId="{0BCE8C6C-860B-4961-8907-604115D89DF6}" dt="2024-06-27T08:50:37.387" v="17861" actId="255"/>
          <ac:spMkLst>
            <pc:docMk/>
            <pc:sldMk cId="1256059550" sldId="2147480831"/>
            <ac:spMk id="18" creationId="{54925650-A2C7-8C3D-3169-31D70F34808D}"/>
          </ac:spMkLst>
        </pc:spChg>
        <pc:spChg chg="del">
          <ac:chgData name="Takeuchi, Koichiro" userId="b3848a05-443b-4434-8fa5-7398ca0c03c9" providerId="ADAL" clId="{0BCE8C6C-860B-4961-8907-604115D89DF6}" dt="2024-06-27T02:06:22.110" v="13027" actId="478"/>
          <ac:spMkLst>
            <pc:docMk/>
            <pc:sldMk cId="1256059550" sldId="2147480831"/>
            <ac:spMk id="19" creationId="{DFB3C414-E0D7-82AD-193B-123716EDE860}"/>
          </ac:spMkLst>
        </pc:spChg>
        <pc:spChg chg="del">
          <ac:chgData name="Takeuchi, Koichiro" userId="b3848a05-443b-4434-8fa5-7398ca0c03c9" providerId="ADAL" clId="{0BCE8C6C-860B-4961-8907-604115D89DF6}" dt="2024-06-27T02:03:08.897" v="12921" actId="478"/>
          <ac:spMkLst>
            <pc:docMk/>
            <pc:sldMk cId="1256059550" sldId="2147480831"/>
            <ac:spMk id="20" creationId="{AE0FEECE-71B8-E3E7-EDF6-0C0453B2F388}"/>
          </ac:spMkLst>
        </pc:spChg>
        <pc:spChg chg="mod">
          <ac:chgData name="Takeuchi, Koichiro" userId="b3848a05-443b-4434-8fa5-7398ca0c03c9" providerId="ADAL" clId="{0BCE8C6C-860B-4961-8907-604115D89DF6}" dt="2024-06-27T08:50:27.747" v="17859" actId="255"/>
          <ac:spMkLst>
            <pc:docMk/>
            <pc:sldMk cId="1256059550" sldId="2147480831"/>
            <ac:spMk id="46" creationId="{5F6391F3-D7AB-1690-4273-8B8DFBF2BA2B}"/>
          </ac:spMkLst>
        </pc:spChg>
        <pc:spChg chg="mod">
          <ac:chgData name="Takeuchi, Koichiro" userId="b3848a05-443b-4434-8fa5-7398ca0c03c9" providerId="ADAL" clId="{0BCE8C6C-860B-4961-8907-604115D89DF6}" dt="2024-06-27T08:58:36.916" v="18081" actId="947"/>
          <ac:spMkLst>
            <pc:docMk/>
            <pc:sldMk cId="1256059550" sldId="2147480831"/>
            <ac:spMk id="52" creationId="{31FE5F08-F380-21A0-E6AC-8278563276A2}"/>
          </ac:spMkLst>
        </pc:spChg>
        <pc:spChg chg="del">
          <ac:chgData name="Takeuchi, Koichiro" userId="b3848a05-443b-4434-8fa5-7398ca0c03c9" providerId="ADAL" clId="{0BCE8C6C-860B-4961-8907-604115D89DF6}" dt="2024-06-27T02:06:22.110" v="13027" actId="478"/>
          <ac:spMkLst>
            <pc:docMk/>
            <pc:sldMk cId="1256059550" sldId="2147480831"/>
            <ac:spMk id="53" creationId="{ED8B1D29-4FB0-1150-B85E-C70969A5E227}"/>
          </ac:spMkLst>
        </pc:spChg>
        <pc:spChg chg="del">
          <ac:chgData name="Takeuchi, Koichiro" userId="b3848a05-443b-4434-8fa5-7398ca0c03c9" providerId="ADAL" clId="{0BCE8C6C-860B-4961-8907-604115D89DF6}" dt="2024-06-27T02:06:22.110" v="13027" actId="478"/>
          <ac:spMkLst>
            <pc:docMk/>
            <pc:sldMk cId="1256059550" sldId="2147480831"/>
            <ac:spMk id="55" creationId="{41E8A974-E923-D40A-7E1B-AA2555EE71FE}"/>
          </ac:spMkLst>
        </pc:spChg>
        <pc:spChg chg="del">
          <ac:chgData name="Takeuchi, Koichiro" userId="b3848a05-443b-4434-8fa5-7398ca0c03c9" providerId="ADAL" clId="{0BCE8C6C-860B-4961-8907-604115D89DF6}" dt="2024-06-27T02:06:22.110" v="13027" actId="478"/>
          <ac:spMkLst>
            <pc:docMk/>
            <pc:sldMk cId="1256059550" sldId="2147480831"/>
            <ac:spMk id="56" creationId="{4FA19F00-B21F-3BDD-EF97-E7645440DF0A}"/>
          </ac:spMkLst>
        </pc:spChg>
        <pc:spChg chg="del">
          <ac:chgData name="Takeuchi, Koichiro" userId="b3848a05-443b-4434-8fa5-7398ca0c03c9" providerId="ADAL" clId="{0BCE8C6C-860B-4961-8907-604115D89DF6}" dt="2024-06-27T02:06:22.110" v="13027" actId="478"/>
          <ac:spMkLst>
            <pc:docMk/>
            <pc:sldMk cId="1256059550" sldId="2147480831"/>
            <ac:spMk id="57" creationId="{B593345A-14D5-4B98-302A-DD3400A9E7EB}"/>
          </ac:spMkLst>
        </pc:spChg>
        <pc:spChg chg="del">
          <ac:chgData name="Takeuchi, Koichiro" userId="b3848a05-443b-4434-8fa5-7398ca0c03c9" providerId="ADAL" clId="{0BCE8C6C-860B-4961-8907-604115D89DF6}" dt="2024-06-27T02:06:22.110" v="13027" actId="478"/>
          <ac:spMkLst>
            <pc:docMk/>
            <pc:sldMk cId="1256059550" sldId="2147480831"/>
            <ac:spMk id="58" creationId="{A77EE4C5-0A99-CE2A-E26C-FEF30B6F9682}"/>
          </ac:spMkLst>
        </pc:spChg>
        <pc:spChg chg="del">
          <ac:chgData name="Takeuchi, Koichiro" userId="b3848a05-443b-4434-8fa5-7398ca0c03c9" providerId="ADAL" clId="{0BCE8C6C-860B-4961-8907-604115D89DF6}" dt="2024-06-27T02:06:22.110" v="13027" actId="478"/>
          <ac:spMkLst>
            <pc:docMk/>
            <pc:sldMk cId="1256059550" sldId="2147480831"/>
            <ac:spMk id="59" creationId="{27870E17-23CC-D8F9-5085-1C5528401C96}"/>
          </ac:spMkLst>
        </pc:spChg>
        <pc:spChg chg="del">
          <ac:chgData name="Takeuchi, Koichiro" userId="b3848a05-443b-4434-8fa5-7398ca0c03c9" providerId="ADAL" clId="{0BCE8C6C-860B-4961-8907-604115D89DF6}" dt="2024-06-27T02:06:22.110" v="13027" actId="478"/>
          <ac:spMkLst>
            <pc:docMk/>
            <pc:sldMk cId="1256059550" sldId="2147480831"/>
            <ac:spMk id="60" creationId="{0EECCE46-2E1C-1A88-6933-018E8A5B09E4}"/>
          </ac:spMkLst>
        </pc:spChg>
        <pc:spChg chg="del">
          <ac:chgData name="Takeuchi, Koichiro" userId="b3848a05-443b-4434-8fa5-7398ca0c03c9" providerId="ADAL" clId="{0BCE8C6C-860B-4961-8907-604115D89DF6}" dt="2024-06-27T02:06:22.110" v="13027" actId="478"/>
          <ac:spMkLst>
            <pc:docMk/>
            <pc:sldMk cId="1256059550" sldId="2147480831"/>
            <ac:spMk id="61" creationId="{6F57270E-04EC-2C28-D07E-D9A16B20ED7C}"/>
          </ac:spMkLst>
        </pc:spChg>
        <pc:spChg chg="del">
          <ac:chgData name="Takeuchi, Koichiro" userId="b3848a05-443b-4434-8fa5-7398ca0c03c9" providerId="ADAL" clId="{0BCE8C6C-860B-4961-8907-604115D89DF6}" dt="2024-06-27T02:06:22.110" v="13027" actId="478"/>
          <ac:spMkLst>
            <pc:docMk/>
            <pc:sldMk cId="1256059550" sldId="2147480831"/>
            <ac:spMk id="62" creationId="{B0C6064B-297C-9AAE-DA4C-40D527739810}"/>
          </ac:spMkLst>
        </pc:spChg>
        <pc:spChg chg="del">
          <ac:chgData name="Takeuchi, Koichiro" userId="b3848a05-443b-4434-8fa5-7398ca0c03c9" providerId="ADAL" clId="{0BCE8C6C-860B-4961-8907-604115D89DF6}" dt="2024-06-27T02:06:22.110" v="13027" actId="478"/>
          <ac:spMkLst>
            <pc:docMk/>
            <pc:sldMk cId="1256059550" sldId="2147480831"/>
            <ac:spMk id="63" creationId="{9D66B40B-A76A-5F66-79FE-B57537A8129A}"/>
          </ac:spMkLst>
        </pc:spChg>
        <pc:spChg chg="del">
          <ac:chgData name="Takeuchi, Koichiro" userId="b3848a05-443b-4434-8fa5-7398ca0c03c9" providerId="ADAL" clId="{0BCE8C6C-860B-4961-8907-604115D89DF6}" dt="2024-06-27T02:06:22.110" v="13027" actId="478"/>
          <ac:spMkLst>
            <pc:docMk/>
            <pc:sldMk cId="1256059550" sldId="2147480831"/>
            <ac:spMk id="64" creationId="{DC255834-7785-8654-E338-60A1CD5AFB24}"/>
          </ac:spMkLst>
        </pc:spChg>
        <pc:spChg chg="del">
          <ac:chgData name="Takeuchi, Koichiro" userId="b3848a05-443b-4434-8fa5-7398ca0c03c9" providerId="ADAL" clId="{0BCE8C6C-860B-4961-8907-604115D89DF6}" dt="2024-06-27T02:06:22.110" v="13027" actId="478"/>
          <ac:spMkLst>
            <pc:docMk/>
            <pc:sldMk cId="1256059550" sldId="2147480831"/>
            <ac:spMk id="65" creationId="{FC239252-BB22-9A7C-B315-8A93273387EB}"/>
          </ac:spMkLst>
        </pc:spChg>
        <pc:spChg chg="del">
          <ac:chgData name="Takeuchi, Koichiro" userId="b3848a05-443b-4434-8fa5-7398ca0c03c9" providerId="ADAL" clId="{0BCE8C6C-860B-4961-8907-604115D89DF6}" dt="2024-06-27T02:06:22.110" v="13027" actId="478"/>
          <ac:spMkLst>
            <pc:docMk/>
            <pc:sldMk cId="1256059550" sldId="2147480831"/>
            <ac:spMk id="66" creationId="{5A79ACBD-2299-AF46-BDD0-81EC95C2DDB0}"/>
          </ac:spMkLst>
        </pc:spChg>
        <pc:spChg chg="mod topLvl">
          <ac:chgData name="Takeuchi, Koichiro" userId="b3848a05-443b-4434-8fa5-7398ca0c03c9" providerId="ADAL" clId="{0BCE8C6C-860B-4961-8907-604115D89DF6}" dt="2024-06-27T08:50:32.053" v="17860" actId="255"/>
          <ac:spMkLst>
            <pc:docMk/>
            <pc:sldMk cId="1256059550" sldId="2147480831"/>
            <ac:spMk id="75" creationId="{259D5601-F7A4-9E37-5B38-041897564AC6}"/>
          </ac:spMkLst>
        </pc:spChg>
        <pc:spChg chg="mod">
          <ac:chgData name="Takeuchi, Koichiro" userId="b3848a05-443b-4434-8fa5-7398ca0c03c9" providerId="ADAL" clId="{0BCE8C6C-860B-4961-8907-604115D89DF6}" dt="2024-06-27T08:50:37.387" v="17861" actId="255"/>
          <ac:spMkLst>
            <pc:docMk/>
            <pc:sldMk cId="1256059550" sldId="2147480831"/>
            <ac:spMk id="77" creationId="{BD0BC7C3-CD39-C14E-2EA1-9B97F1441834}"/>
          </ac:spMkLst>
        </pc:spChg>
        <pc:spChg chg="mod">
          <ac:chgData name="Takeuchi, Koichiro" userId="b3848a05-443b-4434-8fa5-7398ca0c03c9" providerId="ADAL" clId="{0BCE8C6C-860B-4961-8907-604115D89DF6}" dt="2024-06-27T08:50:37.387" v="17861" actId="255"/>
          <ac:spMkLst>
            <pc:docMk/>
            <pc:sldMk cId="1256059550" sldId="2147480831"/>
            <ac:spMk id="78" creationId="{FEA6D6A3-6F0A-1214-A01F-411341C529BB}"/>
          </ac:spMkLst>
        </pc:spChg>
        <pc:spChg chg="del">
          <ac:chgData name="Takeuchi, Koichiro" userId="b3848a05-443b-4434-8fa5-7398ca0c03c9" providerId="ADAL" clId="{0BCE8C6C-860B-4961-8907-604115D89DF6}" dt="2024-06-27T02:06:15.298" v="13026" actId="478"/>
          <ac:spMkLst>
            <pc:docMk/>
            <pc:sldMk cId="1256059550" sldId="2147480831"/>
            <ac:spMk id="90" creationId="{72CBB347-247D-A187-D13C-762A7C2BF66F}"/>
          </ac:spMkLst>
        </pc:spChg>
        <pc:spChg chg="del">
          <ac:chgData name="Takeuchi, Koichiro" userId="b3848a05-443b-4434-8fa5-7398ca0c03c9" providerId="ADAL" clId="{0BCE8C6C-860B-4961-8907-604115D89DF6}" dt="2024-06-27T02:11:00.452" v="13538" actId="478"/>
          <ac:spMkLst>
            <pc:docMk/>
            <pc:sldMk cId="1256059550" sldId="2147480831"/>
            <ac:spMk id="91" creationId="{B641EB66-FD40-B7FA-555D-CE5A2E5888F8}"/>
          </ac:spMkLst>
        </pc:spChg>
        <pc:spChg chg="del mod">
          <ac:chgData name="Takeuchi, Koichiro" userId="b3848a05-443b-4434-8fa5-7398ca0c03c9" providerId="ADAL" clId="{0BCE8C6C-860B-4961-8907-604115D89DF6}" dt="2024-06-27T02:25:02.960" v="13844" actId="478"/>
          <ac:spMkLst>
            <pc:docMk/>
            <pc:sldMk cId="1256059550" sldId="2147480831"/>
            <ac:spMk id="93" creationId="{843ABC1A-0220-4932-F189-F3F61349240A}"/>
          </ac:spMkLst>
        </pc:spChg>
        <pc:spChg chg="del">
          <ac:chgData name="Takeuchi, Koichiro" userId="b3848a05-443b-4434-8fa5-7398ca0c03c9" providerId="ADAL" clId="{0BCE8C6C-860B-4961-8907-604115D89DF6}" dt="2024-06-27T02:06:22.110" v="13027" actId="478"/>
          <ac:spMkLst>
            <pc:docMk/>
            <pc:sldMk cId="1256059550" sldId="2147480831"/>
            <ac:spMk id="114" creationId="{72EF32CD-6595-FDF7-1CEA-382933E01A4E}"/>
          </ac:spMkLst>
        </pc:spChg>
        <pc:spChg chg="del">
          <ac:chgData name="Takeuchi, Koichiro" userId="b3848a05-443b-4434-8fa5-7398ca0c03c9" providerId="ADAL" clId="{0BCE8C6C-860B-4961-8907-604115D89DF6}" dt="2024-06-27T02:06:22.110" v="13027" actId="478"/>
          <ac:spMkLst>
            <pc:docMk/>
            <pc:sldMk cId="1256059550" sldId="2147480831"/>
            <ac:spMk id="115" creationId="{0F845545-C7D4-3EEA-F7B6-55DF32AF12FF}"/>
          </ac:spMkLst>
        </pc:spChg>
        <pc:spChg chg="del">
          <ac:chgData name="Takeuchi, Koichiro" userId="b3848a05-443b-4434-8fa5-7398ca0c03c9" providerId="ADAL" clId="{0BCE8C6C-860B-4961-8907-604115D89DF6}" dt="2024-06-27T02:06:22.110" v="13027" actId="478"/>
          <ac:spMkLst>
            <pc:docMk/>
            <pc:sldMk cId="1256059550" sldId="2147480831"/>
            <ac:spMk id="116" creationId="{9339E03E-D830-5605-6A15-BBFAD6A212C3}"/>
          </ac:spMkLst>
        </pc:spChg>
        <pc:spChg chg="del">
          <ac:chgData name="Takeuchi, Koichiro" userId="b3848a05-443b-4434-8fa5-7398ca0c03c9" providerId="ADAL" clId="{0BCE8C6C-860B-4961-8907-604115D89DF6}" dt="2024-06-27T02:06:22.110" v="13027" actId="478"/>
          <ac:spMkLst>
            <pc:docMk/>
            <pc:sldMk cId="1256059550" sldId="2147480831"/>
            <ac:spMk id="117" creationId="{9FDDBF6A-FDB0-F596-5A5C-EBF9F9784212}"/>
          </ac:spMkLst>
        </pc:spChg>
        <pc:spChg chg="del">
          <ac:chgData name="Takeuchi, Koichiro" userId="b3848a05-443b-4434-8fa5-7398ca0c03c9" providerId="ADAL" clId="{0BCE8C6C-860B-4961-8907-604115D89DF6}" dt="2024-06-27T02:06:22.110" v="13027" actId="478"/>
          <ac:spMkLst>
            <pc:docMk/>
            <pc:sldMk cId="1256059550" sldId="2147480831"/>
            <ac:spMk id="118" creationId="{7C30C3DB-78A1-C2ED-5444-CEA78A3B81D9}"/>
          </ac:spMkLst>
        </pc:spChg>
        <pc:spChg chg="del">
          <ac:chgData name="Takeuchi, Koichiro" userId="b3848a05-443b-4434-8fa5-7398ca0c03c9" providerId="ADAL" clId="{0BCE8C6C-860B-4961-8907-604115D89DF6}" dt="2024-06-27T02:06:22.110" v="13027" actId="478"/>
          <ac:spMkLst>
            <pc:docMk/>
            <pc:sldMk cId="1256059550" sldId="2147480831"/>
            <ac:spMk id="119" creationId="{0057D7BE-A736-5A50-F9ED-8F8DCE90C2FF}"/>
          </ac:spMkLst>
        </pc:spChg>
        <pc:spChg chg="del">
          <ac:chgData name="Takeuchi, Koichiro" userId="b3848a05-443b-4434-8fa5-7398ca0c03c9" providerId="ADAL" clId="{0BCE8C6C-860B-4961-8907-604115D89DF6}" dt="2024-06-27T02:06:22.110" v="13027" actId="478"/>
          <ac:spMkLst>
            <pc:docMk/>
            <pc:sldMk cId="1256059550" sldId="2147480831"/>
            <ac:spMk id="120" creationId="{66307FF8-5EFF-2225-2ECB-9C2BF700ACE3}"/>
          </ac:spMkLst>
        </pc:spChg>
        <pc:spChg chg="del">
          <ac:chgData name="Takeuchi, Koichiro" userId="b3848a05-443b-4434-8fa5-7398ca0c03c9" providerId="ADAL" clId="{0BCE8C6C-860B-4961-8907-604115D89DF6}" dt="2024-06-27T02:06:22.110" v="13027" actId="478"/>
          <ac:spMkLst>
            <pc:docMk/>
            <pc:sldMk cId="1256059550" sldId="2147480831"/>
            <ac:spMk id="122" creationId="{B0973A96-D7D1-A5F4-42C8-13E82ACC7F09}"/>
          </ac:spMkLst>
        </pc:spChg>
        <pc:spChg chg="del">
          <ac:chgData name="Takeuchi, Koichiro" userId="b3848a05-443b-4434-8fa5-7398ca0c03c9" providerId="ADAL" clId="{0BCE8C6C-860B-4961-8907-604115D89DF6}" dt="2024-06-27T02:06:22.110" v="13027" actId="478"/>
          <ac:spMkLst>
            <pc:docMk/>
            <pc:sldMk cId="1256059550" sldId="2147480831"/>
            <ac:spMk id="123" creationId="{3EC2D7FB-B5A4-2C33-C57E-6CAA4BB16AB1}"/>
          </ac:spMkLst>
        </pc:spChg>
        <pc:spChg chg="del">
          <ac:chgData name="Takeuchi, Koichiro" userId="b3848a05-443b-4434-8fa5-7398ca0c03c9" providerId="ADAL" clId="{0BCE8C6C-860B-4961-8907-604115D89DF6}" dt="2024-06-27T02:06:22.110" v="13027" actId="478"/>
          <ac:spMkLst>
            <pc:docMk/>
            <pc:sldMk cId="1256059550" sldId="2147480831"/>
            <ac:spMk id="126" creationId="{9C34BE37-5712-0312-387E-039E4CE176BE}"/>
          </ac:spMkLst>
        </pc:spChg>
        <pc:spChg chg="del">
          <ac:chgData name="Takeuchi, Koichiro" userId="b3848a05-443b-4434-8fa5-7398ca0c03c9" providerId="ADAL" clId="{0BCE8C6C-860B-4961-8907-604115D89DF6}" dt="2024-06-27T02:06:22.110" v="13027" actId="478"/>
          <ac:spMkLst>
            <pc:docMk/>
            <pc:sldMk cId="1256059550" sldId="2147480831"/>
            <ac:spMk id="127" creationId="{E59BCDFA-CBB4-C493-4E7D-A88A700D50C3}"/>
          </ac:spMkLst>
        </pc:spChg>
        <pc:spChg chg="del">
          <ac:chgData name="Takeuchi, Koichiro" userId="b3848a05-443b-4434-8fa5-7398ca0c03c9" providerId="ADAL" clId="{0BCE8C6C-860B-4961-8907-604115D89DF6}" dt="2024-06-27T02:06:22.110" v="13027" actId="478"/>
          <ac:spMkLst>
            <pc:docMk/>
            <pc:sldMk cId="1256059550" sldId="2147480831"/>
            <ac:spMk id="131" creationId="{84A66E56-AB3B-0914-5507-82FFF45FA66D}"/>
          </ac:spMkLst>
        </pc:spChg>
        <pc:spChg chg="del">
          <ac:chgData name="Takeuchi, Koichiro" userId="b3848a05-443b-4434-8fa5-7398ca0c03c9" providerId="ADAL" clId="{0BCE8C6C-860B-4961-8907-604115D89DF6}" dt="2024-06-27T02:06:22.110" v="13027" actId="478"/>
          <ac:spMkLst>
            <pc:docMk/>
            <pc:sldMk cId="1256059550" sldId="2147480831"/>
            <ac:spMk id="132" creationId="{8BA693BC-1AB8-A885-C41B-05DA4E5D51BF}"/>
          </ac:spMkLst>
        </pc:spChg>
        <pc:spChg chg="del">
          <ac:chgData name="Takeuchi, Koichiro" userId="b3848a05-443b-4434-8fa5-7398ca0c03c9" providerId="ADAL" clId="{0BCE8C6C-860B-4961-8907-604115D89DF6}" dt="2024-06-27T02:06:22.110" v="13027" actId="478"/>
          <ac:spMkLst>
            <pc:docMk/>
            <pc:sldMk cId="1256059550" sldId="2147480831"/>
            <ac:spMk id="133" creationId="{B451CDAC-FA02-2CC4-8155-DBF9B7C72A3A}"/>
          </ac:spMkLst>
        </pc:spChg>
        <pc:spChg chg="del">
          <ac:chgData name="Takeuchi, Koichiro" userId="b3848a05-443b-4434-8fa5-7398ca0c03c9" providerId="ADAL" clId="{0BCE8C6C-860B-4961-8907-604115D89DF6}" dt="2024-06-27T02:06:22.110" v="13027" actId="478"/>
          <ac:spMkLst>
            <pc:docMk/>
            <pc:sldMk cId="1256059550" sldId="2147480831"/>
            <ac:spMk id="134" creationId="{F1EB9C89-9806-1BD0-4EEE-A84FCE106EDA}"/>
          </ac:spMkLst>
        </pc:spChg>
        <pc:spChg chg="del">
          <ac:chgData name="Takeuchi, Koichiro" userId="b3848a05-443b-4434-8fa5-7398ca0c03c9" providerId="ADAL" clId="{0BCE8C6C-860B-4961-8907-604115D89DF6}" dt="2024-06-27T02:06:22.110" v="13027" actId="478"/>
          <ac:spMkLst>
            <pc:docMk/>
            <pc:sldMk cId="1256059550" sldId="2147480831"/>
            <ac:spMk id="144" creationId="{16758918-22AD-6374-15BE-F1CD112A78BB}"/>
          </ac:spMkLst>
        </pc:spChg>
        <pc:spChg chg="del">
          <ac:chgData name="Takeuchi, Koichiro" userId="b3848a05-443b-4434-8fa5-7398ca0c03c9" providerId="ADAL" clId="{0BCE8C6C-860B-4961-8907-604115D89DF6}" dt="2024-06-27T02:06:22.110" v="13027" actId="478"/>
          <ac:spMkLst>
            <pc:docMk/>
            <pc:sldMk cId="1256059550" sldId="2147480831"/>
            <ac:spMk id="145" creationId="{320DCEC1-605D-7C8E-90C6-3083ADC680E2}"/>
          </ac:spMkLst>
        </pc:spChg>
        <pc:spChg chg="del">
          <ac:chgData name="Takeuchi, Koichiro" userId="b3848a05-443b-4434-8fa5-7398ca0c03c9" providerId="ADAL" clId="{0BCE8C6C-860B-4961-8907-604115D89DF6}" dt="2024-06-27T02:06:22.110" v="13027" actId="478"/>
          <ac:spMkLst>
            <pc:docMk/>
            <pc:sldMk cId="1256059550" sldId="2147480831"/>
            <ac:spMk id="146" creationId="{85526314-52DB-C8EB-6AE2-ED7FFE35C1D5}"/>
          </ac:spMkLst>
        </pc:spChg>
        <pc:spChg chg="del">
          <ac:chgData name="Takeuchi, Koichiro" userId="b3848a05-443b-4434-8fa5-7398ca0c03c9" providerId="ADAL" clId="{0BCE8C6C-860B-4961-8907-604115D89DF6}" dt="2024-06-27T02:06:22.110" v="13027" actId="478"/>
          <ac:spMkLst>
            <pc:docMk/>
            <pc:sldMk cId="1256059550" sldId="2147480831"/>
            <ac:spMk id="147" creationId="{60629366-40BE-9C15-189D-BFFAC37E8D2B}"/>
          </ac:spMkLst>
        </pc:spChg>
        <pc:spChg chg="del">
          <ac:chgData name="Takeuchi, Koichiro" userId="b3848a05-443b-4434-8fa5-7398ca0c03c9" providerId="ADAL" clId="{0BCE8C6C-860B-4961-8907-604115D89DF6}" dt="2024-06-27T02:06:22.110" v="13027" actId="478"/>
          <ac:spMkLst>
            <pc:docMk/>
            <pc:sldMk cId="1256059550" sldId="2147480831"/>
            <ac:spMk id="148" creationId="{457A1190-581B-F5F5-E403-4B850F56603C}"/>
          </ac:spMkLst>
        </pc:spChg>
        <pc:spChg chg="del">
          <ac:chgData name="Takeuchi, Koichiro" userId="b3848a05-443b-4434-8fa5-7398ca0c03c9" providerId="ADAL" clId="{0BCE8C6C-860B-4961-8907-604115D89DF6}" dt="2024-06-27T02:06:22.110" v="13027" actId="478"/>
          <ac:spMkLst>
            <pc:docMk/>
            <pc:sldMk cId="1256059550" sldId="2147480831"/>
            <ac:spMk id="149" creationId="{923C83C1-5517-D9F9-8384-DA257F2368A7}"/>
          </ac:spMkLst>
        </pc:spChg>
        <pc:spChg chg="del">
          <ac:chgData name="Takeuchi, Koichiro" userId="b3848a05-443b-4434-8fa5-7398ca0c03c9" providerId="ADAL" clId="{0BCE8C6C-860B-4961-8907-604115D89DF6}" dt="2024-06-27T02:06:22.110" v="13027" actId="478"/>
          <ac:spMkLst>
            <pc:docMk/>
            <pc:sldMk cId="1256059550" sldId="2147480831"/>
            <ac:spMk id="150" creationId="{FA598032-6B2F-CF69-69B3-63D8EDD92954}"/>
          </ac:spMkLst>
        </pc:spChg>
        <pc:spChg chg="del">
          <ac:chgData name="Takeuchi, Koichiro" userId="b3848a05-443b-4434-8fa5-7398ca0c03c9" providerId="ADAL" clId="{0BCE8C6C-860B-4961-8907-604115D89DF6}" dt="2024-06-27T02:06:22.110" v="13027" actId="478"/>
          <ac:spMkLst>
            <pc:docMk/>
            <pc:sldMk cId="1256059550" sldId="2147480831"/>
            <ac:spMk id="151" creationId="{0FF48350-7A24-5C0D-A5B4-0C5C12B75F9D}"/>
          </ac:spMkLst>
        </pc:spChg>
        <pc:spChg chg="del">
          <ac:chgData name="Takeuchi, Koichiro" userId="b3848a05-443b-4434-8fa5-7398ca0c03c9" providerId="ADAL" clId="{0BCE8C6C-860B-4961-8907-604115D89DF6}" dt="2024-06-27T02:06:22.110" v="13027" actId="478"/>
          <ac:spMkLst>
            <pc:docMk/>
            <pc:sldMk cId="1256059550" sldId="2147480831"/>
            <ac:spMk id="159" creationId="{086B1212-BA80-3FFE-7D6F-ECF5836E50D3}"/>
          </ac:spMkLst>
        </pc:spChg>
        <pc:spChg chg="del">
          <ac:chgData name="Takeuchi, Koichiro" userId="b3848a05-443b-4434-8fa5-7398ca0c03c9" providerId="ADAL" clId="{0BCE8C6C-860B-4961-8907-604115D89DF6}" dt="2024-06-27T02:06:22.110" v="13027" actId="478"/>
          <ac:spMkLst>
            <pc:docMk/>
            <pc:sldMk cId="1256059550" sldId="2147480831"/>
            <ac:spMk id="160" creationId="{4A663750-C3D9-E3DA-05C4-7D67055C8C13}"/>
          </ac:spMkLst>
        </pc:spChg>
        <pc:spChg chg="del">
          <ac:chgData name="Takeuchi, Koichiro" userId="b3848a05-443b-4434-8fa5-7398ca0c03c9" providerId="ADAL" clId="{0BCE8C6C-860B-4961-8907-604115D89DF6}" dt="2024-06-27T02:06:22.110" v="13027" actId="478"/>
          <ac:spMkLst>
            <pc:docMk/>
            <pc:sldMk cId="1256059550" sldId="2147480831"/>
            <ac:spMk id="161" creationId="{8340C25A-9915-5E35-D129-78EFA85D940B}"/>
          </ac:spMkLst>
        </pc:spChg>
        <pc:spChg chg="add del mod">
          <ac:chgData name="Takeuchi, Koichiro" userId="b3848a05-443b-4434-8fa5-7398ca0c03c9" providerId="ADAL" clId="{0BCE8C6C-860B-4961-8907-604115D89DF6}" dt="2024-06-27T03:11:48.310" v="15594" actId="478"/>
          <ac:spMkLst>
            <pc:docMk/>
            <pc:sldMk cId="1256059550" sldId="2147480831"/>
            <ac:spMk id="176" creationId="{79ED4353-BC20-485F-8B47-DD2C38DDC405}"/>
          </ac:spMkLst>
        </pc:spChg>
        <pc:spChg chg="add del mod">
          <ac:chgData name="Takeuchi, Koichiro" userId="b3848a05-443b-4434-8fa5-7398ca0c03c9" providerId="ADAL" clId="{0BCE8C6C-860B-4961-8907-604115D89DF6}" dt="2024-06-27T08:49:10.126" v="17784" actId="164"/>
          <ac:spMkLst>
            <pc:docMk/>
            <pc:sldMk cId="1256059550" sldId="2147480831"/>
            <ac:spMk id="178" creationId="{2B563CE4-997C-0671-1FC0-EF6FB12FF81E}"/>
          </ac:spMkLst>
        </pc:spChg>
        <pc:spChg chg="add del mod">
          <ac:chgData name="Takeuchi, Koichiro" userId="b3848a05-443b-4434-8fa5-7398ca0c03c9" providerId="ADAL" clId="{0BCE8C6C-860B-4961-8907-604115D89DF6}" dt="2024-06-27T08:49:10.126" v="17784" actId="164"/>
          <ac:spMkLst>
            <pc:docMk/>
            <pc:sldMk cId="1256059550" sldId="2147480831"/>
            <ac:spMk id="179" creationId="{662C7231-C89D-AD70-52F5-24E6573A6A5A}"/>
          </ac:spMkLst>
        </pc:spChg>
        <pc:spChg chg="add del mod">
          <ac:chgData name="Takeuchi, Koichiro" userId="b3848a05-443b-4434-8fa5-7398ca0c03c9" providerId="ADAL" clId="{0BCE8C6C-860B-4961-8907-604115D89DF6}" dt="2024-06-27T05:10:01.124" v="16472" actId="478"/>
          <ac:spMkLst>
            <pc:docMk/>
            <pc:sldMk cId="1256059550" sldId="2147480831"/>
            <ac:spMk id="180" creationId="{98BB8B65-4D22-0729-D62A-5718995857EC}"/>
          </ac:spMkLst>
        </pc:spChg>
        <pc:spChg chg="add del mod">
          <ac:chgData name="Takeuchi, Koichiro" userId="b3848a05-443b-4434-8fa5-7398ca0c03c9" providerId="ADAL" clId="{0BCE8C6C-860B-4961-8907-604115D89DF6}" dt="2024-06-27T08:49:10.126" v="17784" actId="164"/>
          <ac:spMkLst>
            <pc:docMk/>
            <pc:sldMk cId="1256059550" sldId="2147480831"/>
            <ac:spMk id="181" creationId="{7CC81AB1-594D-AFC0-78BD-DD4119777380}"/>
          </ac:spMkLst>
        </pc:spChg>
        <pc:spChg chg="add del mod">
          <ac:chgData name="Takeuchi, Koichiro" userId="b3848a05-443b-4434-8fa5-7398ca0c03c9" providerId="ADAL" clId="{0BCE8C6C-860B-4961-8907-604115D89DF6}" dt="2024-06-27T08:49:10.126" v="17784" actId="164"/>
          <ac:spMkLst>
            <pc:docMk/>
            <pc:sldMk cId="1256059550" sldId="2147480831"/>
            <ac:spMk id="182" creationId="{7196C57E-D78B-E515-F1E1-EC3D446F3914}"/>
          </ac:spMkLst>
        </pc:spChg>
        <pc:spChg chg="add del mod">
          <ac:chgData name="Takeuchi, Koichiro" userId="b3848a05-443b-4434-8fa5-7398ca0c03c9" providerId="ADAL" clId="{0BCE8C6C-860B-4961-8907-604115D89DF6}" dt="2024-06-27T08:49:10.126" v="17784" actId="164"/>
          <ac:spMkLst>
            <pc:docMk/>
            <pc:sldMk cId="1256059550" sldId="2147480831"/>
            <ac:spMk id="183" creationId="{1A18D167-BC4A-F171-4B12-2CE48CBFEEBD}"/>
          </ac:spMkLst>
        </pc:spChg>
        <pc:spChg chg="add del mod">
          <ac:chgData name="Takeuchi, Koichiro" userId="b3848a05-443b-4434-8fa5-7398ca0c03c9" providerId="ADAL" clId="{0BCE8C6C-860B-4961-8907-604115D89DF6}" dt="2024-06-27T08:49:10.126" v="17784" actId="164"/>
          <ac:spMkLst>
            <pc:docMk/>
            <pc:sldMk cId="1256059550" sldId="2147480831"/>
            <ac:spMk id="184" creationId="{07B6781A-0002-6C91-118A-9595F68C98A9}"/>
          </ac:spMkLst>
        </pc:spChg>
        <pc:spChg chg="add del mod">
          <ac:chgData name="Takeuchi, Koichiro" userId="b3848a05-443b-4434-8fa5-7398ca0c03c9" providerId="ADAL" clId="{0BCE8C6C-860B-4961-8907-604115D89DF6}" dt="2024-06-27T08:49:10.126" v="17784" actId="164"/>
          <ac:spMkLst>
            <pc:docMk/>
            <pc:sldMk cId="1256059550" sldId="2147480831"/>
            <ac:spMk id="185" creationId="{3090B859-B839-0E03-1FF5-529BE25B523D}"/>
          </ac:spMkLst>
        </pc:spChg>
        <pc:spChg chg="add del mod">
          <ac:chgData name="Takeuchi, Koichiro" userId="b3848a05-443b-4434-8fa5-7398ca0c03c9" providerId="ADAL" clId="{0BCE8C6C-860B-4961-8907-604115D89DF6}" dt="2024-06-27T08:49:10.126" v="17784" actId="164"/>
          <ac:spMkLst>
            <pc:docMk/>
            <pc:sldMk cId="1256059550" sldId="2147480831"/>
            <ac:spMk id="186" creationId="{F57B6D85-F5F5-2003-1A35-08ABD8FDC9F0}"/>
          </ac:spMkLst>
        </pc:spChg>
        <pc:spChg chg="add del mod">
          <ac:chgData name="Takeuchi, Koichiro" userId="b3848a05-443b-4434-8fa5-7398ca0c03c9" providerId="ADAL" clId="{0BCE8C6C-860B-4961-8907-604115D89DF6}" dt="2024-06-27T08:49:10.126" v="17784" actId="164"/>
          <ac:spMkLst>
            <pc:docMk/>
            <pc:sldMk cId="1256059550" sldId="2147480831"/>
            <ac:spMk id="187" creationId="{AA240F69-AE43-A9F6-02D9-3B3597305FD4}"/>
          </ac:spMkLst>
        </pc:spChg>
        <pc:spChg chg="add del mod">
          <ac:chgData name="Takeuchi, Koichiro" userId="b3848a05-443b-4434-8fa5-7398ca0c03c9" providerId="ADAL" clId="{0BCE8C6C-860B-4961-8907-604115D89DF6}" dt="2024-06-27T08:49:10.126" v="17784" actId="164"/>
          <ac:spMkLst>
            <pc:docMk/>
            <pc:sldMk cId="1256059550" sldId="2147480831"/>
            <ac:spMk id="188" creationId="{F4F321B6-A683-A81D-33EC-FA0B944FF201}"/>
          </ac:spMkLst>
        </pc:spChg>
        <pc:spChg chg="add del mod">
          <ac:chgData name="Takeuchi, Koichiro" userId="b3848a05-443b-4434-8fa5-7398ca0c03c9" providerId="ADAL" clId="{0BCE8C6C-860B-4961-8907-604115D89DF6}" dt="2024-06-27T08:58:51.855" v="18101" actId="20577"/>
          <ac:spMkLst>
            <pc:docMk/>
            <pc:sldMk cId="1256059550" sldId="2147480831"/>
            <ac:spMk id="189" creationId="{E8F97E9A-8132-2D11-6001-9A3F3AECEF9F}"/>
          </ac:spMkLst>
        </pc:spChg>
        <pc:spChg chg="mod">
          <ac:chgData name="Takeuchi, Koichiro" userId="b3848a05-443b-4434-8fa5-7398ca0c03c9" providerId="ADAL" clId="{0BCE8C6C-860B-4961-8907-604115D89DF6}" dt="2024-06-27T02:25:03.390" v="13845"/>
          <ac:spMkLst>
            <pc:docMk/>
            <pc:sldMk cId="1256059550" sldId="2147480831"/>
            <ac:spMk id="192" creationId="{69B984D1-98D0-FA50-FA6F-6345FA35D08B}"/>
          </ac:spMkLst>
        </pc:spChg>
        <pc:spChg chg="add del mod">
          <ac:chgData name="Takeuchi, Koichiro" userId="b3848a05-443b-4434-8fa5-7398ca0c03c9" providerId="ADAL" clId="{0BCE8C6C-860B-4961-8907-604115D89DF6}" dt="2024-06-27T03:11:48.310" v="15594" actId="478"/>
          <ac:spMkLst>
            <pc:docMk/>
            <pc:sldMk cId="1256059550" sldId="2147480831"/>
            <ac:spMk id="193" creationId="{CAC4F40F-2A2B-073A-D470-ED0C81E24213}"/>
          </ac:spMkLst>
        </pc:spChg>
        <pc:spChg chg="add del mod">
          <ac:chgData name="Takeuchi, Koichiro" userId="b3848a05-443b-4434-8fa5-7398ca0c03c9" providerId="ADAL" clId="{0BCE8C6C-860B-4961-8907-604115D89DF6}" dt="2024-06-27T03:11:48.310" v="15594" actId="478"/>
          <ac:spMkLst>
            <pc:docMk/>
            <pc:sldMk cId="1256059550" sldId="2147480831"/>
            <ac:spMk id="194" creationId="{9073B941-AE8F-F6BA-DE7B-483447A62F86}"/>
          </ac:spMkLst>
        </pc:spChg>
        <pc:spChg chg="add del mod">
          <ac:chgData name="Takeuchi, Koichiro" userId="b3848a05-443b-4434-8fa5-7398ca0c03c9" providerId="ADAL" clId="{0BCE8C6C-860B-4961-8907-604115D89DF6}" dt="2024-06-27T03:11:48.310" v="15594" actId="478"/>
          <ac:spMkLst>
            <pc:docMk/>
            <pc:sldMk cId="1256059550" sldId="2147480831"/>
            <ac:spMk id="195" creationId="{DCE1E1A7-2039-6A99-8F54-6982E1622B12}"/>
          </ac:spMkLst>
        </pc:spChg>
        <pc:spChg chg="add del mod">
          <ac:chgData name="Takeuchi, Koichiro" userId="b3848a05-443b-4434-8fa5-7398ca0c03c9" providerId="ADAL" clId="{0BCE8C6C-860B-4961-8907-604115D89DF6}" dt="2024-06-27T03:11:48.310" v="15594" actId="478"/>
          <ac:spMkLst>
            <pc:docMk/>
            <pc:sldMk cId="1256059550" sldId="2147480831"/>
            <ac:spMk id="196" creationId="{098808CA-259A-144E-20D2-36853697CB7A}"/>
          </ac:spMkLst>
        </pc:spChg>
        <pc:spChg chg="add del mod">
          <ac:chgData name="Takeuchi, Koichiro" userId="b3848a05-443b-4434-8fa5-7398ca0c03c9" providerId="ADAL" clId="{0BCE8C6C-860B-4961-8907-604115D89DF6}" dt="2024-06-27T03:11:48.310" v="15594" actId="478"/>
          <ac:spMkLst>
            <pc:docMk/>
            <pc:sldMk cId="1256059550" sldId="2147480831"/>
            <ac:spMk id="197" creationId="{B7AFC415-C1D9-02B8-D2E5-98B81847F8CF}"/>
          </ac:spMkLst>
        </pc:spChg>
        <pc:spChg chg="add del mod">
          <ac:chgData name="Takeuchi, Koichiro" userId="b3848a05-443b-4434-8fa5-7398ca0c03c9" providerId="ADAL" clId="{0BCE8C6C-860B-4961-8907-604115D89DF6}" dt="2024-06-27T03:11:48.310" v="15594" actId="478"/>
          <ac:spMkLst>
            <pc:docMk/>
            <pc:sldMk cId="1256059550" sldId="2147480831"/>
            <ac:spMk id="198" creationId="{FA8076B2-6B2C-EAAE-BF1D-2F65C9B42065}"/>
          </ac:spMkLst>
        </pc:spChg>
        <pc:spChg chg="add del mod">
          <ac:chgData name="Takeuchi, Koichiro" userId="b3848a05-443b-4434-8fa5-7398ca0c03c9" providerId="ADAL" clId="{0BCE8C6C-860B-4961-8907-604115D89DF6}" dt="2024-06-27T03:11:48.310" v="15594" actId="478"/>
          <ac:spMkLst>
            <pc:docMk/>
            <pc:sldMk cId="1256059550" sldId="2147480831"/>
            <ac:spMk id="199" creationId="{6B9639F6-6648-BA25-DF3F-DD6C49D8313C}"/>
          </ac:spMkLst>
        </pc:spChg>
        <pc:spChg chg="add del mod">
          <ac:chgData name="Takeuchi, Koichiro" userId="b3848a05-443b-4434-8fa5-7398ca0c03c9" providerId="ADAL" clId="{0BCE8C6C-860B-4961-8907-604115D89DF6}" dt="2024-06-27T03:11:48.310" v="15594" actId="478"/>
          <ac:spMkLst>
            <pc:docMk/>
            <pc:sldMk cId="1256059550" sldId="2147480831"/>
            <ac:spMk id="200" creationId="{7D6FDAF8-E4D2-729D-3093-10DC4ADCDB3F}"/>
          </ac:spMkLst>
        </pc:spChg>
        <pc:spChg chg="add del mod">
          <ac:chgData name="Takeuchi, Koichiro" userId="b3848a05-443b-4434-8fa5-7398ca0c03c9" providerId="ADAL" clId="{0BCE8C6C-860B-4961-8907-604115D89DF6}" dt="2024-06-27T03:11:48.310" v="15594" actId="478"/>
          <ac:spMkLst>
            <pc:docMk/>
            <pc:sldMk cId="1256059550" sldId="2147480831"/>
            <ac:spMk id="201" creationId="{3ED6E915-C1AA-8836-7B33-A365183D05D4}"/>
          </ac:spMkLst>
        </pc:spChg>
        <pc:spChg chg="add del mod">
          <ac:chgData name="Takeuchi, Koichiro" userId="b3848a05-443b-4434-8fa5-7398ca0c03c9" providerId="ADAL" clId="{0BCE8C6C-860B-4961-8907-604115D89DF6}" dt="2024-06-27T03:11:48.310" v="15594" actId="478"/>
          <ac:spMkLst>
            <pc:docMk/>
            <pc:sldMk cId="1256059550" sldId="2147480831"/>
            <ac:spMk id="202" creationId="{7AFECDB1-791C-771B-71CB-9263111215D0}"/>
          </ac:spMkLst>
        </pc:spChg>
        <pc:spChg chg="add del mod">
          <ac:chgData name="Takeuchi, Koichiro" userId="b3848a05-443b-4434-8fa5-7398ca0c03c9" providerId="ADAL" clId="{0BCE8C6C-860B-4961-8907-604115D89DF6}" dt="2024-06-27T03:11:48.310" v="15594" actId="478"/>
          <ac:spMkLst>
            <pc:docMk/>
            <pc:sldMk cId="1256059550" sldId="2147480831"/>
            <ac:spMk id="203" creationId="{8654EA83-BC20-8FDF-3D79-1ED2B100E350}"/>
          </ac:spMkLst>
        </pc:spChg>
        <pc:spChg chg="mod">
          <ac:chgData name="Takeuchi, Koichiro" userId="b3848a05-443b-4434-8fa5-7398ca0c03c9" providerId="ADAL" clId="{0BCE8C6C-860B-4961-8907-604115D89DF6}" dt="2024-06-27T02:25:03.390" v="13845"/>
          <ac:spMkLst>
            <pc:docMk/>
            <pc:sldMk cId="1256059550" sldId="2147480831"/>
            <ac:spMk id="206" creationId="{64C92905-F58C-00DB-DDA4-862B4C6996E1}"/>
          </ac:spMkLst>
        </pc:spChg>
        <pc:spChg chg="add del mod">
          <ac:chgData name="Takeuchi, Koichiro" userId="b3848a05-443b-4434-8fa5-7398ca0c03c9" providerId="ADAL" clId="{0BCE8C6C-860B-4961-8907-604115D89DF6}" dt="2024-06-27T05:10:01.124" v="16472" actId="478"/>
          <ac:spMkLst>
            <pc:docMk/>
            <pc:sldMk cId="1256059550" sldId="2147480831"/>
            <ac:spMk id="207" creationId="{7D95CBE3-F81E-3DA3-9AF4-E2962B6D52FD}"/>
          </ac:spMkLst>
        </pc:spChg>
        <pc:spChg chg="add del mod">
          <ac:chgData name="Takeuchi, Koichiro" userId="b3848a05-443b-4434-8fa5-7398ca0c03c9" providerId="ADAL" clId="{0BCE8C6C-860B-4961-8907-604115D89DF6}" dt="2024-06-27T08:52:36.338" v="17898" actId="1037"/>
          <ac:spMkLst>
            <pc:docMk/>
            <pc:sldMk cId="1256059550" sldId="2147480831"/>
            <ac:spMk id="208" creationId="{531F8940-1EFE-DA00-53F1-5015FAE21735}"/>
          </ac:spMkLst>
        </pc:spChg>
        <pc:spChg chg="add del mod">
          <ac:chgData name="Takeuchi, Koichiro" userId="b3848a05-443b-4434-8fa5-7398ca0c03c9" providerId="ADAL" clId="{0BCE8C6C-860B-4961-8907-604115D89DF6}" dt="2024-06-27T08:52:36.338" v="17898" actId="1037"/>
          <ac:spMkLst>
            <pc:docMk/>
            <pc:sldMk cId="1256059550" sldId="2147480831"/>
            <ac:spMk id="209" creationId="{30B282B6-9750-FA8B-6C51-A5917F777134}"/>
          </ac:spMkLst>
        </pc:spChg>
        <pc:spChg chg="add del mod">
          <ac:chgData name="Takeuchi, Koichiro" userId="b3848a05-443b-4434-8fa5-7398ca0c03c9" providerId="ADAL" clId="{0BCE8C6C-860B-4961-8907-604115D89DF6}" dt="2024-06-27T08:52:36.338" v="17898" actId="1037"/>
          <ac:spMkLst>
            <pc:docMk/>
            <pc:sldMk cId="1256059550" sldId="2147480831"/>
            <ac:spMk id="210" creationId="{35CE46D5-A796-E027-5CAC-CF70DF116A4B}"/>
          </ac:spMkLst>
        </pc:spChg>
        <pc:spChg chg="add del mod">
          <ac:chgData name="Takeuchi, Koichiro" userId="b3848a05-443b-4434-8fa5-7398ca0c03c9" providerId="ADAL" clId="{0BCE8C6C-860B-4961-8907-604115D89DF6}" dt="2024-06-27T08:52:36.338" v="17898" actId="1037"/>
          <ac:spMkLst>
            <pc:docMk/>
            <pc:sldMk cId="1256059550" sldId="2147480831"/>
            <ac:spMk id="211" creationId="{AFF9BE76-BCFA-CBD5-8E5B-971A0279D4FD}"/>
          </ac:spMkLst>
        </pc:spChg>
        <pc:spChg chg="add del mod">
          <ac:chgData name="Takeuchi, Koichiro" userId="b3848a05-443b-4434-8fa5-7398ca0c03c9" providerId="ADAL" clId="{0BCE8C6C-860B-4961-8907-604115D89DF6}" dt="2024-06-27T08:52:36.338" v="17898" actId="1037"/>
          <ac:spMkLst>
            <pc:docMk/>
            <pc:sldMk cId="1256059550" sldId="2147480831"/>
            <ac:spMk id="212" creationId="{14A9D9A1-4AEE-599B-32A1-C126CF147B38}"/>
          </ac:spMkLst>
        </pc:spChg>
        <pc:spChg chg="add del mod">
          <ac:chgData name="Takeuchi, Koichiro" userId="b3848a05-443b-4434-8fa5-7398ca0c03c9" providerId="ADAL" clId="{0BCE8C6C-860B-4961-8907-604115D89DF6}" dt="2024-06-27T08:52:36.338" v="17898" actId="1037"/>
          <ac:spMkLst>
            <pc:docMk/>
            <pc:sldMk cId="1256059550" sldId="2147480831"/>
            <ac:spMk id="213" creationId="{4E7C820E-2345-BB83-143F-E8B2E618B28D}"/>
          </ac:spMkLst>
        </pc:spChg>
        <pc:spChg chg="add del mod">
          <ac:chgData name="Takeuchi, Koichiro" userId="b3848a05-443b-4434-8fa5-7398ca0c03c9" providerId="ADAL" clId="{0BCE8C6C-860B-4961-8907-604115D89DF6}" dt="2024-06-27T08:52:36.338" v="17898" actId="1037"/>
          <ac:spMkLst>
            <pc:docMk/>
            <pc:sldMk cId="1256059550" sldId="2147480831"/>
            <ac:spMk id="214" creationId="{8912081A-38C7-6169-5113-49BD0264F6FF}"/>
          </ac:spMkLst>
        </pc:spChg>
        <pc:spChg chg="add del mod">
          <ac:chgData name="Takeuchi, Koichiro" userId="b3848a05-443b-4434-8fa5-7398ca0c03c9" providerId="ADAL" clId="{0BCE8C6C-860B-4961-8907-604115D89DF6}" dt="2024-06-27T08:52:36.338" v="17898" actId="1037"/>
          <ac:spMkLst>
            <pc:docMk/>
            <pc:sldMk cId="1256059550" sldId="2147480831"/>
            <ac:spMk id="215" creationId="{43FD22A2-8270-CE73-7B7D-6930666C3742}"/>
          </ac:spMkLst>
        </pc:spChg>
        <pc:spChg chg="add del mod">
          <ac:chgData name="Takeuchi, Koichiro" userId="b3848a05-443b-4434-8fa5-7398ca0c03c9" providerId="ADAL" clId="{0BCE8C6C-860B-4961-8907-604115D89DF6}" dt="2024-06-27T08:52:36.338" v="17898" actId="1037"/>
          <ac:spMkLst>
            <pc:docMk/>
            <pc:sldMk cId="1256059550" sldId="2147480831"/>
            <ac:spMk id="216" creationId="{D1D443BD-5FF5-0466-8254-D380AA63B39F}"/>
          </ac:spMkLst>
        </pc:spChg>
        <pc:spChg chg="add del mod">
          <ac:chgData name="Takeuchi, Koichiro" userId="b3848a05-443b-4434-8fa5-7398ca0c03c9" providerId="ADAL" clId="{0BCE8C6C-860B-4961-8907-604115D89DF6}" dt="2024-06-27T08:52:36.338" v="17898" actId="1037"/>
          <ac:spMkLst>
            <pc:docMk/>
            <pc:sldMk cId="1256059550" sldId="2147480831"/>
            <ac:spMk id="217" creationId="{040B7B0C-2E0B-336E-FC0D-9741329C79D8}"/>
          </ac:spMkLst>
        </pc:spChg>
        <pc:spChg chg="add del mod">
          <ac:chgData name="Takeuchi, Koichiro" userId="b3848a05-443b-4434-8fa5-7398ca0c03c9" providerId="ADAL" clId="{0BCE8C6C-860B-4961-8907-604115D89DF6}" dt="2024-06-27T08:52:36.338" v="17898" actId="1037"/>
          <ac:spMkLst>
            <pc:docMk/>
            <pc:sldMk cId="1256059550" sldId="2147480831"/>
            <ac:spMk id="218" creationId="{C5672CB1-C2C8-588F-CB81-5A4F126EB313}"/>
          </ac:spMkLst>
        </pc:spChg>
        <pc:spChg chg="mod">
          <ac:chgData name="Takeuchi, Koichiro" userId="b3848a05-443b-4434-8fa5-7398ca0c03c9" providerId="ADAL" clId="{0BCE8C6C-860B-4961-8907-604115D89DF6}" dt="2024-06-27T02:25:03.390" v="13845"/>
          <ac:spMkLst>
            <pc:docMk/>
            <pc:sldMk cId="1256059550" sldId="2147480831"/>
            <ac:spMk id="221" creationId="{BF3911DA-2E6B-4C95-8308-A44039CF2C76}"/>
          </ac:spMkLst>
        </pc:spChg>
        <pc:spChg chg="add del mod">
          <ac:chgData name="Takeuchi, Koichiro" userId="b3848a05-443b-4434-8fa5-7398ca0c03c9" providerId="ADAL" clId="{0BCE8C6C-860B-4961-8907-604115D89DF6}" dt="2024-06-27T08:49:10.126" v="17784" actId="164"/>
          <ac:spMkLst>
            <pc:docMk/>
            <pc:sldMk cId="1256059550" sldId="2147480831"/>
            <ac:spMk id="222" creationId="{35CDF988-BC75-346A-892B-F1012C18B7ED}"/>
          </ac:spMkLst>
        </pc:spChg>
        <pc:spChg chg="add del mod">
          <ac:chgData name="Takeuchi, Koichiro" userId="b3848a05-443b-4434-8fa5-7398ca0c03c9" providerId="ADAL" clId="{0BCE8C6C-860B-4961-8907-604115D89DF6}" dt="2024-06-27T03:11:48.310" v="15594" actId="478"/>
          <ac:spMkLst>
            <pc:docMk/>
            <pc:sldMk cId="1256059550" sldId="2147480831"/>
            <ac:spMk id="223" creationId="{6E316A37-BC93-7B61-CDE8-76EA58C8322F}"/>
          </ac:spMkLst>
        </pc:spChg>
        <pc:spChg chg="add del mod">
          <ac:chgData name="Takeuchi, Koichiro" userId="b3848a05-443b-4434-8fa5-7398ca0c03c9" providerId="ADAL" clId="{0BCE8C6C-860B-4961-8907-604115D89DF6}" dt="2024-06-27T08:52:36.338" v="17898" actId="1037"/>
          <ac:spMkLst>
            <pc:docMk/>
            <pc:sldMk cId="1256059550" sldId="2147480831"/>
            <ac:spMk id="224" creationId="{85BC9C2E-C34B-E93D-65E3-92129BE29BF3}"/>
          </ac:spMkLst>
        </pc:spChg>
        <pc:spChg chg="add del mod">
          <ac:chgData name="Takeuchi, Koichiro" userId="b3848a05-443b-4434-8fa5-7398ca0c03c9" providerId="ADAL" clId="{0BCE8C6C-860B-4961-8907-604115D89DF6}" dt="2024-06-27T08:49:10.126" v="17784" actId="164"/>
          <ac:spMkLst>
            <pc:docMk/>
            <pc:sldMk cId="1256059550" sldId="2147480831"/>
            <ac:spMk id="225" creationId="{513D32F9-642B-3EFA-3570-EFC5C5499E57}"/>
          </ac:spMkLst>
        </pc:spChg>
        <pc:spChg chg="add del mod">
          <ac:chgData name="Takeuchi, Koichiro" userId="b3848a05-443b-4434-8fa5-7398ca0c03c9" providerId="ADAL" clId="{0BCE8C6C-860B-4961-8907-604115D89DF6}" dt="2024-06-27T03:11:48.310" v="15594" actId="478"/>
          <ac:spMkLst>
            <pc:docMk/>
            <pc:sldMk cId="1256059550" sldId="2147480831"/>
            <ac:spMk id="226" creationId="{1C041218-3C1A-4DBD-D465-670F31FEC15E}"/>
          </ac:spMkLst>
        </pc:spChg>
        <pc:spChg chg="add del mod">
          <ac:chgData name="Takeuchi, Koichiro" userId="b3848a05-443b-4434-8fa5-7398ca0c03c9" providerId="ADAL" clId="{0BCE8C6C-860B-4961-8907-604115D89DF6}" dt="2024-06-27T08:52:36.338" v="17898" actId="1037"/>
          <ac:spMkLst>
            <pc:docMk/>
            <pc:sldMk cId="1256059550" sldId="2147480831"/>
            <ac:spMk id="227" creationId="{3791F0AB-B144-EA72-B581-3B967285A068}"/>
          </ac:spMkLst>
        </pc:spChg>
        <pc:spChg chg="add del mod">
          <ac:chgData name="Takeuchi, Koichiro" userId="b3848a05-443b-4434-8fa5-7398ca0c03c9" providerId="ADAL" clId="{0BCE8C6C-860B-4961-8907-604115D89DF6}" dt="2024-06-27T05:15:51.184" v="16883" actId="478"/>
          <ac:spMkLst>
            <pc:docMk/>
            <pc:sldMk cId="1256059550" sldId="2147480831"/>
            <ac:spMk id="228" creationId="{D145CA5D-315C-8093-3932-05A5DF78AEDB}"/>
          </ac:spMkLst>
        </pc:spChg>
        <pc:spChg chg="add del mod">
          <ac:chgData name="Takeuchi, Koichiro" userId="b3848a05-443b-4434-8fa5-7398ca0c03c9" providerId="ADAL" clId="{0BCE8C6C-860B-4961-8907-604115D89DF6}" dt="2024-06-27T05:15:51.184" v="16883" actId="478"/>
          <ac:spMkLst>
            <pc:docMk/>
            <pc:sldMk cId="1256059550" sldId="2147480831"/>
            <ac:spMk id="229" creationId="{C595865B-12D8-5590-750D-555C2C1AA6C8}"/>
          </ac:spMkLst>
        </pc:spChg>
        <pc:spChg chg="add del mod">
          <ac:chgData name="Takeuchi, Koichiro" userId="b3848a05-443b-4434-8fa5-7398ca0c03c9" providerId="ADAL" clId="{0BCE8C6C-860B-4961-8907-604115D89DF6}" dt="2024-06-27T05:15:51.184" v="16883" actId="478"/>
          <ac:spMkLst>
            <pc:docMk/>
            <pc:sldMk cId="1256059550" sldId="2147480831"/>
            <ac:spMk id="230" creationId="{602760BC-0B36-4E2A-BDC1-01FDA1F6226A}"/>
          </ac:spMkLst>
        </pc:spChg>
        <pc:spChg chg="add del mod">
          <ac:chgData name="Takeuchi, Koichiro" userId="b3848a05-443b-4434-8fa5-7398ca0c03c9" providerId="ADAL" clId="{0BCE8C6C-860B-4961-8907-604115D89DF6}" dt="2024-06-27T05:15:51.184" v="16883" actId="478"/>
          <ac:spMkLst>
            <pc:docMk/>
            <pc:sldMk cId="1256059550" sldId="2147480831"/>
            <ac:spMk id="231" creationId="{1CAD19C7-DDBE-7096-F5EF-7318A6BF424D}"/>
          </ac:spMkLst>
        </pc:spChg>
        <pc:spChg chg="add del mod">
          <ac:chgData name="Takeuchi, Koichiro" userId="b3848a05-443b-4434-8fa5-7398ca0c03c9" providerId="ADAL" clId="{0BCE8C6C-860B-4961-8907-604115D89DF6}" dt="2024-06-27T05:15:51.184" v="16883" actId="478"/>
          <ac:spMkLst>
            <pc:docMk/>
            <pc:sldMk cId="1256059550" sldId="2147480831"/>
            <ac:spMk id="232" creationId="{5E443E82-5937-AA55-AF5B-A98307FE8801}"/>
          </ac:spMkLst>
        </pc:spChg>
        <pc:spChg chg="add del mod">
          <ac:chgData name="Takeuchi, Koichiro" userId="b3848a05-443b-4434-8fa5-7398ca0c03c9" providerId="ADAL" clId="{0BCE8C6C-860B-4961-8907-604115D89DF6}" dt="2024-06-27T05:15:51.184" v="16883" actId="478"/>
          <ac:spMkLst>
            <pc:docMk/>
            <pc:sldMk cId="1256059550" sldId="2147480831"/>
            <ac:spMk id="233" creationId="{68806A89-7F13-A8C9-138A-60EBC8463378}"/>
          </ac:spMkLst>
        </pc:spChg>
        <pc:spChg chg="add del mod">
          <ac:chgData name="Takeuchi, Koichiro" userId="b3848a05-443b-4434-8fa5-7398ca0c03c9" providerId="ADAL" clId="{0BCE8C6C-860B-4961-8907-604115D89DF6}" dt="2024-06-27T05:10:01.124" v="16472" actId="478"/>
          <ac:spMkLst>
            <pc:docMk/>
            <pc:sldMk cId="1256059550" sldId="2147480831"/>
            <ac:spMk id="234" creationId="{D7458064-EF37-8F1A-E665-1CC6B6A29BFD}"/>
          </ac:spMkLst>
        </pc:spChg>
        <pc:spChg chg="add del mod">
          <ac:chgData name="Takeuchi, Koichiro" userId="b3848a05-443b-4434-8fa5-7398ca0c03c9" providerId="ADAL" clId="{0BCE8C6C-860B-4961-8907-604115D89DF6}" dt="2024-06-27T05:10:04.234" v="16473" actId="478"/>
          <ac:spMkLst>
            <pc:docMk/>
            <pc:sldMk cId="1256059550" sldId="2147480831"/>
            <ac:spMk id="235" creationId="{7F53FFBB-295D-F640-7A46-07D192D92FD3}"/>
          </ac:spMkLst>
        </pc:spChg>
        <pc:spChg chg="add del mod">
          <ac:chgData name="Takeuchi, Koichiro" userId="b3848a05-443b-4434-8fa5-7398ca0c03c9" providerId="ADAL" clId="{0BCE8C6C-860B-4961-8907-604115D89DF6}" dt="2024-06-27T03:19:23.232" v="16051" actId="478"/>
          <ac:spMkLst>
            <pc:docMk/>
            <pc:sldMk cId="1256059550" sldId="2147480831"/>
            <ac:spMk id="236" creationId="{897BB624-636F-8806-9B3D-3AFC441F2124}"/>
          </ac:spMkLst>
        </pc:spChg>
        <pc:spChg chg="add del mod">
          <ac:chgData name="Takeuchi, Koichiro" userId="b3848a05-443b-4434-8fa5-7398ca0c03c9" providerId="ADAL" clId="{0BCE8C6C-860B-4961-8907-604115D89DF6}" dt="2024-06-27T05:10:21.930" v="16556" actId="478"/>
          <ac:spMkLst>
            <pc:docMk/>
            <pc:sldMk cId="1256059550" sldId="2147480831"/>
            <ac:spMk id="237" creationId="{0F0B8C15-4FF5-97E4-3306-61225592C76E}"/>
          </ac:spMkLst>
        </pc:spChg>
        <pc:spChg chg="add mod">
          <ac:chgData name="Takeuchi, Koichiro" userId="b3848a05-443b-4434-8fa5-7398ca0c03c9" providerId="ADAL" clId="{0BCE8C6C-860B-4961-8907-604115D89DF6}" dt="2024-06-27T03:19:54.330" v="16057"/>
          <ac:spMkLst>
            <pc:docMk/>
            <pc:sldMk cId="1256059550" sldId="2147480831"/>
            <ac:spMk id="238" creationId="{00FF6F69-8E33-3FA2-392E-3A4F5E714BE8}"/>
          </ac:spMkLst>
        </pc:spChg>
        <pc:spChg chg="add del mod">
          <ac:chgData name="Takeuchi, Koichiro" userId="b3848a05-443b-4434-8fa5-7398ca0c03c9" providerId="ADAL" clId="{0BCE8C6C-860B-4961-8907-604115D89DF6}" dt="2024-06-27T05:10:21.930" v="16556" actId="478"/>
          <ac:spMkLst>
            <pc:docMk/>
            <pc:sldMk cId="1256059550" sldId="2147480831"/>
            <ac:spMk id="239" creationId="{AD9064C2-E115-D148-472C-3427A8A416D7}"/>
          </ac:spMkLst>
        </pc:spChg>
        <pc:spChg chg="add del mod">
          <ac:chgData name="Takeuchi, Koichiro" userId="b3848a05-443b-4434-8fa5-7398ca0c03c9" providerId="ADAL" clId="{0BCE8C6C-860B-4961-8907-604115D89DF6}" dt="2024-06-27T05:02:15.831" v="16138" actId="478"/>
          <ac:spMkLst>
            <pc:docMk/>
            <pc:sldMk cId="1256059550" sldId="2147480831"/>
            <ac:spMk id="240" creationId="{F462492A-AD05-79AC-EB54-1E0B691FDE29}"/>
          </ac:spMkLst>
        </pc:spChg>
        <pc:spChg chg="add del mod">
          <ac:chgData name="Takeuchi, Koichiro" userId="b3848a05-443b-4434-8fa5-7398ca0c03c9" providerId="ADAL" clId="{0BCE8C6C-860B-4961-8907-604115D89DF6}" dt="2024-06-27T05:10:21.930" v="16556" actId="478"/>
          <ac:spMkLst>
            <pc:docMk/>
            <pc:sldMk cId="1256059550" sldId="2147480831"/>
            <ac:spMk id="241" creationId="{0ED58D70-4AF2-72C4-9339-4F0AFB51812B}"/>
          </ac:spMkLst>
        </pc:spChg>
        <pc:spChg chg="add del mod">
          <ac:chgData name="Takeuchi, Koichiro" userId="b3848a05-443b-4434-8fa5-7398ca0c03c9" providerId="ADAL" clId="{0BCE8C6C-860B-4961-8907-604115D89DF6}" dt="2024-06-27T05:10:45.444" v="16647" actId="478"/>
          <ac:spMkLst>
            <pc:docMk/>
            <pc:sldMk cId="1256059550" sldId="2147480831"/>
            <ac:spMk id="242" creationId="{28D4EFCD-7E63-D663-D1E0-9767AC001A8F}"/>
          </ac:spMkLst>
        </pc:spChg>
        <pc:spChg chg="add del mod">
          <ac:chgData name="Takeuchi, Koichiro" userId="b3848a05-443b-4434-8fa5-7398ca0c03c9" providerId="ADAL" clId="{0BCE8C6C-860B-4961-8907-604115D89DF6}" dt="2024-06-27T05:11:01.593" v="16700" actId="478"/>
          <ac:spMkLst>
            <pc:docMk/>
            <pc:sldMk cId="1256059550" sldId="2147480831"/>
            <ac:spMk id="243" creationId="{3C8D8030-02C7-1B03-58F1-AA8EBA3FCEBA}"/>
          </ac:spMkLst>
        </pc:spChg>
        <pc:spChg chg="add del mod">
          <ac:chgData name="Takeuchi, Koichiro" userId="b3848a05-443b-4434-8fa5-7398ca0c03c9" providerId="ADAL" clId="{0BCE8C6C-860B-4961-8907-604115D89DF6}" dt="2024-06-27T05:11:01.593" v="16700" actId="478"/>
          <ac:spMkLst>
            <pc:docMk/>
            <pc:sldMk cId="1256059550" sldId="2147480831"/>
            <ac:spMk id="244" creationId="{47809B40-CCEC-E4BF-D76E-529610A2F95A}"/>
          </ac:spMkLst>
        </pc:spChg>
        <pc:spChg chg="add del mod">
          <ac:chgData name="Takeuchi, Koichiro" userId="b3848a05-443b-4434-8fa5-7398ca0c03c9" providerId="ADAL" clId="{0BCE8C6C-860B-4961-8907-604115D89DF6}" dt="2024-06-27T05:11:01.593" v="16700" actId="478"/>
          <ac:spMkLst>
            <pc:docMk/>
            <pc:sldMk cId="1256059550" sldId="2147480831"/>
            <ac:spMk id="245" creationId="{455FF4D8-C064-07E2-5DF3-F97078E3D2A6}"/>
          </ac:spMkLst>
        </pc:spChg>
        <pc:spChg chg="add del mod">
          <ac:chgData name="Takeuchi, Koichiro" userId="b3848a05-443b-4434-8fa5-7398ca0c03c9" providerId="ADAL" clId="{0BCE8C6C-860B-4961-8907-604115D89DF6}" dt="2024-06-27T05:11:01.593" v="16700" actId="478"/>
          <ac:spMkLst>
            <pc:docMk/>
            <pc:sldMk cId="1256059550" sldId="2147480831"/>
            <ac:spMk id="246" creationId="{ACDBEFEE-30D3-6ED3-5666-99B0B6F705FE}"/>
          </ac:spMkLst>
        </pc:spChg>
        <pc:spChg chg="add del mod">
          <ac:chgData name="Takeuchi, Koichiro" userId="b3848a05-443b-4434-8fa5-7398ca0c03c9" providerId="ADAL" clId="{0BCE8C6C-860B-4961-8907-604115D89DF6}" dt="2024-06-27T05:11:01.593" v="16700" actId="478"/>
          <ac:spMkLst>
            <pc:docMk/>
            <pc:sldMk cId="1256059550" sldId="2147480831"/>
            <ac:spMk id="247" creationId="{F96F8A0C-4C9A-B41E-A29E-C8F9DD8E48FE}"/>
          </ac:spMkLst>
        </pc:spChg>
        <pc:spChg chg="add del mod">
          <ac:chgData name="Takeuchi, Koichiro" userId="b3848a05-443b-4434-8fa5-7398ca0c03c9" providerId="ADAL" clId="{0BCE8C6C-860B-4961-8907-604115D89DF6}" dt="2024-06-27T05:11:01.593" v="16700" actId="478"/>
          <ac:spMkLst>
            <pc:docMk/>
            <pc:sldMk cId="1256059550" sldId="2147480831"/>
            <ac:spMk id="248" creationId="{4B7C837E-0BFE-76A7-65EC-44ED7AF28111}"/>
          </ac:spMkLst>
        </pc:spChg>
        <pc:spChg chg="add del mod">
          <ac:chgData name="Takeuchi, Koichiro" userId="b3848a05-443b-4434-8fa5-7398ca0c03c9" providerId="ADAL" clId="{0BCE8C6C-860B-4961-8907-604115D89DF6}" dt="2024-06-27T05:11:11.052" v="16702" actId="478"/>
          <ac:spMkLst>
            <pc:docMk/>
            <pc:sldMk cId="1256059550" sldId="2147480831"/>
            <ac:spMk id="249" creationId="{CA819F1D-AB2C-AEBE-0CAE-9A9B54A9E474}"/>
          </ac:spMkLst>
        </pc:spChg>
        <pc:spChg chg="add del mod">
          <ac:chgData name="Takeuchi, Koichiro" userId="b3848a05-443b-4434-8fa5-7398ca0c03c9" providerId="ADAL" clId="{0BCE8C6C-860B-4961-8907-604115D89DF6}" dt="2024-06-27T05:11:11.052" v="16702" actId="478"/>
          <ac:spMkLst>
            <pc:docMk/>
            <pc:sldMk cId="1256059550" sldId="2147480831"/>
            <ac:spMk id="250" creationId="{423E4230-52A9-8036-E20A-077A6267B27F}"/>
          </ac:spMkLst>
        </pc:spChg>
        <pc:spChg chg="add mod">
          <ac:chgData name="Takeuchi, Koichiro" userId="b3848a05-443b-4434-8fa5-7398ca0c03c9" providerId="ADAL" clId="{0BCE8C6C-860B-4961-8907-604115D89DF6}" dt="2024-06-27T08:49:10.126" v="17784" actId="164"/>
          <ac:spMkLst>
            <pc:docMk/>
            <pc:sldMk cId="1256059550" sldId="2147480831"/>
            <ac:spMk id="251" creationId="{81507707-9F80-FF46-842A-73FC5851881F}"/>
          </ac:spMkLst>
        </pc:spChg>
        <pc:spChg chg="add del mod">
          <ac:chgData name="Takeuchi, Koichiro" userId="b3848a05-443b-4434-8fa5-7398ca0c03c9" providerId="ADAL" clId="{0BCE8C6C-860B-4961-8907-604115D89DF6}" dt="2024-06-27T05:11:11.052" v="16702" actId="478"/>
          <ac:spMkLst>
            <pc:docMk/>
            <pc:sldMk cId="1256059550" sldId="2147480831"/>
            <ac:spMk id="252" creationId="{50DA63EA-5D31-9CDB-F590-01159A8775FA}"/>
          </ac:spMkLst>
        </pc:spChg>
        <pc:spChg chg="mod">
          <ac:chgData name="Takeuchi, Koichiro" userId="b3848a05-443b-4434-8fa5-7398ca0c03c9" providerId="ADAL" clId="{0BCE8C6C-860B-4961-8907-604115D89DF6}" dt="2024-06-27T08:58:47.613" v="18099" actId="947"/>
          <ac:spMkLst>
            <pc:docMk/>
            <pc:sldMk cId="1256059550" sldId="2147480831"/>
            <ac:spMk id="255" creationId="{8DF0C800-9480-1D55-C3A5-A90B83D54F6D}"/>
          </ac:spMkLst>
        </pc:spChg>
        <pc:spChg chg="mod">
          <ac:chgData name="Takeuchi, Koichiro" userId="b3848a05-443b-4434-8fa5-7398ca0c03c9" providerId="ADAL" clId="{0BCE8C6C-860B-4961-8907-604115D89DF6}" dt="2024-06-27T05:11:47.492" v="16717"/>
          <ac:spMkLst>
            <pc:docMk/>
            <pc:sldMk cId="1256059550" sldId="2147480831"/>
            <ac:spMk id="258" creationId="{DAB7FB17-845B-0920-B2AC-A1430A6FBDEF}"/>
          </ac:spMkLst>
        </pc:spChg>
        <pc:spChg chg="mod">
          <ac:chgData name="Takeuchi, Koichiro" userId="b3848a05-443b-4434-8fa5-7398ca0c03c9" providerId="ADAL" clId="{0BCE8C6C-860B-4961-8907-604115D89DF6}" dt="2024-06-27T08:30:45.692" v="17640" actId="404"/>
          <ac:spMkLst>
            <pc:docMk/>
            <pc:sldMk cId="1256059550" sldId="2147480831"/>
            <ac:spMk id="261" creationId="{B729E585-1275-2798-C16A-CCF61EC14F33}"/>
          </ac:spMkLst>
        </pc:spChg>
        <pc:spChg chg="add mod">
          <ac:chgData name="Takeuchi, Koichiro" userId="b3848a05-443b-4434-8fa5-7398ca0c03c9" providerId="ADAL" clId="{0BCE8C6C-860B-4961-8907-604115D89DF6}" dt="2024-06-27T05:12:04.243" v="16720"/>
          <ac:spMkLst>
            <pc:docMk/>
            <pc:sldMk cId="1256059550" sldId="2147480831"/>
            <ac:spMk id="262" creationId="{13F54DFC-015E-3ABF-3B49-E6DF60880083}"/>
          </ac:spMkLst>
        </pc:spChg>
        <pc:spChg chg="add mod">
          <ac:chgData name="Takeuchi, Koichiro" userId="b3848a05-443b-4434-8fa5-7398ca0c03c9" providerId="ADAL" clId="{0BCE8C6C-860B-4961-8907-604115D89DF6}" dt="2024-06-27T08:52:36.338" v="17898" actId="1037"/>
          <ac:spMkLst>
            <pc:docMk/>
            <pc:sldMk cId="1256059550" sldId="2147480831"/>
            <ac:spMk id="263" creationId="{23249CE0-6054-8C26-59F0-EDA6D641ABCC}"/>
          </ac:spMkLst>
        </pc:spChg>
        <pc:spChg chg="add mod">
          <ac:chgData name="Takeuchi, Koichiro" userId="b3848a05-443b-4434-8fa5-7398ca0c03c9" providerId="ADAL" clId="{0BCE8C6C-860B-4961-8907-604115D89DF6}" dt="2024-06-27T08:49:10.126" v="17784" actId="164"/>
          <ac:spMkLst>
            <pc:docMk/>
            <pc:sldMk cId="1256059550" sldId="2147480831"/>
            <ac:spMk id="307" creationId="{A30F2A7E-74DF-AB94-8078-83D7E13CCB00}"/>
          </ac:spMkLst>
        </pc:spChg>
        <pc:spChg chg="add mod">
          <ac:chgData name="Takeuchi, Koichiro" userId="b3848a05-443b-4434-8fa5-7398ca0c03c9" providerId="ADAL" clId="{0BCE8C6C-860B-4961-8907-604115D89DF6}" dt="2024-06-27T08:52:36.338" v="17898" actId="1037"/>
          <ac:spMkLst>
            <pc:docMk/>
            <pc:sldMk cId="1256059550" sldId="2147480831"/>
            <ac:spMk id="308" creationId="{48AD3ECE-2A9A-A9F8-0CBE-5B277B5774CE}"/>
          </ac:spMkLst>
        </pc:spChg>
        <pc:grpChg chg="add mod">
          <ac:chgData name="Takeuchi, Koichiro" userId="b3848a05-443b-4434-8fa5-7398ca0c03c9" providerId="ADAL" clId="{0BCE8C6C-860B-4961-8907-604115D89DF6}" dt="2024-06-27T08:50:08.354" v="17846" actId="553"/>
          <ac:grpSpMkLst>
            <pc:docMk/>
            <pc:sldMk cId="1256059550" sldId="2147480831"/>
            <ac:grpSpMk id="3" creationId="{E7C2F6B4-B08F-1C31-681A-3B6EB5A30FD3}"/>
          </ac:grpSpMkLst>
        </pc:grpChg>
        <pc:grpChg chg="add mod">
          <ac:chgData name="Takeuchi, Koichiro" userId="b3848a05-443b-4434-8fa5-7398ca0c03c9" providerId="ADAL" clId="{0BCE8C6C-860B-4961-8907-604115D89DF6}" dt="2024-06-27T08:52:27.435" v="17878" actId="14100"/>
          <ac:grpSpMkLst>
            <pc:docMk/>
            <pc:sldMk cId="1256059550" sldId="2147480831"/>
            <ac:grpSpMk id="6" creationId="{700CCA30-8242-5458-5993-8558AF2A708C}"/>
          </ac:grpSpMkLst>
        </pc:grpChg>
        <pc:grpChg chg="add del mod">
          <ac:chgData name="Takeuchi, Koichiro" userId="b3848a05-443b-4434-8fa5-7398ca0c03c9" providerId="ADAL" clId="{0BCE8C6C-860B-4961-8907-604115D89DF6}" dt="2024-06-27T02:14:52.453" v="13702" actId="165"/>
          <ac:grpSpMkLst>
            <pc:docMk/>
            <pc:sldMk cId="1256059550" sldId="2147480831"/>
            <ac:grpSpMk id="14" creationId="{74D9AC98-D393-ED95-575F-CF9030DFCDA4}"/>
          </ac:grpSpMkLst>
        </pc:grpChg>
        <pc:grpChg chg="add mod">
          <ac:chgData name="Takeuchi, Koichiro" userId="b3848a05-443b-4434-8fa5-7398ca0c03c9" providerId="ADAL" clId="{0BCE8C6C-860B-4961-8907-604115D89DF6}" dt="2024-06-27T08:50:15.171" v="17848" actId="553"/>
          <ac:grpSpMkLst>
            <pc:docMk/>
            <pc:sldMk cId="1256059550" sldId="2147480831"/>
            <ac:grpSpMk id="25" creationId="{2A54FA47-0E35-1A7B-2118-B7581D0D08E2}"/>
          </ac:grpSpMkLst>
        </pc:grpChg>
        <pc:grpChg chg="add del mod">
          <ac:chgData name="Takeuchi, Koichiro" userId="b3848a05-443b-4434-8fa5-7398ca0c03c9" providerId="ADAL" clId="{0BCE8C6C-860B-4961-8907-604115D89DF6}" dt="2024-06-27T08:48:54.040" v="17780" actId="165"/>
          <ac:grpSpMkLst>
            <pc:docMk/>
            <pc:sldMk cId="1256059550" sldId="2147480831"/>
            <ac:grpSpMk id="29" creationId="{E29A32CD-FC62-9887-CE14-FF69CCC19C2D}"/>
          </ac:grpSpMkLst>
        </pc:grpChg>
        <pc:grpChg chg="mod">
          <ac:chgData name="Takeuchi, Koichiro" userId="b3848a05-443b-4434-8fa5-7398ca0c03c9" providerId="ADAL" clId="{0BCE8C6C-860B-4961-8907-604115D89DF6}" dt="2024-06-27T08:50:11.916" v="17847" actId="14100"/>
          <ac:grpSpMkLst>
            <pc:docMk/>
            <pc:sldMk cId="1256059550" sldId="2147480831"/>
            <ac:grpSpMk id="44" creationId="{0268E6E6-0163-7AB8-FE04-4731C4A726D4}"/>
          </ac:grpSpMkLst>
        </pc:grpChg>
        <pc:grpChg chg="mod">
          <ac:chgData name="Takeuchi, Koichiro" userId="b3848a05-443b-4434-8fa5-7398ca0c03c9" providerId="ADAL" clId="{0BCE8C6C-860B-4961-8907-604115D89DF6}" dt="2024-06-27T08:50:22.544" v="17858" actId="1036"/>
          <ac:grpSpMkLst>
            <pc:docMk/>
            <pc:sldMk cId="1256059550" sldId="2147480831"/>
            <ac:grpSpMk id="50" creationId="{ACEFCF3C-2616-77E0-F8EF-14862CC5C5D9}"/>
          </ac:grpSpMkLst>
        </pc:grpChg>
        <pc:grpChg chg="del">
          <ac:chgData name="Takeuchi, Koichiro" userId="b3848a05-443b-4434-8fa5-7398ca0c03c9" providerId="ADAL" clId="{0BCE8C6C-860B-4961-8907-604115D89DF6}" dt="2024-06-27T02:06:22.110" v="13027" actId="478"/>
          <ac:grpSpMkLst>
            <pc:docMk/>
            <pc:sldMk cId="1256059550" sldId="2147480831"/>
            <ac:grpSpMk id="111" creationId="{2D688D98-EE07-5F8A-0F9E-9141FDA63330}"/>
          </ac:grpSpMkLst>
        </pc:grpChg>
        <pc:grpChg chg="del">
          <ac:chgData name="Takeuchi, Koichiro" userId="b3848a05-443b-4434-8fa5-7398ca0c03c9" providerId="ADAL" clId="{0BCE8C6C-860B-4961-8907-604115D89DF6}" dt="2024-06-27T02:06:22.110" v="13027" actId="478"/>
          <ac:grpSpMkLst>
            <pc:docMk/>
            <pc:sldMk cId="1256059550" sldId="2147480831"/>
            <ac:grpSpMk id="128" creationId="{323B008A-E583-A9D8-DEB3-61443458A4AD}"/>
          </ac:grpSpMkLst>
        </pc:grpChg>
        <pc:grpChg chg="del">
          <ac:chgData name="Takeuchi, Koichiro" userId="b3848a05-443b-4434-8fa5-7398ca0c03c9" providerId="ADAL" clId="{0BCE8C6C-860B-4961-8907-604115D89DF6}" dt="2024-06-27T02:06:22.110" v="13027" actId="478"/>
          <ac:grpSpMkLst>
            <pc:docMk/>
            <pc:sldMk cId="1256059550" sldId="2147480831"/>
            <ac:grpSpMk id="152" creationId="{9B36B912-4FC9-6B3A-63C8-EF7A339D9EF9}"/>
          </ac:grpSpMkLst>
        </pc:grpChg>
        <pc:grpChg chg="add del mod">
          <ac:chgData name="Takeuchi, Koichiro" userId="b3848a05-443b-4434-8fa5-7398ca0c03c9" providerId="ADAL" clId="{0BCE8C6C-860B-4961-8907-604115D89DF6}" dt="2024-06-27T03:11:43.456" v="15593" actId="478"/>
          <ac:grpSpMkLst>
            <pc:docMk/>
            <pc:sldMk cId="1256059550" sldId="2147480831"/>
            <ac:grpSpMk id="190" creationId="{8ADA6018-DF5F-C463-B5C7-E073F3A1CAB4}"/>
          </ac:grpSpMkLst>
        </pc:grpChg>
        <pc:grpChg chg="add del mod">
          <ac:chgData name="Takeuchi, Koichiro" userId="b3848a05-443b-4434-8fa5-7398ca0c03c9" providerId="ADAL" clId="{0BCE8C6C-860B-4961-8907-604115D89DF6}" dt="2024-06-27T03:11:43.456" v="15593" actId="478"/>
          <ac:grpSpMkLst>
            <pc:docMk/>
            <pc:sldMk cId="1256059550" sldId="2147480831"/>
            <ac:grpSpMk id="204" creationId="{1FD2846C-3D48-57A3-95BF-BA0D51969BD6}"/>
          </ac:grpSpMkLst>
        </pc:grpChg>
        <pc:grpChg chg="add del mod">
          <ac:chgData name="Takeuchi, Koichiro" userId="b3848a05-443b-4434-8fa5-7398ca0c03c9" providerId="ADAL" clId="{0BCE8C6C-860B-4961-8907-604115D89DF6}" dt="2024-06-27T03:11:43.456" v="15593" actId="478"/>
          <ac:grpSpMkLst>
            <pc:docMk/>
            <pc:sldMk cId="1256059550" sldId="2147480831"/>
            <ac:grpSpMk id="219" creationId="{546FB9B0-7DA0-4F9C-BB2D-BC07E26D49B6}"/>
          </ac:grpSpMkLst>
        </pc:grpChg>
        <pc:grpChg chg="add mod">
          <ac:chgData name="Takeuchi, Koichiro" userId="b3848a05-443b-4434-8fa5-7398ca0c03c9" providerId="ADAL" clId="{0BCE8C6C-860B-4961-8907-604115D89DF6}" dt="2024-06-27T08:49:10.126" v="17784" actId="164"/>
          <ac:grpSpMkLst>
            <pc:docMk/>
            <pc:sldMk cId="1256059550" sldId="2147480831"/>
            <ac:grpSpMk id="253" creationId="{57EDF151-EDB9-13C6-5073-717E1CB3AEBB}"/>
          </ac:grpSpMkLst>
        </pc:grpChg>
        <pc:grpChg chg="add del mod">
          <ac:chgData name="Takeuchi, Koichiro" userId="b3848a05-443b-4434-8fa5-7398ca0c03c9" providerId="ADAL" clId="{0BCE8C6C-860B-4961-8907-604115D89DF6}" dt="2024-06-27T05:12:09.257" v="16721" actId="478"/>
          <ac:grpSpMkLst>
            <pc:docMk/>
            <pc:sldMk cId="1256059550" sldId="2147480831"/>
            <ac:grpSpMk id="256" creationId="{019E3701-0316-C9C9-6BB4-5F73D8605A56}"/>
          </ac:grpSpMkLst>
        </pc:grpChg>
        <pc:grpChg chg="add mod">
          <ac:chgData name="Takeuchi, Koichiro" userId="b3848a05-443b-4434-8fa5-7398ca0c03c9" providerId="ADAL" clId="{0BCE8C6C-860B-4961-8907-604115D89DF6}" dt="2024-06-27T08:52:36.338" v="17898" actId="1037"/>
          <ac:grpSpMkLst>
            <pc:docMk/>
            <pc:sldMk cId="1256059550" sldId="2147480831"/>
            <ac:grpSpMk id="259" creationId="{BD742AFC-913D-9D9A-8B50-52664690A895}"/>
          </ac:grpSpMkLst>
        </pc:grpChg>
        <pc:cxnChg chg="del mod">
          <ac:chgData name="Takeuchi, Koichiro" userId="b3848a05-443b-4434-8fa5-7398ca0c03c9" providerId="ADAL" clId="{0BCE8C6C-860B-4961-8907-604115D89DF6}" dt="2024-06-27T02:06:30.561" v="13029" actId="478"/>
          <ac:cxnSpMkLst>
            <pc:docMk/>
            <pc:sldMk cId="1256059550" sldId="2147480831"/>
            <ac:cxnSpMk id="21" creationId="{66553A0F-A23B-EE48-AC0E-60F2E55F3516}"/>
          </ac:cxnSpMkLst>
        </pc:cxnChg>
        <pc:cxnChg chg="mod">
          <ac:chgData name="Takeuchi, Koichiro" userId="b3848a05-443b-4434-8fa5-7398ca0c03c9" providerId="ADAL" clId="{0BCE8C6C-860B-4961-8907-604115D89DF6}" dt="2024-06-27T08:50:08.354" v="17846" actId="553"/>
          <ac:cxnSpMkLst>
            <pc:docMk/>
            <pc:sldMk cId="1256059550" sldId="2147480831"/>
            <ac:cxnSpMk id="22" creationId="{130F5DBF-645B-D8CF-3BD2-17554BC75219}"/>
          </ac:cxnSpMkLst>
        </pc:cxnChg>
        <pc:cxnChg chg="mod">
          <ac:chgData name="Takeuchi, Koichiro" userId="b3848a05-443b-4434-8fa5-7398ca0c03c9" providerId="ADAL" clId="{0BCE8C6C-860B-4961-8907-604115D89DF6}" dt="2024-06-27T08:50:08.354" v="17846" actId="553"/>
          <ac:cxnSpMkLst>
            <pc:docMk/>
            <pc:sldMk cId="1256059550" sldId="2147480831"/>
            <ac:cxnSpMk id="23" creationId="{9A7CA008-4115-3C2A-02F7-6DD94000A43F}"/>
          </ac:cxnSpMkLst>
        </pc:cxnChg>
        <pc:cxnChg chg="del mod">
          <ac:chgData name="Takeuchi, Koichiro" userId="b3848a05-443b-4434-8fa5-7398ca0c03c9" providerId="ADAL" clId="{0BCE8C6C-860B-4961-8907-604115D89DF6}" dt="2024-06-27T02:06:30.561" v="13029" actId="478"/>
          <ac:cxnSpMkLst>
            <pc:docMk/>
            <pc:sldMk cId="1256059550" sldId="2147480831"/>
            <ac:cxnSpMk id="26" creationId="{7CD49409-59A3-CB39-0ADA-0B190C5E0CD1}"/>
          </ac:cxnSpMkLst>
        </pc:cxnChg>
        <pc:cxnChg chg="mod">
          <ac:chgData name="Takeuchi, Koichiro" userId="b3848a05-443b-4434-8fa5-7398ca0c03c9" providerId="ADAL" clId="{0BCE8C6C-860B-4961-8907-604115D89DF6}" dt="2024-06-27T08:50:08.354" v="17846" actId="553"/>
          <ac:cxnSpMkLst>
            <pc:docMk/>
            <pc:sldMk cId="1256059550" sldId="2147480831"/>
            <ac:cxnSpMk id="27" creationId="{DE7AA20C-F602-DBEA-0FB0-4C3CE1A0FA43}"/>
          </ac:cxnSpMkLst>
        </pc:cxnChg>
        <pc:cxnChg chg="del mod">
          <ac:chgData name="Takeuchi, Koichiro" userId="b3848a05-443b-4434-8fa5-7398ca0c03c9" providerId="ADAL" clId="{0BCE8C6C-860B-4961-8907-604115D89DF6}" dt="2024-06-27T02:20:55.645" v="13833" actId="478"/>
          <ac:cxnSpMkLst>
            <pc:docMk/>
            <pc:sldMk cId="1256059550" sldId="2147480831"/>
            <ac:cxnSpMk id="28" creationId="{24CAE752-6A1D-0EAD-DA4F-878A0CE2E25B}"/>
          </ac:cxnSpMkLst>
        </pc:cxnChg>
        <pc:cxnChg chg="add del mod">
          <ac:chgData name="Takeuchi, Koichiro" userId="b3848a05-443b-4434-8fa5-7398ca0c03c9" providerId="ADAL" clId="{0BCE8C6C-860B-4961-8907-604115D89DF6}" dt="2024-06-27T02:18:02.942" v="13762" actId="478"/>
          <ac:cxnSpMkLst>
            <pc:docMk/>
            <pc:sldMk cId="1256059550" sldId="2147480831"/>
            <ac:cxnSpMk id="30" creationId="{2203F37F-7249-C84B-28AF-065D59CAF6CA}"/>
          </ac:cxnSpMkLst>
        </pc:cxnChg>
        <pc:cxnChg chg="del mod">
          <ac:chgData name="Takeuchi, Koichiro" userId="b3848a05-443b-4434-8fa5-7398ca0c03c9" providerId="ADAL" clId="{0BCE8C6C-860B-4961-8907-604115D89DF6}" dt="2024-06-27T02:06:30.561" v="13029" actId="478"/>
          <ac:cxnSpMkLst>
            <pc:docMk/>
            <pc:sldMk cId="1256059550" sldId="2147480831"/>
            <ac:cxnSpMk id="32" creationId="{D1C73711-1B88-C02A-DA57-7DABBF432709}"/>
          </ac:cxnSpMkLst>
        </pc:cxnChg>
        <pc:cxnChg chg="del mod">
          <ac:chgData name="Takeuchi, Koichiro" userId="b3848a05-443b-4434-8fa5-7398ca0c03c9" providerId="ADAL" clId="{0BCE8C6C-860B-4961-8907-604115D89DF6}" dt="2024-06-27T02:18:02.942" v="13762" actId="478"/>
          <ac:cxnSpMkLst>
            <pc:docMk/>
            <pc:sldMk cId="1256059550" sldId="2147480831"/>
            <ac:cxnSpMk id="34" creationId="{FB12DB99-C24E-8C3F-EA03-5094FB7D4299}"/>
          </ac:cxnSpMkLst>
        </pc:cxnChg>
        <pc:cxnChg chg="add del mod">
          <ac:chgData name="Takeuchi, Koichiro" userId="b3848a05-443b-4434-8fa5-7398ca0c03c9" providerId="ADAL" clId="{0BCE8C6C-860B-4961-8907-604115D89DF6}" dt="2024-06-27T02:18:02.942" v="13762" actId="478"/>
          <ac:cxnSpMkLst>
            <pc:docMk/>
            <pc:sldMk cId="1256059550" sldId="2147480831"/>
            <ac:cxnSpMk id="35" creationId="{E3835E5E-B0A9-9383-9D1F-88AAD5A64907}"/>
          </ac:cxnSpMkLst>
        </pc:cxnChg>
        <pc:cxnChg chg="del mod">
          <ac:chgData name="Takeuchi, Koichiro" userId="b3848a05-443b-4434-8fa5-7398ca0c03c9" providerId="ADAL" clId="{0BCE8C6C-860B-4961-8907-604115D89DF6}" dt="2024-06-27T02:06:30.561" v="13029" actId="478"/>
          <ac:cxnSpMkLst>
            <pc:docMk/>
            <pc:sldMk cId="1256059550" sldId="2147480831"/>
            <ac:cxnSpMk id="36" creationId="{7CA62F66-C003-ECC9-E963-723A58F8E457}"/>
          </ac:cxnSpMkLst>
        </pc:cxnChg>
        <pc:cxnChg chg="del mod">
          <ac:chgData name="Takeuchi, Koichiro" userId="b3848a05-443b-4434-8fa5-7398ca0c03c9" providerId="ADAL" clId="{0BCE8C6C-860B-4961-8907-604115D89DF6}" dt="2024-06-27T02:15:55.216" v="13709" actId="478"/>
          <ac:cxnSpMkLst>
            <pc:docMk/>
            <pc:sldMk cId="1256059550" sldId="2147480831"/>
            <ac:cxnSpMk id="37" creationId="{6777F080-77AD-8A6A-2E84-10D81AE3434F}"/>
          </ac:cxnSpMkLst>
        </pc:cxnChg>
        <pc:cxnChg chg="add del mod">
          <ac:chgData name="Takeuchi, Koichiro" userId="b3848a05-443b-4434-8fa5-7398ca0c03c9" providerId="ADAL" clId="{0BCE8C6C-860B-4961-8907-604115D89DF6}" dt="2024-06-27T02:25:02.960" v="13844" actId="478"/>
          <ac:cxnSpMkLst>
            <pc:docMk/>
            <pc:sldMk cId="1256059550" sldId="2147480831"/>
            <ac:cxnSpMk id="40" creationId="{A73DC07F-7A69-403E-E68C-CED62189C9F2}"/>
          </ac:cxnSpMkLst>
        </pc:cxnChg>
        <pc:cxnChg chg="add del mod">
          <ac:chgData name="Takeuchi, Koichiro" userId="b3848a05-443b-4434-8fa5-7398ca0c03c9" providerId="ADAL" clId="{0BCE8C6C-860B-4961-8907-604115D89DF6}" dt="2024-06-27T02:18:02.942" v="13762" actId="478"/>
          <ac:cxnSpMkLst>
            <pc:docMk/>
            <pc:sldMk cId="1256059550" sldId="2147480831"/>
            <ac:cxnSpMk id="41" creationId="{2FA24D9E-32A3-E6E1-4F18-469C72FF477D}"/>
          </ac:cxnSpMkLst>
        </pc:cxnChg>
        <pc:cxnChg chg="del mod">
          <ac:chgData name="Takeuchi, Koichiro" userId="b3848a05-443b-4434-8fa5-7398ca0c03c9" providerId="ADAL" clId="{0BCE8C6C-860B-4961-8907-604115D89DF6}" dt="2024-06-27T02:06:30.561" v="13029" actId="478"/>
          <ac:cxnSpMkLst>
            <pc:docMk/>
            <pc:sldMk cId="1256059550" sldId="2147480831"/>
            <ac:cxnSpMk id="43" creationId="{52734E9F-A7E2-DF34-376C-402F8B261D8A}"/>
          </ac:cxnSpMkLst>
        </pc:cxnChg>
        <pc:cxnChg chg="del mod">
          <ac:chgData name="Takeuchi, Koichiro" userId="b3848a05-443b-4434-8fa5-7398ca0c03c9" providerId="ADAL" clId="{0BCE8C6C-860B-4961-8907-604115D89DF6}" dt="2024-06-27T02:06:30.561" v="13029" actId="478"/>
          <ac:cxnSpMkLst>
            <pc:docMk/>
            <pc:sldMk cId="1256059550" sldId="2147480831"/>
            <ac:cxnSpMk id="49" creationId="{652A47AE-442A-E3FA-24FA-262F9E693754}"/>
          </ac:cxnSpMkLst>
        </pc:cxnChg>
        <pc:cxnChg chg="del mod">
          <ac:chgData name="Takeuchi, Koichiro" userId="b3848a05-443b-4434-8fa5-7398ca0c03c9" providerId="ADAL" clId="{0BCE8C6C-860B-4961-8907-604115D89DF6}" dt="2024-06-27T02:06:30.561" v="13029" actId="478"/>
          <ac:cxnSpMkLst>
            <pc:docMk/>
            <pc:sldMk cId="1256059550" sldId="2147480831"/>
            <ac:cxnSpMk id="67" creationId="{24072D39-9BAD-9607-004D-A1537ECBDA13}"/>
          </ac:cxnSpMkLst>
        </pc:cxnChg>
        <pc:cxnChg chg="del mod">
          <ac:chgData name="Takeuchi, Koichiro" userId="b3848a05-443b-4434-8fa5-7398ca0c03c9" providerId="ADAL" clId="{0BCE8C6C-860B-4961-8907-604115D89DF6}" dt="2024-06-27T02:06:30.561" v="13029" actId="478"/>
          <ac:cxnSpMkLst>
            <pc:docMk/>
            <pc:sldMk cId="1256059550" sldId="2147480831"/>
            <ac:cxnSpMk id="69" creationId="{2A46A413-4F78-78F5-5802-A7D636BD7AAB}"/>
          </ac:cxnSpMkLst>
        </pc:cxnChg>
        <pc:cxnChg chg="del mod">
          <ac:chgData name="Takeuchi, Koichiro" userId="b3848a05-443b-4434-8fa5-7398ca0c03c9" providerId="ADAL" clId="{0BCE8C6C-860B-4961-8907-604115D89DF6}" dt="2024-06-27T02:06:30.561" v="13029" actId="478"/>
          <ac:cxnSpMkLst>
            <pc:docMk/>
            <pc:sldMk cId="1256059550" sldId="2147480831"/>
            <ac:cxnSpMk id="70" creationId="{DD75F00D-0218-3FA0-02A7-E7CEE4D15951}"/>
          </ac:cxnSpMkLst>
        </pc:cxnChg>
        <pc:cxnChg chg="add del mod">
          <ac:chgData name="Takeuchi, Koichiro" userId="b3848a05-443b-4434-8fa5-7398ca0c03c9" providerId="ADAL" clId="{0BCE8C6C-860B-4961-8907-604115D89DF6}" dt="2024-06-27T02:20:57.454" v="13834" actId="478"/>
          <ac:cxnSpMkLst>
            <pc:docMk/>
            <pc:sldMk cId="1256059550" sldId="2147480831"/>
            <ac:cxnSpMk id="71" creationId="{68AB75EE-0564-C905-512E-29ED9DF6F20B}"/>
          </ac:cxnSpMkLst>
        </pc:cxnChg>
        <pc:cxnChg chg="del mod">
          <ac:chgData name="Takeuchi, Koichiro" userId="b3848a05-443b-4434-8fa5-7398ca0c03c9" providerId="ADAL" clId="{0BCE8C6C-860B-4961-8907-604115D89DF6}" dt="2024-06-27T02:06:30.561" v="13029" actId="478"/>
          <ac:cxnSpMkLst>
            <pc:docMk/>
            <pc:sldMk cId="1256059550" sldId="2147480831"/>
            <ac:cxnSpMk id="73" creationId="{20A1246F-F17E-D865-6795-19D78F5B5644}"/>
          </ac:cxnSpMkLst>
        </pc:cxnChg>
        <pc:cxnChg chg="del mod">
          <ac:chgData name="Takeuchi, Koichiro" userId="b3848a05-443b-4434-8fa5-7398ca0c03c9" providerId="ADAL" clId="{0BCE8C6C-860B-4961-8907-604115D89DF6}" dt="2024-06-27T02:06:30.561" v="13029" actId="478"/>
          <ac:cxnSpMkLst>
            <pc:docMk/>
            <pc:sldMk cId="1256059550" sldId="2147480831"/>
            <ac:cxnSpMk id="76" creationId="{93640FF4-FCF8-3748-6A43-00CACF9219AB}"/>
          </ac:cxnSpMkLst>
        </pc:cxnChg>
        <pc:cxnChg chg="del mod">
          <ac:chgData name="Takeuchi, Koichiro" userId="b3848a05-443b-4434-8fa5-7398ca0c03c9" providerId="ADAL" clId="{0BCE8C6C-860B-4961-8907-604115D89DF6}" dt="2024-06-27T02:06:30.561" v="13029" actId="478"/>
          <ac:cxnSpMkLst>
            <pc:docMk/>
            <pc:sldMk cId="1256059550" sldId="2147480831"/>
            <ac:cxnSpMk id="79" creationId="{2928148E-7372-53CC-714A-EDD838D83AF1}"/>
          </ac:cxnSpMkLst>
        </pc:cxnChg>
        <pc:cxnChg chg="add del mod">
          <ac:chgData name="Takeuchi, Koichiro" userId="b3848a05-443b-4434-8fa5-7398ca0c03c9" providerId="ADAL" clId="{0BCE8C6C-860B-4961-8907-604115D89DF6}" dt="2024-06-27T02:25:02.960" v="13844" actId="478"/>
          <ac:cxnSpMkLst>
            <pc:docMk/>
            <pc:sldMk cId="1256059550" sldId="2147480831"/>
            <ac:cxnSpMk id="80" creationId="{3A79AC73-89A8-9262-2C9E-CD929822E863}"/>
          </ac:cxnSpMkLst>
        </pc:cxnChg>
        <pc:cxnChg chg="add del mod">
          <ac:chgData name="Takeuchi, Koichiro" userId="b3848a05-443b-4434-8fa5-7398ca0c03c9" providerId="ADAL" clId="{0BCE8C6C-860B-4961-8907-604115D89DF6}" dt="2024-06-27T02:20:06.458" v="13799" actId="478"/>
          <ac:cxnSpMkLst>
            <pc:docMk/>
            <pc:sldMk cId="1256059550" sldId="2147480831"/>
            <ac:cxnSpMk id="81" creationId="{DFA9AB58-2200-3552-D851-EBE18A5B3C59}"/>
          </ac:cxnSpMkLst>
        </pc:cxnChg>
        <pc:cxnChg chg="del mod">
          <ac:chgData name="Takeuchi, Koichiro" userId="b3848a05-443b-4434-8fa5-7398ca0c03c9" providerId="ADAL" clId="{0BCE8C6C-860B-4961-8907-604115D89DF6}" dt="2024-06-27T02:06:30.561" v="13029" actId="478"/>
          <ac:cxnSpMkLst>
            <pc:docMk/>
            <pc:sldMk cId="1256059550" sldId="2147480831"/>
            <ac:cxnSpMk id="82" creationId="{75C1D1B6-F059-004E-6D25-A23E5EACB51C}"/>
          </ac:cxnSpMkLst>
        </pc:cxnChg>
        <pc:cxnChg chg="add del mod">
          <ac:chgData name="Takeuchi, Koichiro" userId="b3848a05-443b-4434-8fa5-7398ca0c03c9" providerId="ADAL" clId="{0BCE8C6C-860B-4961-8907-604115D89DF6}" dt="2024-06-27T02:25:02.960" v="13844" actId="478"/>
          <ac:cxnSpMkLst>
            <pc:docMk/>
            <pc:sldMk cId="1256059550" sldId="2147480831"/>
            <ac:cxnSpMk id="84" creationId="{9DD5D6E7-E646-2565-9EAD-B087C356CC43}"/>
          </ac:cxnSpMkLst>
        </pc:cxnChg>
        <pc:cxnChg chg="del mod">
          <ac:chgData name="Takeuchi, Koichiro" userId="b3848a05-443b-4434-8fa5-7398ca0c03c9" providerId="ADAL" clId="{0BCE8C6C-860B-4961-8907-604115D89DF6}" dt="2024-06-27T02:06:30.561" v="13029" actId="478"/>
          <ac:cxnSpMkLst>
            <pc:docMk/>
            <pc:sldMk cId="1256059550" sldId="2147480831"/>
            <ac:cxnSpMk id="85" creationId="{D42E99B6-817F-E78A-DA8A-579BA184317E}"/>
          </ac:cxnSpMkLst>
        </pc:cxnChg>
        <pc:cxnChg chg="add del mod">
          <ac:chgData name="Takeuchi, Koichiro" userId="b3848a05-443b-4434-8fa5-7398ca0c03c9" providerId="ADAL" clId="{0BCE8C6C-860B-4961-8907-604115D89DF6}" dt="2024-06-27T02:20:06.458" v="13799" actId="478"/>
          <ac:cxnSpMkLst>
            <pc:docMk/>
            <pc:sldMk cId="1256059550" sldId="2147480831"/>
            <ac:cxnSpMk id="87" creationId="{1FD31724-EBCF-980C-2DEA-8C8A2982231D}"/>
          </ac:cxnSpMkLst>
        </pc:cxnChg>
        <pc:cxnChg chg="del mod">
          <ac:chgData name="Takeuchi, Koichiro" userId="b3848a05-443b-4434-8fa5-7398ca0c03c9" providerId="ADAL" clId="{0BCE8C6C-860B-4961-8907-604115D89DF6}" dt="2024-06-27T02:06:30.561" v="13029" actId="478"/>
          <ac:cxnSpMkLst>
            <pc:docMk/>
            <pc:sldMk cId="1256059550" sldId="2147480831"/>
            <ac:cxnSpMk id="88" creationId="{356A75DD-3DD4-C690-0AFF-9AE5C41CC4FC}"/>
          </ac:cxnSpMkLst>
        </pc:cxnChg>
        <pc:cxnChg chg="del mod">
          <ac:chgData name="Takeuchi, Koichiro" userId="b3848a05-443b-4434-8fa5-7398ca0c03c9" providerId="ADAL" clId="{0BCE8C6C-860B-4961-8907-604115D89DF6}" dt="2024-06-27T02:06:30.561" v="13029" actId="478"/>
          <ac:cxnSpMkLst>
            <pc:docMk/>
            <pc:sldMk cId="1256059550" sldId="2147480831"/>
            <ac:cxnSpMk id="92" creationId="{3D4529CB-632D-081D-40D5-6A9C89427679}"/>
          </ac:cxnSpMkLst>
        </pc:cxnChg>
        <pc:cxnChg chg="del mod">
          <ac:chgData name="Takeuchi, Koichiro" userId="b3848a05-443b-4434-8fa5-7398ca0c03c9" providerId="ADAL" clId="{0BCE8C6C-860B-4961-8907-604115D89DF6}" dt="2024-06-27T02:06:30.561" v="13029" actId="478"/>
          <ac:cxnSpMkLst>
            <pc:docMk/>
            <pc:sldMk cId="1256059550" sldId="2147480831"/>
            <ac:cxnSpMk id="95" creationId="{DD3FF002-8449-6DEF-EFFA-4609C628D3CD}"/>
          </ac:cxnSpMkLst>
        </pc:cxnChg>
        <pc:cxnChg chg="add del mod">
          <ac:chgData name="Takeuchi, Koichiro" userId="b3848a05-443b-4434-8fa5-7398ca0c03c9" providerId="ADAL" clId="{0BCE8C6C-860B-4961-8907-604115D89DF6}" dt="2024-06-27T02:20:06.458" v="13799" actId="478"/>
          <ac:cxnSpMkLst>
            <pc:docMk/>
            <pc:sldMk cId="1256059550" sldId="2147480831"/>
            <ac:cxnSpMk id="96" creationId="{20E24D2B-296C-63C5-8BCD-0530D6775528}"/>
          </ac:cxnSpMkLst>
        </pc:cxnChg>
        <pc:cxnChg chg="del mod">
          <ac:chgData name="Takeuchi, Koichiro" userId="b3848a05-443b-4434-8fa5-7398ca0c03c9" providerId="ADAL" clId="{0BCE8C6C-860B-4961-8907-604115D89DF6}" dt="2024-06-27T02:06:30.561" v="13029" actId="478"/>
          <ac:cxnSpMkLst>
            <pc:docMk/>
            <pc:sldMk cId="1256059550" sldId="2147480831"/>
            <ac:cxnSpMk id="99" creationId="{D5738DE5-BBAF-542A-4615-F37F134C1798}"/>
          </ac:cxnSpMkLst>
        </pc:cxnChg>
        <pc:cxnChg chg="add mod">
          <ac:chgData name="Takeuchi, Koichiro" userId="b3848a05-443b-4434-8fa5-7398ca0c03c9" providerId="ADAL" clId="{0BCE8C6C-860B-4961-8907-604115D89DF6}" dt="2024-06-27T02:19:41.695" v="13789" actId="14100"/>
          <ac:cxnSpMkLst>
            <pc:docMk/>
            <pc:sldMk cId="1256059550" sldId="2147480831"/>
            <ac:cxnSpMk id="100" creationId="{90EB7081-3904-8808-0DEE-CF7E20169A46}"/>
          </ac:cxnSpMkLst>
        </pc:cxnChg>
        <pc:cxnChg chg="del mod">
          <ac:chgData name="Takeuchi, Koichiro" userId="b3848a05-443b-4434-8fa5-7398ca0c03c9" providerId="ADAL" clId="{0BCE8C6C-860B-4961-8907-604115D89DF6}" dt="2024-06-27T02:06:30.561" v="13029" actId="478"/>
          <ac:cxnSpMkLst>
            <pc:docMk/>
            <pc:sldMk cId="1256059550" sldId="2147480831"/>
            <ac:cxnSpMk id="102" creationId="{A0AD4B05-74EA-C401-9E54-98E45CE141EE}"/>
          </ac:cxnSpMkLst>
        </pc:cxnChg>
        <pc:cxnChg chg="add mod">
          <ac:chgData name="Takeuchi, Koichiro" userId="b3848a05-443b-4434-8fa5-7398ca0c03c9" providerId="ADAL" clId="{0BCE8C6C-860B-4961-8907-604115D89DF6}" dt="2024-06-27T02:19:40.617" v="13787" actId="14100"/>
          <ac:cxnSpMkLst>
            <pc:docMk/>
            <pc:sldMk cId="1256059550" sldId="2147480831"/>
            <ac:cxnSpMk id="104" creationId="{9DD981A5-FA4A-7317-47A4-E1C366058F6F}"/>
          </ac:cxnSpMkLst>
        </pc:cxnChg>
        <pc:cxnChg chg="del mod">
          <ac:chgData name="Takeuchi, Koichiro" userId="b3848a05-443b-4434-8fa5-7398ca0c03c9" providerId="ADAL" clId="{0BCE8C6C-860B-4961-8907-604115D89DF6}" dt="2024-06-27T02:06:30.561" v="13029" actId="478"/>
          <ac:cxnSpMkLst>
            <pc:docMk/>
            <pc:sldMk cId="1256059550" sldId="2147480831"/>
            <ac:cxnSpMk id="105" creationId="{86F6412A-82DE-A741-A603-402629A3C827}"/>
          </ac:cxnSpMkLst>
        </pc:cxnChg>
        <pc:cxnChg chg="del mod">
          <ac:chgData name="Takeuchi, Koichiro" userId="b3848a05-443b-4434-8fa5-7398ca0c03c9" providerId="ADAL" clId="{0BCE8C6C-860B-4961-8907-604115D89DF6}" dt="2024-06-27T02:06:30.561" v="13029" actId="478"/>
          <ac:cxnSpMkLst>
            <pc:docMk/>
            <pc:sldMk cId="1256059550" sldId="2147480831"/>
            <ac:cxnSpMk id="108" creationId="{0CF343DE-43C7-60E6-80F6-30543F5AB3B8}"/>
          </ac:cxnSpMkLst>
        </pc:cxnChg>
        <pc:cxnChg chg="add mod">
          <ac:chgData name="Takeuchi, Koichiro" userId="b3848a05-443b-4434-8fa5-7398ca0c03c9" providerId="ADAL" clId="{0BCE8C6C-860B-4961-8907-604115D89DF6}" dt="2024-06-27T08:50:15.171" v="17848" actId="553"/>
          <ac:cxnSpMkLst>
            <pc:docMk/>
            <pc:sldMk cId="1256059550" sldId="2147480831"/>
            <ac:cxnSpMk id="109" creationId="{3275AEDC-025C-4B1F-4533-4B10EE78329F}"/>
          </ac:cxnSpMkLst>
        </pc:cxnChg>
        <pc:cxnChg chg="add mod">
          <ac:chgData name="Takeuchi, Koichiro" userId="b3848a05-443b-4434-8fa5-7398ca0c03c9" providerId="ADAL" clId="{0BCE8C6C-860B-4961-8907-604115D89DF6}" dt="2024-06-27T08:50:15.171" v="17848" actId="553"/>
          <ac:cxnSpMkLst>
            <pc:docMk/>
            <pc:sldMk cId="1256059550" sldId="2147480831"/>
            <ac:cxnSpMk id="125" creationId="{8787CE3C-CA7A-A3BE-09AF-744A7190F664}"/>
          </ac:cxnSpMkLst>
        </pc:cxnChg>
        <pc:cxnChg chg="del mod">
          <ac:chgData name="Takeuchi, Koichiro" userId="b3848a05-443b-4434-8fa5-7398ca0c03c9" providerId="ADAL" clId="{0BCE8C6C-860B-4961-8907-604115D89DF6}" dt="2024-06-27T02:06:30.561" v="13029" actId="478"/>
          <ac:cxnSpMkLst>
            <pc:docMk/>
            <pc:sldMk cId="1256059550" sldId="2147480831"/>
            <ac:cxnSpMk id="135" creationId="{7D94A97F-46CA-12CD-52B6-D4B03FB40F6D}"/>
          </ac:cxnSpMkLst>
        </pc:cxnChg>
        <pc:cxnChg chg="del mod">
          <ac:chgData name="Takeuchi, Koichiro" userId="b3848a05-443b-4434-8fa5-7398ca0c03c9" providerId="ADAL" clId="{0BCE8C6C-860B-4961-8907-604115D89DF6}" dt="2024-06-27T02:06:30.561" v="13029" actId="478"/>
          <ac:cxnSpMkLst>
            <pc:docMk/>
            <pc:sldMk cId="1256059550" sldId="2147480831"/>
            <ac:cxnSpMk id="138" creationId="{A2A9ED90-1437-2D6C-D961-D5C010A5A0F8}"/>
          </ac:cxnSpMkLst>
        </pc:cxnChg>
        <pc:cxnChg chg="add mod">
          <ac:chgData name="Takeuchi, Koichiro" userId="b3848a05-443b-4434-8fa5-7398ca0c03c9" providerId="ADAL" clId="{0BCE8C6C-860B-4961-8907-604115D89DF6}" dt="2024-06-27T08:50:15.171" v="17848" actId="553"/>
          <ac:cxnSpMkLst>
            <pc:docMk/>
            <pc:sldMk cId="1256059550" sldId="2147480831"/>
            <ac:cxnSpMk id="139" creationId="{8DC7AD91-655E-054E-7D1E-D98A085B9247}"/>
          </ac:cxnSpMkLst>
        </pc:cxnChg>
        <pc:cxnChg chg="del mod">
          <ac:chgData name="Takeuchi, Koichiro" userId="b3848a05-443b-4434-8fa5-7398ca0c03c9" providerId="ADAL" clId="{0BCE8C6C-860B-4961-8907-604115D89DF6}" dt="2024-06-27T02:06:30.561" v="13029" actId="478"/>
          <ac:cxnSpMkLst>
            <pc:docMk/>
            <pc:sldMk cId="1256059550" sldId="2147480831"/>
            <ac:cxnSpMk id="141" creationId="{1A4E9348-F9BC-F110-951E-50B540C37585}"/>
          </ac:cxnSpMkLst>
        </pc:cxnChg>
        <pc:cxnChg chg="add mod">
          <ac:chgData name="Takeuchi, Koichiro" userId="b3848a05-443b-4434-8fa5-7398ca0c03c9" providerId="ADAL" clId="{0BCE8C6C-860B-4961-8907-604115D89DF6}" dt="2024-06-27T08:50:15.171" v="17848" actId="553"/>
          <ac:cxnSpMkLst>
            <pc:docMk/>
            <pc:sldMk cId="1256059550" sldId="2147480831"/>
            <ac:cxnSpMk id="143" creationId="{3D096BD8-6E6E-D250-30BE-A545DA8F82A5}"/>
          </ac:cxnSpMkLst>
        </pc:cxnChg>
        <pc:cxnChg chg="add mod">
          <ac:chgData name="Takeuchi, Koichiro" userId="b3848a05-443b-4434-8fa5-7398ca0c03c9" providerId="ADAL" clId="{0BCE8C6C-860B-4961-8907-604115D89DF6}" dt="2024-06-27T08:49:52.101" v="17833" actId="1036"/>
          <ac:cxnSpMkLst>
            <pc:docMk/>
            <pc:sldMk cId="1256059550" sldId="2147480831"/>
            <ac:cxnSpMk id="157" creationId="{764E6D94-9419-4754-ED19-BFD46C6C1A65}"/>
          </ac:cxnSpMkLst>
        </pc:cxnChg>
        <pc:cxnChg chg="del mod">
          <ac:chgData name="Takeuchi, Koichiro" userId="b3848a05-443b-4434-8fa5-7398ca0c03c9" providerId="ADAL" clId="{0BCE8C6C-860B-4961-8907-604115D89DF6}" dt="2024-06-27T02:06:30.561" v="13029" actId="478"/>
          <ac:cxnSpMkLst>
            <pc:docMk/>
            <pc:sldMk cId="1256059550" sldId="2147480831"/>
            <ac:cxnSpMk id="165" creationId="{9008486D-82CB-A623-537B-939A109E4CE0}"/>
          </ac:cxnSpMkLst>
        </pc:cxnChg>
        <pc:cxnChg chg="add mod">
          <ac:chgData name="Takeuchi, Koichiro" userId="b3848a05-443b-4434-8fa5-7398ca0c03c9" providerId="ADAL" clId="{0BCE8C6C-860B-4961-8907-604115D89DF6}" dt="2024-06-27T08:50:15.171" v="17848" actId="553"/>
          <ac:cxnSpMkLst>
            <pc:docMk/>
            <pc:sldMk cId="1256059550" sldId="2147480831"/>
            <ac:cxnSpMk id="166" creationId="{748D00FA-2792-8498-BF5D-97F9B7851A9B}"/>
          </ac:cxnSpMkLst>
        </pc:cxnChg>
        <pc:cxnChg chg="del mod">
          <ac:chgData name="Takeuchi, Koichiro" userId="b3848a05-443b-4434-8fa5-7398ca0c03c9" providerId="ADAL" clId="{0BCE8C6C-860B-4961-8907-604115D89DF6}" dt="2024-06-27T02:06:30.561" v="13029" actId="478"/>
          <ac:cxnSpMkLst>
            <pc:docMk/>
            <pc:sldMk cId="1256059550" sldId="2147480831"/>
            <ac:cxnSpMk id="168" creationId="{0D2C7F41-DF83-AEC6-EA5E-47A9141E8D90}"/>
          </ac:cxnSpMkLst>
        </pc:cxnChg>
        <pc:cxnChg chg="add mod">
          <ac:chgData name="Takeuchi, Koichiro" userId="b3848a05-443b-4434-8fa5-7398ca0c03c9" providerId="ADAL" clId="{0BCE8C6C-860B-4961-8907-604115D89DF6}" dt="2024-06-27T08:50:15.171" v="17848" actId="553"/>
          <ac:cxnSpMkLst>
            <pc:docMk/>
            <pc:sldMk cId="1256059550" sldId="2147480831"/>
            <ac:cxnSpMk id="170" creationId="{2ADDD7AE-3528-F939-719E-C0D38A3797CB}"/>
          </ac:cxnSpMkLst>
        </pc:cxnChg>
        <pc:cxnChg chg="del mod">
          <ac:chgData name="Takeuchi, Koichiro" userId="b3848a05-443b-4434-8fa5-7398ca0c03c9" providerId="ADAL" clId="{0BCE8C6C-860B-4961-8907-604115D89DF6}" dt="2024-06-27T02:06:30.561" v="13029" actId="478"/>
          <ac:cxnSpMkLst>
            <pc:docMk/>
            <pc:sldMk cId="1256059550" sldId="2147480831"/>
            <ac:cxnSpMk id="171" creationId="{B69696EF-5163-2F98-655B-096FB4B2E037}"/>
          </ac:cxnSpMkLst>
        </pc:cxnChg>
        <pc:cxnChg chg="del mod">
          <ac:chgData name="Takeuchi, Koichiro" userId="b3848a05-443b-4434-8fa5-7398ca0c03c9" providerId="ADAL" clId="{0BCE8C6C-860B-4961-8907-604115D89DF6}" dt="2024-06-27T02:06:30.561" v="13029" actId="478"/>
          <ac:cxnSpMkLst>
            <pc:docMk/>
            <pc:sldMk cId="1256059550" sldId="2147480831"/>
            <ac:cxnSpMk id="174" creationId="{3D78EE41-7334-D7A6-8FF3-88B3046D362C}"/>
          </ac:cxnSpMkLst>
        </pc:cxnChg>
        <pc:cxnChg chg="del mod">
          <ac:chgData name="Takeuchi, Koichiro" userId="b3848a05-443b-4434-8fa5-7398ca0c03c9" providerId="ADAL" clId="{0BCE8C6C-860B-4961-8907-604115D89DF6}" dt="2024-06-27T02:06:30.561" v="13029" actId="478"/>
          <ac:cxnSpMkLst>
            <pc:docMk/>
            <pc:sldMk cId="1256059550" sldId="2147480831"/>
            <ac:cxnSpMk id="177" creationId="{75C72034-505A-B8F2-4A3B-3A986F91CE44}"/>
          </ac:cxnSpMkLst>
        </pc:cxnChg>
        <pc:cxnChg chg="mod">
          <ac:chgData name="Takeuchi, Koichiro" userId="b3848a05-443b-4434-8fa5-7398ca0c03c9" providerId="ADAL" clId="{0BCE8C6C-860B-4961-8907-604115D89DF6}" dt="2024-06-27T02:25:03.390" v="13845"/>
          <ac:cxnSpMkLst>
            <pc:docMk/>
            <pc:sldMk cId="1256059550" sldId="2147480831"/>
            <ac:cxnSpMk id="191" creationId="{C41781FC-50D2-F63E-AB08-4FB5EE706AFE}"/>
          </ac:cxnSpMkLst>
        </pc:cxnChg>
        <pc:cxnChg chg="mod">
          <ac:chgData name="Takeuchi, Koichiro" userId="b3848a05-443b-4434-8fa5-7398ca0c03c9" providerId="ADAL" clId="{0BCE8C6C-860B-4961-8907-604115D89DF6}" dt="2024-06-27T02:25:03.390" v="13845"/>
          <ac:cxnSpMkLst>
            <pc:docMk/>
            <pc:sldMk cId="1256059550" sldId="2147480831"/>
            <ac:cxnSpMk id="205" creationId="{82034D85-8603-1E19-9B0B-173469DBDD49}"/>
          </ac:cxnSpMkLst>
        </pc:cxnChg>
        <pc:cxnChg chg="mod">
          <ac:chgData name="Takeuchi, Koichiro" userId="b3848a05-443b-4434-8fa5-7398ca0c03c9" providerId="ADAL" clId="{0BCE8C6C-860B-4961-8907-604115D89DF6}" dt="2024-06-27T02:25:03.390" v="13845"/>
          <ac:cxnSpMkLst>
            <pc:docMk/>
            <pc:sldMk cId="1256059550" sldId="2147480831"/>
            <ac:cxnSpMk id="220" creationId="{F68AF362-2A13-6C94-3AD2-7EAA1A6B50B8}"/>
          </ac:cxnSpMkLst>
        </pc:cxnChg>
        <pc:cxnChg chg="mod">
          <ac:chgData name="Takeuchi, Koichiro" userId="b3848a05-443b-4434-8fa5-7398ca0c03c9" providerId="ADAL" clId="{0BCE8C6C-860B-4961-8907-604115D89DF6}" dt="2024-06-27T05:11:47.492" v="16717"/>
          <ac:cxnSpMkLst>
            <pc:docMk/>
            <pc:sldMk cId="1256059550" sldId="2147480831"/>
            <ac:cxnSpMk id="254" creationId="{5C861572-EEC9-BBEF-2F11-DFB023AA7061}"/>
          </ac:cxnSpMkLst>
        </pc:cxnChg>
        <pc:cxnChg chg="mod">
          <ac:chgData name="Takeuchi, Koichiro" userId="b3848a05-443b-4434-8fa5-7398ca0c03c9" providerId="ADAL" clId="{0BCE8C6C-860B-4961-8907-604115D89DF6}" dt="2024-06-27T05:11:47.492" v="16717"/>
          <ac:cxnSpMkLst>
            <pc:docMk/>
            <pc:sldMk cId="1256059550" sldId="2147480831"/>
            <ac:cxnSpMk id="257" creationId="{C57D4287-77B6-5C6F-8028-BBE5AAC890AD}"/>
          </ac:cxnSpMkLst>
        </pc:cxnChg>
        <pc:cxnChg chg="mod">
          <ac:chgData name="Takeuchi, Koichiro" userId="b3848a05-443b-4434-8fa5-7398ca0c03c9" providerId="ADAL" clId="{0BCE8C6C-860B-4961-8907-604115D89DF6}" dt="2024-06-27T05:11:47.492" v="16717"/>
          <ac:cxnSpMkLst>
            <pc:docMk/>
            <pc:sldMk cId="1256059550" sldId="2147480831"/>
            <ac:cxnSpMk id="260" creationId="{BA1E8331-4760-A5F9-FE13-AE1D21916EDA}"/>
          </ac:cxnSpMkLst>
        </pc:cxnChg>
        <pc:cxnChg chg="add mod">
          <ac:chgData name="Takeuchi, Koichiro" userId="b3848a05-443b-4434-8fa5-7398ca0c03c9" providerId="ADAL" clId="{0BCE8C6C-860B-4961-8907-604115D89DF6}" dt="2024-06-27T08:52:27.435" v="17878" actId="14100"/>
          <ac:cxnSpMkLst>
            <pc:docMk/>
            <pc:sldMk cId="1256059550" sldId="2147480831"/>
            <ac:cxnSpMk id="264" creationId="{385B9B26-B71D-9B4C-F7A0-8961317E1B61}"/>
          </ac:cxnSpMkLst>
        </pc:cxnChg>
        <pc:cxnChg chg="add mod">
          <ac:chgData name="Takeuchi, Koichiro" userId="b3848a05-443b-4434-8fa5-7398ca0c03c9" providerId="ADAL" clId="{0BCE8C6C-860B-4961-8907-604115D89DF6}" dt="2024-06-27T08:52:27.435" v="17878" actId="14100"/>
          <ac:cxnSpMkLst>
            <pc:docMk/>
            <pc:sldMk cId="1256059550" sldId="2147480831"/>
            <ac:cxnSpMk id="267" creationId="{7E1275D6-8FA2-56D3-B25F-A5E28E63D9E7}"/>
          </ac:cxnSpMkLst>
        </pc:cxnChg>
        <pc:cxnChg chg="add mod">
          <ac:chgData name="Takeuchi, Koichiro" userId="b3848a05-443b-4434-8fa5-7398ca0c03c9" providerId="ADAL" clId="{0BCE8C6C-860B-4961-8907-604115D89DF6}" dt="2024-06-27T08:52:27.435" v="17878" actId="14100"/>
          <ac:cxnSpMkLst>
            <pc:docMk/>
            <pc:sldMk cId="1256059550" sldId="2147480831"/>
            <ac:cxnSpMk id="270" creationId="{4FD0BED1-7F6D-FC1C-A1A1-6E4499C52AA9}"/>
          </ac:cxnSpMkLst>
        </pc:cxnChg>
        <pc:cxnChg chg="add mod">
          <ac:chgData name="Takeuchi, Koichiro" userId="b3848a05-443b-4434-8fa5-7398ca0c03c9" providerId="ADAL" clId="{0BCE8C6C-860B-4961-8907-604115D89DF6}" dt="2024-06-27T08:52:27.435" v="17878" actId="14100"/>
          <ac:cxnSpMkLst>
            <pc:docMk/>
            <pc:sldMk cId="1256059550" sldId="2147480831"/>
            <ac:cxnSpMk id="273" creationId="{7ED6C6F1-6270-F8AB-F2C3-61EDDCEDB5FF}"/>
          </ac:cxnSpMkLst>
        </pc:cxnChg>
        <pc:cxnChg chg="add mod">
          <ac:chgData name="Takeuchi, Koichiro" userId="b3848a05-443b-4434-8fa5-7398ca0c03c9" providerId="ADAL" clId="{0BCE8C6C-860B-4961-8907-604115D89DF6}" dt="2024-06-27T08:52:27.435" v="17878" actId="14100"/>
          <ac:cxnSpMkLst>
            <pc:docMk/>
            <pc:sldMk cId="1256059550" sldId="2147480831"/>
            <ac:cxnSpMk id="276" creationId="{B7276D31-C93D-296A-6B31-EE4D9C0BAEF7}"/>
          </ac:cxnSpMkLst>
        </pc:cxnChg>
        <pc:cxnChg chg="add mod">
          <ac:chgData name="Takeuchi, Koichiro" userId="b3848a05-443b-4434-8fa5-7398ca0c03c9" providerId="ADAL" clId="{0BCE8C6C-860B-4961-8907-604115D89DF6}" dt="2024-06-27T08:52:27.435" v="17878" actId="14100"/>
          <ac:cxnSpMkLst>
            <pc:docMk/>
            <pc:sldMk cId="1256059550" sldId="2147480831"/>
            <ac:cxnSpMk id="279" creationId="{EA21D8E7-AC6E-5461-1DE2-318A1AEB9EB4}"/>
          </ac:cxnSpMkLst>
        </pc:cxnChg>
        <pc:cxnChg chg="add mod">
          <ac:chgData name="Takeuchi, Koichiro" userId="b3848a05-443b-4434-8fa5-7398ca0c03c9" providerId="ADAL" clId="{0BCE8C6C-860B-4961-8907-604115D89DF6}" dt="2024-06-27T08:52:27.435" v="17878" actId="14100"/>
          <ac:cxnSpMkLst>
            <pc:docMk/>
            <pc:sldMk cId="1256059550" sldId="2147480831"/>
            <ac:cxnSpMk id="282" creationId="{41FC49F5-5EF5-27B0-D673-189168D5938B}"/>
          </ac:cxnSpMkLst>
        </pc:cxnChg>
        <pc:cxnChg chg="add mod">
          <ac:chgData name="Takeuchi, Koichiro" userId="b3848a05-443b-4434-8fa5-7398ca0c03c9" providerId="ADAL" clId="{0BCE8C6C-860B-4961-8907-604115D89DF6}" dt="2024-06-27T08:52:27.435" v="17878" actId="14100"/>
          <ac:cxnSpMkLst>
            <pc:docMk/>
            <pc:sldMk cId="1256059550" sldId="2147480831"/>
            <ac:cxnSpMk id="285" creationId="{5B0750F1-A170-B72D-56A7-FE74DB211E79}"/>
          </ac:cxnSpMkLst>
        </pc:cxnChg>
        <pc:cxnChg chg="add mod">
          <ac:chgData name="Takeuchi, Koichiro" userId="b3848a05-443b-4434-8fa5-7398ca0c03c9" providerId="ADAL" clId="{0BCE8C6C-860B-4961-8907-604115D89DF6}" dt="2024-06-27T08:52:27.435" v="17878" actId="14100"/>
          <ac:cxnSpMkLst>
            <pc:docMk/>
            <pc:sldMk cId="1256059550" sldId="2147480831"/>
            <ac:cxnSpMk id="288" creationId="{EFE089F9-0576-7D01-B1DA-10EDEB39A5E6}"/>
          </ac:cxnSpMkLst>
        </pc:cxnChg>
        <pc:cxnChg chg="add mod">
          <ac:chgData name="Takeuchi, Koichiro" userId="b3848a05-443b-4434-8fa5-7398ca0c03c9" providerId="ADAL" clId="{0BCE8C6C-860B-4961-8907-604115D89DF6}" dt="2024-06-27T08:52:27.435" v="17878" actId="14100"/>
          <ac:cxnSpMkLst>
            <pc:docMk/>
            <pc:sldMk cId="1256059550" sldId="2147480831"/>
            <ac:cxnSpMk id="291" creationId="{1E4027AE-5EAE-20A0-0ED0-05364FF26DA6}"/>
          </ac:cxnSpMkLst>
        </pc:cxnChg>
        <pc:cxnChg chg="add mod">
          <ac:chgData name="Takeuchi, Koichiro" userId="b3848a05-443b-4434-8fa5-7398ca0c03c9" providerId="ADAL" clId="{0BCE8C6C-860B-4961-8907-604115D89DF6}" dt="2024-06-27T08:52:27.435" v="17878" actId="14100"/>
          <ac:cxnSpMkLst>
            <pc:docMk/>
            <pc:sldMk cId="1256059550" sldId="2147480831"/>
            <ac:cxnSpMk id="294" creationId="{314DE63A-1CB0-461A-F339-45D9651EB506}"/>
          </ac:cxnSpMkLst>
        </pc:cxnChg>
        <pc:cxnChg chg="add mod">
          <ac:chgData name="Takeuchi, Koichiro" userId="b3848a05-443b-4434-8fa5-7398ca0c03c9" providerId="ADAL" clId="{0BCE8C6C-860B-4961-8907-604115D89DF6}" dt="2024-06-27T08:52:27.435" v="17878" actId="14100"/>
          <ac:cxnSpMkLst>
            <pc:docMk/>
            <pc:sldMk cId="1256059550" sldId="2147480831"/>
            <ac:cxnSpMk id="297" creationId="{A1B46B9E-66AA-6CF7-1245-5EAAC32721DA}"/>
          </ac:cxnSpMkLst>
        </pc:cxnChg>
        <pc:cxnChg chg="add mod">
          <ac:chgData name="Takeuchi, Koichiro" userId="b3848a05-443b-4434-8fa5-7398ca0c03c9" providerId="ADAL" clId="{0BCE8C6C-860B-4961-8907-604115D89DF6}" dt="2024-06-27T08:52:27.435" v="17878" actId="14100"/>
          <ac:cxnSpMkLst>
            <pc:docMk/>
            <pc:sldMk cId="1256059550" sldId="2147480831"/>
            <ac:cxnSpMk id="301" creationId="{77B0A4DE-FBEB-9B25-9D1E-898256CCED89}"/>
          </ac:cxnSpMkLst>
        </pc:cxnChg>
        <pc:cxnChg chg="add mod">
          <ac:chgData name="Takeuchi, Koichiro" userId="b3848a05-443b-4434-8fa5-7398ca0c03c9" providerId="ADAL" clId="{0BCE8C6C-860B-4961-8907-604115D89DF6}" dt="2024-06-27T08:52:27.435" v="17878" actId="14100"/>
          <ac:cxnSpMkLst>
            <pc:docMk/>
            <pc:sldMk cId="1256059550" sldId="2147480831"/>
            <ac:cxnSpMk id="304" creationId="{428FDA51-AF2D-DB73-D5BF-5ECB0BEC3EB2}"/>
          </ac:cxnSpMkLst>
        </pc:cxnChg>
        <pc:cxnChg chg="add mod">
          <ac:chgData name="Takeuchi, Koichiro" userId="b3848a05-443b-4434-8fa5-7398ca0c03c9" providerId="ADAL" clId="{0BCE8C6C-860B-4961-8907-604115D89DF6}" dt="2024-06-27T08:52:27.435" v="17878" actId="14100"/>
          <ac:cxnSpMkLst>
            <pc:docMk/>
            <pc:sldMk cId="1256059550" sldId="2147480831"/>
            <ac:cxnSpMk id="309" creationId="{4973AAB7-99A5-EED4-289B-5F9EA26BE47C}"/>
          </ac:cxnSpMkLst>
        </pc:cxnChg>
      </pc:sldChg>
      <pc:sldChg chg="addSp delSp modSp add mod">
        <pc:chgData name="Takeuchi, Koichiro" userId="b3848a05-443b-4434-8fa5-7398ca0c03c9" providerId="ADAL" clId="{0BCE8C6C-860B-4961-8907-604115D89DF6}" dt="2024-06-27T09:25:46.385" v="19438" actId="14100"/>
        <pc:sldMkLst>
          <pc:docMk/>
          <pc:sldMk cId="3440771626" sldId="2147480832"/>
        </pc:sldMkLst>
        <pc:spChg chg="mod">
          <ac:chgData name="Takeuchi, Koichiro" userId="b3848a05-443b-4434-8fa5-7398ca0c03c9" providerId="ADAL" clId="{0BCE8C6C-860B-4961-8907-604115D89DF6}" dt="2024-06-27T09:15:40.413" v="18826" actId="20577"/>
          <ac:spMkLst>
            <pc:docMk/>
            <pc:sldMk cId="3440771626" sldId="2147480832"/>
            <ac:spMk id="2" creationId="{C4050E0A-F4AC-8E52-FCEA-9771083801F3}"/>
          </ac:spMkLst>
        </pc:spChg>
        <pc:spChg chg="mod">
          <ac:chgData name="Takeuchi, Koichiro" userId="b3848a05-443b-4434-8fa5-7398ca0c03c9" providerId="ADAL" clId="{0BCE8C6C-860B-4961-8907-604115D89DF6}" dt="2024-06-27T09:12:35.612" v="18639" actId="1076"/>
          <ac:spMkLst>
            <pc:docMk/>
            <pc:sldMk cId="3440771626" sldId="2147480832"/>
            <ac:spMk id="5" creationId="{72CCA9CC-3A88-7CAC-9089-56B0661016F1}"/>
          </ac:spMkLst>
        </pc:spChg>
        <pc:spChg chg="del">
          <ac:chgData name="Takeuchi, Koichiro" userId="b3848a05-443b-4434-8fa5-7398ca0c03c9" providerId="ADAL" clId="{0BCE8C6C-860B-4961-8907-604115D89DF6}" dt="2024-06-27T09:00:18.461" v="18271" actId="478"/>
          <ac:spMkLst>
            <pc:docMk/>
            <pc:sldMk cId="3440771626" sldId="2147480832"/>
            <ac:spMk id="7" creationId="{545A7ACF-B9D1-EEAA-3F01-B786CDD791AC}"/>
          </ac:spMkLst>
        </pc:spChg>
        <pc:spChg chg="mod">
          <ac:chgData name="Takeuchi, Koichiro" userId="b3848a05-443b-4434-8fa5-7398ca0c03c9" providerId="ADAL" clId="{0BCE8C6C-860B-4961-8907-604115D89DF6}" dt="2024-06-27T09:06:07.643" v="18414" actId="207"/>
          <ac:spMkLst>
            <pc:docMk/>
            <pc:sldMk cId="3440771626" sldId="2147480832"/>
            <ac:spMk id="9" creationId="{B86D8330-0B1A-E587-FA07-0AAE4A76EC6B}"/>
          </ac:spMkLst>
        </pc:spChg>
        <pc:spChg chg="mod">
          <ac:chgData name="Takeuchi, Koichiro" userId="b3848a05-443b-4434-8fa5-7398ca0c03c9" providerId="ADAL" clId="{0BCE8C6C-860B-4961-8907-604115D89DF6}" dt="2024-06-27T09:06:07.643" v="18414" actId="207"/>
          <ac:spMkLst>
            <pc:docMk/>
            <pc:sldMk cId="3440771626" sldId="2147480832"/>
            <ac:spMk id="12" creationId="{45EE08F6-DEC4-E349-C3D4-3A0D55311423}"/>
          </ac:spMkLst>
        </pc:spChg>
        <pc:spChg chg="mod">
          <ac:chgData name="Takeuchi, Koichiro" userId="b3848a05-443b-4434-8fa5-7398ca0c03c9" providerId="ADAL" clId="{0BCE8C6C-860B-4961-8907-604115D89DF6}" dt="2024-06-27T09:06:07.643" v="18414" actId="207"/>
          <ac:spMkLst>
            <pc:docMk/>
            <pc:sldMk cId="3440771626" sldId="2147480832"/>
            <ac:spMk id="13" creationId="{F8CADEEC-4DA6-DFCA-EDD3-66F074215B62}"/>
          </ac:spMkLst>
        </pc:spChg>
        <pc:spChg chg="del">
          <ac:chgData name="Takeuchi, Koichiro" userId="b3848a05-443b-4434-8fa5-7398ca0c03c9" providerId="ADAL" clId="{0BCE8C6C-860B-4961-8907-604115D89DF6}" dt="2024-06-27T09:05:37.572" v="18413" actId="478"/>
          <ac:spMkLst>
            <pc:docMk/>
            <pc:sldMk cId="3440771626" sldId="2147480832"/>
            <ac:spMk id="14" creationId="{EFA41AAB-2D04-0717-2656-A5F1F1A09AEE}"/>
          </ac:spMkLst>
        </pc:spChg>
        <pc:spChg chg="mod">
          <ac:chgData name="Takeuchi, Koichiro" userId="b3848a05-443b-4434-8fa5-7398ca0c03c9" providerId="ADAL" clId="{0BCE8C6C-860B-4961-8907-604115D89DF6}" dt="2024-06-27T09:06:07.643" v="18414" actId="207"/>
          <ac:spMkLst>
            <pc:docMk/>
            <pc:sldMk cId="3440771626" sldId="2147480832"/>
            <ac:spMk id="15" creationId="{9E2C2CC3-C868-A486-19A5-796650E36F44}"/>
          </ac:spMkLst>
        </pc:spChg>
        <pc:spChg chg="mod">
          <ac:chgData name="Takeuchi, Koichiro" userId="b3848a05-443b-4434-8fa5-7398ca0c03c9" providerId="ADAL" clId="{0BCE8C6C-860B-4961-8907-604115D89DF6}" dt="2024-06-27T09:06:07.643" v="18414" actId="207"/>
          <ac:spMkLst>
            <pc:docMk/>
            <pc:sldMk cId="3440771626" sldId="2147480832"/>
            <ac:spMk id="16" creationId="{037C46BB-6F39-EABB-FE4B-F5D4758A4034}"/>
          </ac:spMkLst>
        </pc:spChg>
        <pc:spChg chg="mod">
          <ac:chgData name="Takeuchi, Koichiro" userId="b3848a05-443b-4434-8fa5-7398ca0c03c9" providerId="ADAL" clId="{0BCE8C6C-860B-4961-8907-604115D89DF6}" dt="2024-06-27T09:06:07.643" v="18414" actId="207"/>
          <ac:spMkLst>
            <pc:docMk/>
            <pc:sldMk cId="3440771626" sldId="2147480832"/>
            <ac:spMk id="17" creationId="{A5CAC6B1-665F-4C40-F148-C1BBFB3F82B8}"/>
          </ac:spMkLst>
        </pc:spChg>
        <pc:spChg chg="mod">
          <ac:chgData name="Takeuchi, Koichiro" userId="b3848a05-443b-4434-8fa5-7398ca0c03c9" providerId="ADAL" clId="{0BCE8C6C-860B-4961-8907-604115D89DF6}" dt="2024-06-27T09:06:07.643" v="18414" actId="207"/>
          <ac:spMkLst>
            <pc:docMk/>
            <pc:sldMk cId="3440771626" sldId="2147480832"/>
            <ac:spMk id="18" creationId="{54925650-A2C7-8C3D-3169-31D70F34808D}"/>
          </ac:spMkLst>
        </pc:spChg>
        <pc:spChg chg="add mod">
          <ac:chgData name="Takeuchi, Koichiro" userId="b3848a05-443b-4434-8fa5-7398ca0c03c9" providerId="ADAL" clId="{0BCE8C6C-860B-4961-8907-604115D89DF6}" dt="2024-06-27T09:12:44.351" v="18640" actId="207"/>
          <ac:spMkLst>
            <pc:docMk/>
            <pc:sldMk cId="3440771626" sldId="2147480832"/>
            <ac:spMk id="37" creationId="{78CE2519-3690-9D0C-EBDA-40E10BFFA4B6}"/>
          </ac:spMkLst>
        </pc:spChg>
        <pc:spChg chg="add mod">
          <ac:chgData name="Takeuchi, Koichiro" userId="b3848a05-443b-4434-8fa5-7398ca0c03c9" providerId="ADAL" clId="{0BCE8C6C-860B-4961-8907-604115D89DF6}" dt="2024-06-27T09:12:44.351" v="18640" actId="207"/>
          <ac:spMkLst>
            <pc:docMk/>
            <pc:sldMk cId="3440771626" sldId="2147480832"/>
            <ac:spMk id="38" creationId="{5DEB7BA9-9E32-B9D5-263B-C3DB1357F0A4}"/>
          </ac:spMkLst>
        </pc:spChg>
        <pc:spChg chg="add mod">
          <ac:chgData name="Takeuchi, Koichiro" userId="b3848a05-443b-4434-8fa5-7398ca0c03c9" providerId="ADAL" clId="{0BCE8C6C-860B-4961-8907-604115D89DF6}" dt="2024-06-27T09:12:44.351" v="18640" actId="207"/>
          <ac:spMkLst>
            <pc:docMk/>
            <pc:sldMk cId="3440771626" sldId="2147480832"/>
            <ac:spMk id="39" creationId="{80627AC9-02C1-4AD6-42AA-2390DD110274}"/>
          </ac:spMkLst>
        </pc:spChg>
        <pc:spChg chg="add mod">
          <ac:chgData name="Takeuchi, Koichiro" userId="b3848a05-443b-4434-8fa5-7398ca0c03c9" providerId="ADAL" clId="{0BCE8C6C-860B-4961-8907-604115D89DF6}" dt="2024-06-27T09:09:32.222" v="18585" actId="3064"/>
          <ac:spMkLst>
            <pc:docMk/>
            <pc:sldMk cId="3440771626" sldId="2147480832"/>
            <ac:spMk id="40" creationId="{85C6D18A-C021-EB48-F30E-47ADFA9791B9}"/>
          </ac:spMkLst>
        </pc:spChg>
        <pc:spChg chg="add mod">
          <ac:chgData name="Takeuchi, Koichiro" userId="b3848a05-443b-4434-8fa5-7398ca0c03c9" providerId="ADAL" clId="{0BCE8C6C-860B-4961-8907-604115D89DF6}" dt="2024-06-27T09:15:13.951" v="18739" actId="20577"/>
          <ac:spMkLst>
            <pc:docMk/>
            <pc:sldMk cId="3440771626" sldId="2147480832"/>
            <ac:spMk id="41" creationId="{ED086DC3-4B3A-142A-7F46-60A4CEC174BC}"/>
          </ac:spMkLst>
        </pc:spChg>
        <pc:spChg chg="add del mod">
          <ac:chgData name="Takeuchi, Koichiro" userId="b3848a05-443b-4434-8fa5-7398ca0c03c9" providerId="ADAL" clId="{0BCE8C6C-860B-4961-8907-604115D89DF6}" dt="2024-06-27T09:09:32.222" v="18585" actId="3064"/>
          <ac:spMkLst>
            <pc:docMk/>
            <pc:sldMk cId="3440771626" sldId="2147480832"/>
            <ac:spMk id="42" creationId="{B8080A17-2410-D0B5-BAB5-06262A35607F}"/>
          </ac:spMkLst>
        </pc:spChg>
        <pc:spChg chg="add mod">
          <ac:chgData name="Takeuchi, Koichiro" userId="b3848a05-443b-4434-8fa5-7398ca0c03c9" providerId="ADAL" clId="{0BCE8C6C-860B-4961-8907-604115D89DF6}" dt="2024-06-27T09:09:32.222" v="18585" actId="3064"/>
          <ac:spMkLst>
            <pc:docMk/>
            <pc:sldMk cId="3440771626" sldId="2147480832"/>
            <ac:spMk id="43" creationId="{0A9FC8A7-B932-2551-075A-B7962C8FA380}"/>
          </ac:spMkLst>
        </pc:spChg>
        <pc:spChg chg="add mod">
          <ac:chgData name="Takeuchi, Koichiro" userId="b3848a05-443b-4434-8fa5-7398ca0c03c9" providerId="ADAL" clId="{0BCE8C6C-860B-4961-8907-604115D89DF6}" dt="2024-06-27T09:09:03.801" v="18559" actId="1076"/>
          <ac:spMkLst>
            <pc:docMk/>
            <pc:sldMk cId="3440771626" sldId="2147480832"/>
            <ac:spMk id="47" creationId="{4B451504-B3B3-472E-9B32-575D2E58BAFC}"/>
          </ac:spMkLst>
        </pc:spChg>
        <pc:spChg chg="add mod">
          <ac:chgData name="Takeuchi, Koichiro" userId="b3848a05-443b-4434-8fa5-7398ca0c03c9" providerId="ADAL" clId="{0BCE8C6C-860B-4961-8907-604115D89DF6}" dt="2024-06-27T09:09:32.222" v="18585" actId="3064"/>
          <ac:spMkLst>
            <pc:docMk/>
            <pc:sldMk cId="3440771626" sldId="2147480832"/>
            <ac:spMk id="48" creationId="{CECBC456-FFEF-6176-F4CA-C75F5D0B31EA}"/>
          </ac:spMkLst>
        </pc:spChg>
        <pc:spChg chg="add del mod">
          <ac:chgData name="Takeuchi, Koichiro" userId="b3848a05-443b-4434-8fa5-7398ca0c03c9" providerId="ADAL" clId="{0BCE8C6C-860B-4961-8907-604115D89DF6}" dt="2024-06-27T09:09:44.437" v="18588" actId="478"/>
          <ac:spMkLst>
            <pc:docMk/>
            <pc:sldMk cId="3440771626" sldId="2147480832"/>
            <ac:spMk id="49" creationId="{3177001F-80AE-CC1D-7607-F0753B0F4234}"/>
          </ac:spMkLst>
        </pc:spChg>
        <pc:spChg chg="mod">
          <ac:chgData name="Takeuchi, Koichiro" userId="b3848a05-443b-4434-8fa5-7398ca0c03c9" providerId="ADAL" clId="{0BCE8C6C-860B-4961-8907-604115D89DF6}" dt="2024-06-27T09:05:34.767" v="18412" actId="20577"/>
          <ac:spMkLst>
            <pc:docMk/>
            <pc:sldMk cId="3440771626" sldId="2147480832"/>
            <ac:spMk id="52" creationId="{31FE5F08-F380-21A0-E6AC-8278563276A2}"/>
          </ac:spMkLst>
        </pc:spChg>
        <pc:spChg chg="add mod">
          <ac:chgData name="Takeuchi, Koichiro" userId="b3848a05-443b-4434-8fa5-7398ca0c03c9" providerId="ADAL" clId="{0BCE8C6C-860B-4961-8907-604115D89DF6}" dt="2024-06-27T09:12:54.811" v="18661" actId="20577"/>
          <ac:spMkLst>
            <pc:docMk/>
            <pc:sldMk cId="3440771626" sldId="2147480832"/>
            <ac:spMk id="53" creationId="{D64545CF-0FDC-31D7-C419-55F774764529}"/>
          </ac:spMkLst>
        </pc:spChg>
        <pc:spChg chg="add del mod">
          <ac:chgData name="Takeuchi, Koichiro" userId="b3848a05-443b-4434-8fa5-7398ca0c03c9" providerId="ADAL" clId="{0BCE8C6C-860B-4961-8907-604115D89DF6}" dt="2024-06-27T09:13:07.964" v="18663" actId="21"/>
          <ac:spMkLst>
            <pc:docMk/>
            <pc:sldMk cId="3440771626" sldId="2147480832"/>
            <ac:spMk id="54" creationId="{4079BF80-515C-BAEC-9196-3AFE1B8DC145}"/>
          </ac:spMkLst>
        </pc:spChg>
        <pc:spChg chg="add mod">
          <ac:chgData name="Takeuchi, Koichiro" userId="b3848a05-443b-4434-8fa5-7398ca0c03c9" providerId="ADAL" clId="{0BCE8C6C-860B-4961-8907-604115D89DF6}" dt="2024-06-27T09:17:48.572" v="18926" actId="20577"/>
          <ac:spMkLst>
            <pc:docMk/>
            <pc:sldMk cId="3440771626" sldId="2147480832"/>
            <ac:spMk id="56" creationId="{491EEB24-3D1D-D72F-A1D9-0DE73D7B5404}"/>
          </ac:spMkLst>
        </pc:spChg>
        <pc:spChg chg="add mod">
          <ac:chgData name="Takeuchi, Koichiro" userId="b3848a05-443b-4434-8fa5-7398ca0c03c9" providerId="ADAL" clId="{0BCE8C6C-860B-4961-8907-604115D89DF6}" dt="2024-06-27T09:18:35.453" v="19095" actId="1037"/>
          <ac:spMkLst>
            <pc:docMk/>
            <pc:sldMk cId="3440771626" sldId="2147480832"/>
            <ac:spMk id="57" creationId="{8CB8B048-6EAE-0492-6BF5-326113B693F2}"/>
          </ac:spMkLst>
        </pc:spChg>
        <pc:spChg chg="add mod">
          <ac:chgData name="Takeuchi, Koichiro" userId="b3848a05-443b-4434-8fa5-7398ca0c03c9" providerId="ADAL" clId="{0BCE8C6C-860B-4961-8907-604115D89DF6}" dt="2024-06-27T09:21:39.537" v="19163" actId="14100"/>
          <ac:spMkLst>
            <pc:docMk/>
            <pc:sldMk cId="3440771626" sldId="2147480832"/>
            <ac:spMk id="58" creationId="{AABD8749-57B8-AF52-1FB7-26C4A59ED276}"/>
          </ac:spMkLst>
        </pc:spChg>
        <pc:spChg chg="add mod">
          <ac:chgData name="Takeuchi, Koichiro" userId="b3848a05-443b-4434-8fa5-7398ca0c03c9" providerId="ADAL" clId="{0BCE8C6C-860B-4961-8907-604115D89DF6}" dt="2024-06-27T09:21:39.537" v="19163" actId="14100"/>
          <ac:spMkLst>
            <pc:docMk/>
            <pc:sldMk cId="3440771626" sldId="2147480832"/>
            <ac:spMk id="59" creationId="{6001F6B1-87D8-4D8B-EC90-8427622B5573}"/>
          </ac:spMkLst>
        </pc:spChg>
        <pc:spChg chg="add mod">
          <ac:chgData name="Takeuchi, Koichiro" userId="b3848a05-443b-4434-8fa5-7398ca0c03c9" providerId="ADAL" clId="{0BCE8C6C-860B-4961-8907-604115D89DF6}" dt="2024-06-27T09:21:35.627" v="19162" actId="12789"/>
          <ac:spMkLst>
            <pc:docMk/>
            <pc:sldMk cId="3440771626" sldId="2147480832"/>
            <ac:spMk id="60" creationId="{A5C6F4A6-C728-042C-D90A-E5F90C3F2832}"/>
          </ac:spMkLst>
        </pc:spChg>
        <pc:spChg chg="add del mod">
          <ac:chgData name="Takeuchi, Koichiro" userId="b3848a05-443b-4434-8fa5-7398ca0c03c9" providerId="ADAL" clId="{0BCE8C6C-860B-4961-8907-604115D89DF6}" dt="2024-06-27T09:20:37.237" v="19115" actId="478"/>
          <ac:spMkLst>
            <pc:docMk/>
            <pc:sldMk cId="3440771626" sldId="2147480832"/>
            <ac:spMk id="61" creationId="{E176C2A7-F32A-23AA-5AFB-2577757F228F}"/>
          </ac:spMkLst>
        </pc:spChg>
        <pc:spChg chg="add mod">
          <ac:chgData name="Takeuchi, Koichiro" userId="b3848a05-443b-4434-8fa5-7398ca0c03c9" providerId="ADAL" clId="{0BCE8C6C-860B-4961-8907-604115D89DF6}" dt="2024-06-27T09:20:00.297" v="19100"/>
          <ac:spMkLst>
            <pc:docMk/>
            <pc:sldMk cId="3440771626" sldId="2147480832"/>
            <ac:spMk id="62" creationId="{2DD7080A-38EA-1448-13A2-F2F78D1E2771}"/>
          </ac:spMkLst>
        </pc:spChg>
        <pc:spChg chg="add mod">
          <ac:chgData name="Takeuchi, Koichiro" userId="b3848a05-443b-4434-8fa5-7398ca0c03c9" providerId="ADAL" clId="{0BCE8C6C-860B-4961-8907-604115D89DF6}" dt="2024-06-27T09:20:00.297" v="19100"/>
          <ac:spMkLst>
            <pc:docMk/>
            <pc:sldMk cId="3440771626" sldId="2147480832"/>
            <ac:spMk id="63" creationId="{81638463-A9EE-5728-C209-3A78D91FCCDE}"/>
          </ac:spMkLst>
        </pc:spChg>
        <pc:spChg chg="add mod">
          <ac:chgData name="Takeuchi, Koichiro" userId="b3848a05-443b-4434-8fa5-7398ca0c03c9" providerId="ADAL" clId="{0BCE8C6C-860B-4961-8907-604115D89DF6}" dt="2024-06-27T09:20:00.297" v="19100"/>
          <ac:spMkLst>
            <pc:docMk/>
            <pc:sldMk cId="3440771626" sldId="2147480832"/>
            <ac:spMk id="64" creationId="{B17F4A47-B681-6D47-AA78-677DD7634980}"/>
          </ac:spMkLst>
        </pc:spChg>
        <pc:spChg chg="add mod">
          <ac:chgData name="Takeuchi, Koichiro" userId="b3848a05-443b-4434-8fa5-7398ca0c03c9" providerId="ADAL" clId="{0BCE8C6C-860B-4961-8907-604115D89DF6}" dt="2024-06-27T09:20:00.297" v="19100"/>
          <ac:spMkLst>
            <pc:docMk/>
            <pc:sldMk cId="3440771626" sldId="2147480832"/>
            <ac:spMk id="65" creationId="{23DFDF1C-BE3C-40C1-5E2A-61D9586B600F}"/>
          </ac:spMkLst>
        </pc:spChg>
        <pc:spChg chg="add mod">
          <ac:chgData name="Takeuchi, Koichiro" userId="b3848a05-443b-4434-8fa5-7398ca0c03c9" providerId="ADAL" clId="{0BCE8C6C-860B-4961-8907-604115D89DF6}" dt="2024-06-27T09:21:35.627" v="19162" actId="12789"/>
          <ac:spMkLst>
            <pc:docMk/>
            <pc:sldMk cId="3440771626" sldId="2147480832"/>
            <ac:spMk id="66" creationId="{5ABF45A9-CCB1-66DA-C124-C0E52D599EA6}"/>
          </ac:spMkLst>
        </pc:spChg>
        <pc:spChg chg="add mod">
          <ac:chgData name="Takeuchi, Koichiro" userId="b3848a05-443b-4434-8fa5-7398ca0c03c9" providerId="ADAL" clId="{0BCE8C6C-860B-4961-8907-604115D89DF6}" dt="2024-06-27T09:21:33.181" v="19161" actId="12789"/>
          <ac:spMkLst>
            <pc:docMk/>
            <pc:sldMk cId="3440771626" sldId="2147480832"/>
            <ac:spMk id="67" creationId="{886FD268-E29F-3C85-6C72-CD6DC97276EB}"/>
          </ac:spMkLst>
        </pc:spChg>
        <pc:spChg chg="add mod">
          <ac:chgData name="Takeuchi, Koichiro" userId="b3848a05-443b-4434-8fa5-7398ca0c03c9" providerId="ADAL" clId="{0BCE8C6C-860B-4961-8907-604115D89DF6}" dt="2024-06-27T09:21:33.181" v="19161" actId="12789"/>
          <ac:spMkLst>
            <pc:docMk/>
            <pc:sldMk cId="3440771626" sldId="2147480832"/>
            <ac:spMk id="68" creationId="{E52D3180-113A-9911-EA73-5CFAAAED888F}"/>
          </ac:spMkLst>
        </pc:spChg>
        <pc:spChg chg="add mod">
          <ac:chgData name="Takeuchi, Koichiro" userId="b3848a05-443b-4434-8fa5-7398ca0c03c9" providerId="ADAL" clId="{0BCE8C6C-860B-4961-8907-604115D89DF6}" dt="2024-06-27T09:21:19.703" v="19150" actId="571"/>
          <ac:spMkLst>
            <pc:docMk/>
            <pc:sldMk cId="3440771626" sldId="2147480832"/>
            <ac:spMk id="69" creationId="{CD30A7D0-1919-AF98-59F8-840E1BC993D9}"/>
          </ac:spMkLst>
        </pc:spChg>
        <pc:spChg chg="add del mod">
          <ac:chgData name="Takeuchi, Koichiro" userId="b3848a05-443b-4434-8fa5-7398ca0c03c9" providerId="ADAL" clId="{0BCE8C6C-860B-4961-8907-604115D89DF6}" dt="2024-06-27T09:23:41.351" v="19191"/>
          <ac:spMkLst>
            <pc:docMk/>
            <pc:sldMk cId="3440771626" sldId="2147480832"/>
            <ac:spMk id="70" creationId="{1B549427-AD21-FC8C-0246-361DDE7C0281}"/>
          </ac:spMkLst>
        </pc:spChg>
        <pc:spChg chg="add del mod">
          <ac:chgData name="Takeuchi, Koichiro" userId="b3848a05-443b-4434-8fa5-7398ca0c03c9" providerId="ADAL" clId="{0BCE8C6C-860B-4961-8907-604115D89DF6}" dt="2024-06-27T09:23:41.351" v="19191"/>
          <ac:spMkLst>
            <pc:docMk/>
            <pc:sldMk cId="3440771626" sldId="2147480832"/>
            <ac:spMk id="71" creationId="{8E6E1D07-1EE3-89FC-2092-ABF68A277B35}"/>
          </ac:spMkLst>
        </pc:spChg>
        <pc:spChg chg="mod">
          <ac:chgData name="Takeuchi, Koichiro" userId="b3848a05-443b-4434-8fa5-7398ca0c03c9" providerId="ADAL" clId="{0BCE8C6C-860B-4961-8907-604115D89DF6}" dt="2024-06-27T09:23:35.633" v="19188"/>
          <ac:spMkLst>
            <pc:docMk/>
            <pc:sldMk cId="3440771626" sldId="2147480832"/>
            <ac:spMk id="72" creationId="{B09C6289-A0F9-E762-3F8E-DC042302A1A5}"/>
          </ac:spMkLst>
        </pc:spChg>
        <pc:spChg chg="mod ord">
          <ac:chgData name="Takeuchi, Koichiro" userId="b3848a05-443b-4434-8fa5-7398ca0c03c9" providerId="ADAL" clId="{0BCE8C6C-860B-4961-8907-604115D89DF6}" dt="2024-06-27T09:23:45.264" v="19192" actId="167"/>
          <ac:spMkLst>
            <pc:docMk/>
            <pc:sldMk cId="3440771626" sldId="2147480832"/>
            <ac:spMk id="73" creationId="{24229A36-26B6-143E-63E1-F8AF144C6AC1}"/>
          </ac:spMkLst>
        </pc:spChg>
        <pc:spChg chg="add mod">
          <ac:chgData name="Takeuchi, Koichiro" userId="b3848a05-443b-4434-8fa5-7398ca0c03c9" providerId="ADAL" clId="{0BCE8C6C-860B-4961-8907-604115D89DF6}" dt="2024-06-27T09:25:34.972" v="19435" actId="1035"/>
          <ac:spMkLst>
            <pc:docMk/>
            <pc:sldMk cId="3440771626" sldId="2147480832"/>
            <ac:spMk id="74" creationId="{C3E3AD82-E1D5-D1A1-56BB-1922A92AC7BD}"/>
          </ac:spMkLst>
        </pc:spChg>
        <pc:spChg chg="mod">
          <ac:chgData name="Takeuchi, Koichiro" userId="b3848a05-443b-4434-8fa5-7398ca0c03c9" providerId="ADAL" clId="{0BCE8C6C-860B-4961-8907-604115D89DF6}" dt="2024-06-27T09:06:07.643" v="18414" actId="207"/>
          <ac:spMkLst>
            <pc:docMk/>
            <pc:sldMk cId="3440771626" sldId="2147480832"/>
            <ac:spMk id="75" creationId="{259D5601-F7A4-9E37-5B38-041897564AC6}"/>
          </ac:spMkLst>
        </pc:spChg>
        <pc:spChg chg="mod">
          <ac:chgData name="Takeuchi, Koichiro" userId="b3848a05-443b-4434-8fa5-7398ca0c03c9" providerId="ADAL" clId="{0BCE8C6C-860B-4961-8907-604115D89DF6}" dt="2024-06-27T09:06:07.643" v="18414" actId="207"/>
          <ac:spMkLst>
            <pc:docMk/>
            <pc:sldMk cId="3440771626" sldId="2147480832"/>
            <ac:spMk id="77" creationId="{BD0BC7C3-CD39-C14E-2EA1-9B97F1441834}"/>
          </ac:spMkLst>
        </pc:spChg>
        <pc:spChg chg="mod">
          <ac:chgData name="Takeuchi, Koichiro" userId="b3848a05-443b-4434-8fa5-7398ca0c03c9" providerId="ADAL" clId="{0BCE8C6C-860B-4961-8907-604115D89DF6}" dt="2024-06-27T09:06:07.643" v="18414" actId="207"/>
          <ac:spMkLst>
            <pc:docMk/>
            <pc:sldMk cId="3440771626" sldId="2147480832"/>
            <ac:spMk id="78" creationId="{FEA6D6A3-6F0A-1214-A01F-411341C529BB}"/>
          </ac:spMkLst>
        </pc:spChg>
        <pc:spChg chg="mod">
          <ac:chgData name="Takeuchi, Koichiro" userId="b3848a05-443b-4434-8fa5-7398ca0c03c9" providerId="ADAL" clId="{0BCE8C6C-860B-4961-8907-604115D89DF6}" dt="2024-06-27T09:06:07.643" v="18414" actId="207"/>
          <ac:spMkLst>
            <pc:docMk/>
            <pc:sldMk cId="3440771626" sldId="2147480832"/>
            <ac:spMk id="178" creationId="{2B563CE4-997C-0671-1FC0-EF6FB12FF81E}"/>
          </ac:spMkLst>
        </pc:spChg>
        <pc:spChg chg="mod">
          <ac:chgData name="Takeuchi, Koichiro" userId="b3848a05-443b-4434-8fa5-7398ca0c03c9" providerId="ADAL" clId="{0BCE8C6C-860B-4961-8907-604115D89DF6}" dt="2024-06-27T09:06:07.643" v="18414" actId="207"/>
          <ac:spMkLst>
            <pc:docMk/>
            <pc:sldMk cId="3440771626" sldId="2147480832"/>
            <ac:spMk id="179" creationId="{662C7231-C89D-AD70-52F5-24E6573A6A5A}"/>
          </ac:spMkLst>
        </pc:spChg>
        <pc:spChg chg="mod">
          <ac:chgData name="Takeuchi, Koichiro" userId="b3848a05-443b-4434-8fa5-7398ca0c03c9" providerId="ADAL" clId="{0BCE8C6C-860B-4961-8907-604115D89DF6}" dt="2024-06-27T09:06:07.643" v="18414" actId="207"/>
          <ac:spMkLst>
            <pc:docMk/>
            <pc:sldMk cId="3440771626" sldId="2147480832"/>
            <ac:spMk id="181" creationId="{7CC81AB1-594D-AFC0-78BD-DD4119777380}"/>
          </ac:spMkLst>
        </pc:spChg>
        <pc:spChg chg="mod">
          <ac:chgData name="Takeuchi, Koichiro" userId="b3848a05-443b-4434-8fa5-7398ca0c03c9" providerId="ADAL" clId="{0BCE8C6C-860B-4961-8907-604115D89DF6}" dt="2024-06-27T09:06:07.643" v="18414" actId="207"/>
          <ac:spMkLst>
            <pc:docMk/>
            <pc:sldMk cId="3440771626" sldId="2147480832"/>
            <ac:spMk id="182" creationId="{7196C57E-D78B-E515-F1E1-EC3D446F3914}"/>
          </ac:spMkLst>
        </pc:spChg>
        <pc:spChg chg="mod">
          <ac:chgData name="Takeuchi, Koichiro" userId="b3848a05-443b-4434-8fa5-7398ca0c03c9" providerId="ADAL" clId="{0BCE8C6C-860B-4961-8907-604115D89DF6}" dt="2024-06-27T09:06:07.643" v="18414" actId="207"/>
          <ac:spMkLst>
            <pc:docMk/>
            <pc:sldMk cId="3440771626" sldId="2147480832"/>
            <ac:spMk id="183" creationId="{1A18D167-BC4A-F171-4B12-2CE48CBFEEBD}"/>
          </ac:spMkLst>
        </pc:spChg>
        <pc:spChg chg="mod">
          <ac:chgData name="Takeuchi, Koichiro" userId="b3848a05-443b-4434-8fa5-7398ca0c03c9" providerId="ADAL" clId="{0BCE8C6C-860B-4961-8907-604115D89DF6}" dt="2024-06-27T09:06:07.643" v="18414" actId="207"/>
          <ac:spMkLst>
            <pc:docMk/>
            <pc:sldMk cId="3440771626" sldId="2147480832"/>
            <ac:spMk id="184" creationId="{07B6781A-0002-6C91-118A-9595F68C98A9}"/>
          </ac:spMkLst>
        </pc:spChg>
        <pc:spChg chg="mod">
          <ac:chgData name="Takeuchi, Koichiro" userId="b3848a05-443b-4434-8fa5-7398ca0c03c9" providerId="ADAL" clId="{0BCE8C6C-860B-4961-8907-604115D89DF6}" dt="2024-06-27T09:06:07.643" v="18414" actId="207"/>
          <ac:spMkLst>
            <pc:docMk/>
            <pc:sldMk cId="3440771626" sldId="2147480832"/>
            <ac:spMk id="185" creationId="{3090B859-B839-0E03-1FF5-529BE25B523D}"/>
          </ac:spMkLst>
        </pc:spChg>
        <pc:spChg chg="mod">
          <ac:chgData name="Takeuchi, Koichiro" userId="b3848a05-443b-4434-8fa5-7398ca0c03c9" providerId="ADAL" clId="{0BCE8C6C-860B-4961-8907-604115D89DF6}" dt="2024-06-27T09:06:07.643" v="18414" actId="207"/>
          <ac:spMkLst>
            <pc:docMk/>
            <pc:sldMk cId="3440771626" sldId="2147480832"/>
            <ac:spMk id="186" creationId="{F57B6D85-F5F5-2003-1A35-08ABD8FDC9F0}"/>
          </ac:spMkLst>
        </pc:spChg>
        <pc:spChg chg="mod">
          <ac:chgData name="Takeuchi, Koichiro" userId="b3848a05-443b-4434-8fa5-7398ca0c03c9" providerId="ADAL" clId="{0BCE8C6C-860B-4961-8907-604115D89DF6}" dt="2024-06-27T09:06:07.643" v="18414" actId="207"/>
          <ac:spMkLst>
            <pc:docMk/>
            <pc:sldMk cId="3440771626" sldId="2147480832"/>
            <ac:spMk id="187" creationId="{AA240F69-AE43-A9F6-02D9-3B3597305FD4}"/>
          </ac:spMkLst>
        </pc:spChg>
        <pc:spChg chg="mod">
          <ac:chgData name="Takeuchi, Koichiro" userId="b3848a05-443b-4434-8fa5-7398ca0c03c9" providerId="ADAL" clId="{0BCE8C6C-860B-4961-8907-604115D89DF6}" dt="2024-06-27T09:06:07.643" v="18414" actId="207"/>
          <ac:spMkLst>
            <pc:docMk/>
            <pc:sldMk cId="3440771626" sldId="2147480832"/>
            <ac:spMk id="188" creationId="{F4F321B6-A683-A81D-33EC-FA0B944FF201}"/>
          </ac:spMkLst>
        </pc:spChg>
        <pc:spChg chg="mod">
          <ac:chgData name="Takeuchi, Koichiro" userId="b3848a05-443b-4434-8fa5-7398ca0c03c9" providerId="ADAL" clId="{0BCE8C6C-860B-4961-8907-604115D89DF6}" dt="2024-06-27T09:06:07.643" v="18414" actId="207"/>
          <ac:spMkLst>
            <pc:docMk/>
            <pc:sldMk cId="3440771626" sldId="2147480832"/>
            <ac:spMk id="189" creationId="{E8F97E9A-8132-2D11-6001-9A3F3AECEF9F}"/>
          </ac:spMkLst>
        </pc:spChg>
        <pc:spChg chg="del">
          <ac:chgData name="Takeuchi, Koichiro" userId="b3848a05-443b-4434-8fa5-7398ca0c03c9" providerId="ADAL" clId="{0BCE8C6C-860B-4961-8907-604115D89DF6}" dt="2024-06-27T09:00:22.963" v="18272" actId="478"/>
          <ac:spMkLst>
            <pc:docMk/>
            <pc:sldMk cId="3440771626" sldId="2147480832"/>
            <ac:spMk id="208" creationId="{531F8940-1EFE-DA00-53F1-5015FAE21735}"/>
          </ac:spMkLst>
        </pc:spChg>
        <pc:spChg chg="del">
          <ac:chgData name="Takeuchi, Koichiro" userId="b3848a05-443b-4434-8fa5-7398ca0c03c9" providerId="ADAL" clId="{0BCE8C6C-860B-4961-8907-604115D89DF6}" dt="2024-06-27T09:00:22.963" v="18272" actId="478"/>
          <ac:spMkLst>
            <pc:docMk/>
            <pc:sldMk cId="3440771626" sldId="2147480832"/>
            <ac:spMk id="209" creationId="{30B282B6-9750-FA8B-6C51-A5917F777134}"/>
          </ac:spMkLst>
        </pc:spChg>
        <pc:spChg chg="del">
          <ac:chgData name="Takeuchi, Koichiro" userId="b3848a05-443b-4434-8fa5-7398ca0c03c9" providerId="ADAL" clId="{0BCE8C6C-860B-4961-8907-604115D89DF6}" dt="2024-06-27T09:00:22.963" v="18272" actId="478"/>
          <ac:spMkLst>
            <pc:docMk/>
            <pc:sldMk cId="3440771626" sldId="2147480832"/>
            <ac:spMk id="210" creationId="{35CE46D5-A796-E027-5CAC-CF70DF116A4B}"/>
          </ac:spMkLst>
        </pc:spChg>
        <pc:spChg chg="del">
          <ac:chgData name="Takeuchi, Koichiro" userId="b3848a05-443b-4434-8fa5-7398ca0c03c9" providerId="ADAL" clId="{0BCE8C6C-860B-4961-8907-604115D89DF6}" dt="2024-06-27T09:00:22.963" v="18272" actId="478"/>
          <ac:spMkLst>
            <pc:docMk/>
            <pc:sldMk cId="3440771626" sldId="2147480832"/>
            <ac:spMk id="211" creationId="{AFF9BE76-BCFA-CBD5-8E5B-971A0279D4FD}"/>
          </ac:spMkLst>
        </pc:spChg>
        <pc:spChg chg="del">
          <ac:chgData name="Takeuchi, Koichiro" userId="b3848a05-443b-4434-8fa5-7398ca0c03c9" providerId="ADAL" clId="{0BCE8C6C-860B-4961-8907-604115D89DF6}" dt="2024-06-27T09:00:22.963" v="18272" actId="478"/>
          <ac:spMkLst>
            <pc:docMk/>
            <pc:sldMk cId="3440771626" sldId="2147480832"/>
            <ac:spMk id="212" creationId="{14A9D9A1-4AEE-599B-32A1-C126CF147B38}"/>
          </ac:spMkLst>
        </pc:spChg>
        <pc:spChg chg="del">
          <ac:chgData name="Takeuchi, Koichiro" userId="b3848a05-443b-4434-8fa5-7398ca0c03c9" providerId="ADAL" clId="{0BCE8C6C-860B-4961-8907-604115D89DF6}" dt="2024-06-27T09:00:22.963" v="18272" actId="478"/>
          <ac:spMkLst>
            <pc:docMk/>
            <pc:sldMk cId="3440771626" sldId="2147480832"/>
            <ac:spMk id="213" creationId="{4E7C820E-2345-BB83-143F-E8B2E618B28D}"/>
          </ac:spMkLst>
        </pc:spChg>
        <pc:spChg chg="del">
          <ac:chgData name="Takeuchi, Koichiro" userId="b3848a05-443b-4434-8fa5-7398ca0c03c9" providerId="ADAL" clId="{0BCE8C6C-860B-4961-8907-604115D89DF6}" dt="2024-06-27T09:00:22.963" v="18272" actId="478"/>
          <ac:spMkLst>
            <pc:docMk/>
            <pc:sldMk cId="3440771626" sldId="2147480832"/>
            <ac:spMk id="214" creationId="{8912081A-38C7-6169-5113-49BD0264F6FF}"/>
          </ac:spMkLst>
        </pc:spChg>
        <pc:spChg chg="del">
          <ac:chgData name="Takeuchi, Koichiro" userId="b3848a05-443b-4434-8fa5-7398ca0c03c9" providerId="ADAL" clId="{0BCE8C6C-860B-4961-8907-604115D89DF6}" dt="2024-06-27T09:00:22.963" v="18272" actId="478"/>
          <ac:spMkLst>
            <pc:docMk/>
            <pc:sldMk cId="3440771626" sldId="2147480832"/>
            <ac:spMk id="215" creationId="{43FD22A2-8270-CE73-7B7D-6930666C3742}"/>
          </ac:spMkLst>
        </pc:spChg>
        <pc:spChg chg="del">
          <ac:chgData name="Takeuchi, Koichiro" userId="b3848a05-443b-4434-8fa5-7398ca0c03c9" providerId="ADAL" clId="{0BCE8C6C-860B-4961-8907-604115D89DF6}" dt="2024-06-27T09:00:22.963" v="18272" actId="478"/>
          <ac:spMkLst>
            <pc:docMk/>
            <pc:sldMk cId="3440771626" sldId="2147480832"/>
            <ac:spMk id="216" creationId="{D1D443BD-5FF5-0466-8254-D380AA63B39F}"/>
          </ac:spMkLst>
        </pc:spChg>
        <pc:spChg chg="del">
          <ac:chgData name="Takeuchi, Koichiro" userId="b3848a05-443b-4434-8fa5-7398ca0c03c9" providerId="ADAL" clId="{0BCE8C6C-860B-4961-8907-604115D89DF6}" dt="2024-06-27T09:00:22.963" v="18272" actId="478"/>
          <ac:spMkLst>
            <pc:docMk/>
            <pc:sldMk cId="3440771626" sldId="2147480832"/>
            <ac:spMk id="217" creationId="{040B7B0C-2E0B-336E-FC0D-9741329C79D8}"/>
          </ac:spMkLst>
        </pc:spChg>
        <pc:spChg chg="del">
          <ac:chgData name="Takeuchi, Koichiro" userId="b3848a05-443b-4434-8fa5-7398ca0c03c9" providerId="ADAL" clId="{0BCE8C6C-860B-4961-8907-604115D89DF6}" dt="2024-06-27T09:00:22.963" v="18272" actId="478"/>
          <ac:spMkLst>
            <pc:docMk/>
            <pc:sldMk cId="3440771626" sldId="2147480832"/>
            <ac:spMk id="218" creationId="{C5672CB1-C2C8-588F-CB81-5A4F126EB313}"/>
          </ac:spMkLst>
        </pc:spChg>
        <pc:spChg chg="mod">
          <ac:chgData name="Takeuchi, Koichiro" userId="b3848a05-443b-4434-8fa5-7398ca0c03c9" providerId="ADAL" clId="{0BCE8C6C-860B-4961-8907-604115D89DF6}" dt="2024-06-27T09:06:07.643" v="18414" actId="207"/>
          <ac:spMkLst>
            <pc:docMk/>
            <pc:sldMk cId="3440771626" sldId="2147480832"/>
            <ac:spMk id="222" creationId="{35CDF988-BC75-346A-892B-F1012C18B7ED}"/>
          </ac:spMkLst>
        </pc:spChg>
        <pc:spChg chg="del">
          <ac:chgData name="Takeuchi, Koichiro" userId="b3848a05-443b-4434-8fa5-7398ca0c03c9" providerId="ADAL" clId="{0BCE8C6C-860B-4961-8907-604115D89DF6}" dt="2024-06-27T09:00:22.963" v="18272" actId="478"/>
          <ac:spMkLst>
            <pc:docMk/>
            <pc:sldMk cId="3440771626" sldId="2147480832"/>
            <ac:spMk id="224" creationId="{85BC9C2E-C34B-E93D-65E3-92129BE29BF3}"/>
          </ac:spMkLst>
        </pc:spChg>
        <pc:spChg chg="mod">
          <ac:chgData name="Takeuchi, Koichiro" userId="b3848a05-443b-4434-8fa5-7398ca0c03c9" providerId="ADAL" clId="{0BCE8C6C-860B-4961-8907-604115D89DF6}" dt="2024-06-27T09:06:07.643" v="18414" actId="207"/>
          <ac:spMkLst>
            <pc:docMk/>
            <pc:sldMk cId="3440771626" sldId="2147480832"/>
            <ac:spMk id="225" creationId="{513D32F9-642B-3EFA-3570-EFC5C5499E57}"/>
          </ac:spMkLst>
        </pc:spChg>
        <pc:spChg chg="del">
          <ac:chgData name="Takeuchi, Koichiro" userId="b3848a05-443b-4434-8fa5-7398ca0c03c9" providerId="ADAL" clId="{0BCE8C6C-860B-4961-8907-604115D89DF6}" dt="2024-06-27T09:00:22.963" v="18272" actId="478"/>
          <ac:spMkLst>
            <pc:docMk/>
            <pc:sldMk cId="3440771626" sldId="2147480832"/>
            <ac:spMk id="227" creationId="{3791F0AB-B144-EA72-B581-3B967285A068}"/>
          </ac:spMkLst>
        </pc:spChg>
        <pc:spChg chg="mod">
          <ac:chgData name="Takeuchi, Koichiro" userId="b3848a05-443b-4434-8fa5-7398ca0c03c9" providerId="ADAL" clId="{0BCE8C6C-860B-4961-8907-604115D89DF6}" dt="2024-06-27T09:06:07.643" v="18414" actId="207"/>
          <ac:spMkLst>
            <pc:docMk/>
            <pc:sldMk cId="3440771626" sldId="2147480832"/>
            <ac:spMk id="251" creationId="{81507707-9F80-FF46-842A-73FC5851881F}"/>
          </ac:spMkLst>
        </pc:spChg>
        <pc:spChg chg="mod">
          <ac:chgData name="Takeuchi, Koichiro" userId="b3848a05-443b-4434-8fa5-7398ca0c03c9" providerId="ADAL" clId="{0BCE8C6C-860B-4961-8907-604115D89DF6}" dt="2024-06-27T09:07:50.445" v="18489" actId="207"/>
          <ac:spMkLst>
            <pc:docMk/>
            <pc:sldMk cId="3440771626" sldId="2147480832"/>
            <ac:spMk id="255" creationId="{8DF0C800-9480-1D55-C3A5-A90B83D54F6D}"/>
          </ac:spMkLst>
        </pc:spChg>
        <pc:spChg chg="del">
          <ac:chgData name="Takeuchi, Koichiro" userId="b3848a05-443b-4434-8fa5-7398ca0c03c9" providerId="ADAL" clId="{0BCE8C6C-860B-4961-8907-604115D89DF6}" dt="2024-06-27T09:00:22.963" v="18272" actId="478"/>
          <ac:spMkLst>
            <pc:docMk/>
            <pc:sldMk cId="3440771626" sldId="2147480832"/>
            <ac:spMk id="263" creationId="{23249CE0-6054-8C26-59F0-EDA6D641ABCC}"/>
          </ac:spMkLst>
        </pc:spChg>
        <pc:spChg chg="mod">
          <ac:chgData name="Takeuchi, Koichiro" userId="b3848a05-443b-4434-8fa5-7398ca0c03c9" providerId="ADAL" clId="{0BCE8C6C-860B-4961-8907-604115D89DF6}" dt="2024-06-27T09:06:07.643" v="18414" actId="207"/>
          <ac:spMkLst>
            <pc:docMk/>
            <pc:sldMk cId="3440771626" sldId="2147480832"/>
            <ac:spMk id="307" creationId="{A30F2A7E-74DF-AB94-8078-83D7E13CCB00}"/>
          </ac:spMkLst>
        </pc:spChg>
        <pc:spChg chg="del">
          <ac:chgData name="Takeuchi, Koichiro" userId="b3848a05-443b-4434-8fa5-7398ca0c03c9" providerId="ADAL" clId="{0BCE8C6C-860B-4961-8907-604115D89DF6}" dt="2024-06-27T09:00:22.963" v="18272" actId="478"/>
          <ac:spMkLst>
            <pc:docMk/>
            <pc:sldMk cId="3440771626" sldId="2147480832"/>
            <ac:spMk id="308" creationId="{48AD3ECE-2A9A-A9F8-0CBE-5B277B5774CE}"/>
          </ac:spMkLst>
        </pc:spChg>
        <pc:grpChg chg="mod">
          <ac:chgData name="Takeuchi, Koichiro" userId="b3848a05-443b-4434-8fa5-7398ca0c03c9" providerId="ADAL" clId="{0BCE8C6C-860B-4961-8907-604115D89DF6}" dt="2024-06-27T09:06:07.643" v="18414" actId="207"/>
          <ac:grpSpMkLst>
            <pc:docMk/>
            <pc:sldMk cId="3440771626" sldId="2147480832"/>
            <ac:grpSpMk id="3" creationId="{E7C2F6B4-B08F-1C31-681A-3B6EB5A30FD3}"/>
          </ac:grpSpMkLst>
        </pc:grpChg>
        <pc:grpChg chg="mod">
          <ac:chgData name="Takeuchi, Koichiro" userId="b3848a05-443b-4434-8fa5-7398ca0c03c9" providerId="ADAL" clId="{0BCE8C6C-860B-4961-8907-604115D89DF6}" dt="2024-06-27T09:06:07.643" v="18414" actId="207"/>
          <ac:grpSpMkLst>
            <pc:docMk/>
            <pc:sldMk cId="3440771626" sldId="2147480832"/>
            <ac:grpSpMk id="6" creationId="{700CCA30-8242-5458-5993-8558AF2A708C}"/>
          </ac:grpSpMkLst>
        </pc:grpChg>
        <pc:grpChg chg="mod">
          <ac:chgData name="Takeuchi, Koichiro" userId="b3848a05-443b-4434-8fa5-7398ca0c03c9" providerId="ADAL" clId="{0BCE8C6C-860B-4961-8907-604115D89DF6}" dt="2024-06-27T09:06:07.643" v="18414" actId="207"/>
          <ac:grpSpMkLst>
            <pc:docMk/>
            <pc:sldMk cId="3440771626" sldId="2147480832"/>
            <ac:grpSpMk id="25" creationId="{2A54FA47-0E35-1A7B-2118-B7581D0D08E2}"/>
          </ac:grpSpMkLst>
        </pc:grpChg>
        <pc:grpChg chg="mod">
          <ac:chgData name="Takeuchi, Koichiro" userId="b3848a05-443b-4434-8fa5-7398ca0c03c9" providerId="ADAL" clId="{0BCE8C6C-860B-4961-8907-604115D89DF6}" dt="2024-06-27T09:13:15.197" v="18684" actId="1036"/>
          <ac:grpSpMkLst>
            <pc:docMk/>
            <pc:sldMk cId="3440771626" sldId="2147480832"/>
            <ac:grpSpMk id="44" creationId="{0268E6E6-0163-7AB8-FE04-4731C4A726D4}"/>
          </ac:grpSpMkLst>
        </pc:grpChg>
        <pc:grpChg chg="mod">
          <ac:chgData name="Takeuchi, Koichiro" userId="b3848a05-443b-4434-8fa5-7398ca0c03c9" providerId="ADAL" clId="{0BCE8C6C-860B-4961-8907-604115D89DF6}" dt="2024-06-27T09:05:01.020" v="18406" actId="553"/>
          <ac:grpSpMkLst>
            <pc:docMk/>
            <pc:sldMk cId="3440771626" sldId="2147480832"/>
            <ac:grpSpMk id="50" creationId="{ACEFCF3C-2616-77E0-F8EF-14862CC5C5D9}"/>
          </ac:grpSpMkLst>
        </pc:grpChg>
        <pc:grpChg chg="mod">
          <ac:chgData name="Takeuchi, Koichiro" userId="b3848a05-443b-4434-8fa5-7398ca0c03c9" providerId="ADAL" clId="{0BCE8C6C-860B-4961-8907-604115D89DF6}" dt="2024-06-27T09:06:07.643" v="18414" actId="207"/>
          <ac:grpSpMkLst>
            <pc:docMk/>
            <pc:sldMk cId="3440771626" sldId="2147480832"/>
            <ac:grpSpMk id="253" creationId="{57EDF151-EDB9-13C6-5073-717E1CB3AEBB}"/>
          </ac:grpSpMkLst>
        </pc:grpChg>
        <pc:grpChg chg="del">
          <ac:chgData name="Takeuchi, Koichiro" userId="b3848a05-443b-4434-8fa5-7398ca0c03c9" providerId="ADAL" clId="{0BCE8C6C-860B-4961-8907-604115D89DF6}" dt="2024-06-27T09:00:22.963" v="18272" actId="478"/>
          <ac:grpSpMkLst>
            <pc:docMk/>
            <pc:sldMk cId="3440771626" sldId="2147480832"/>
            <ac:grpSpMk id="259" creationId="{BD742AFC-913D-9D9A-8B50-52664690A895}"/>
          </ac:grpSpMkLst>
        </pc:grpChg>
        <pc:cxnChg chg="mod">
          <ac:chgData name="Takeuchi, Koichiro" userId="b3848a05-443b-4434-8fa5-7398ca0c03c9" providerId="ADAL" clId="{0BCE8C6C-860B-4961-8907-604115D89DF6}" dt="2024-06-27T09:02:57.164" v="18366" actId="408"/>
          <ac:cxnSpMkLst>
            <pc:docMk/>
            <pc:sldMk cId="3440771626" sldId="2147480832"/>
            <ac:cxnSpMk id="22" creationId="{130F5DBF-645B-D8CF-3BD2-17554BC75219}"/>
          </ac:cxnSpMkLst>
        </pc:cxnChg>
        <pc:cxnChg chg="mod">
          <ac:chgData name="Takeuchi, Koichiro" userId="b3848a05-443b-4434-8fa5-7398ca0c03c9" providerId="ADAL" clId="{0BCE8C6C-860B-4961-8907-604115D89DF6}" dt="2024-06-27T09:02:57.164" v="18366" actId="408"/>
          <ac:cxnSpMkLst>
            <pc:docMk/>
            <pc:sldMk cId="3440771626" sldId="2147480832"/>
            <ac:cxnSpMk id="23" creationId="{9A7CA008-4115-3C2A-02F7-6DD94000A43F}"/>
          </ac:cxnSpMkLst>
        </pc:cxnChg>
        <pc:cxnChg chg="mod">
          <ac:chgData name="Takeuchi, Koichiro" userId="b3848a05-443b-4434-8fa5-7398ca0c03c9" providerId="ADAL" clId="{0BCE8C6C-860B-4961-8907-604115D89DF6}" dt="2024-06-27T09:02:57.164" v="18366" actId="408"/>
          <ac:cxnSpMkLst>
            <pc:docMk/>
            <pc:sldMk cId="3440771626" sldId="2147480832"/>
            <ac:cxnSpMk id="27" creationId="{DE7AA20C-F602-DBEA-0FB0-4C3CE1A0FA43}"/>
          </ac:cxnSpMkLst>
        </pc:cxnChg>
        <pc:cxnChg chg="add mod">
          <ac:chgData name="Takeuchi, Koichiro" userId="b3848a05-443b-4434-8fa5-7398ca0c03c9" providerId="ADAL" clId="{0BCE8C6C-860B-4961-8907-604115D89DF6}" dt="2024-06-27T09:25:46.385" v="19438" actId="14100"/>
          <ac:cxnSpMkLst>
            <pc:docMk/>
            <pc:sldMk cId="3440771626" sldId="2147480832"/>
            <ac:cxnSpMk id="76" creationId="{0BAFDF68-54E0-523B-45C2-C793ED8C36BB}"/>
          </ac:cxnSpMkLst>
        </pc:cxnChg>
        <pc:cxnChg chg="mod">
          <ac:chgData name="Takeuchi, Koichiro" userId="b3848a05-443b-4434-8fa5-7398ca0c03c9" providerId="ADAL" clId="{0BCE8C6C-860B-4961-8907-604115D89DF6}" dt="2024-06-27T09:05:01.020" v="18406" actId="553"/>
          <ac:cxnSpMkLst>
            <pc:docMk/>
            <pc:sldMk cId="3440771626" sldId="2147480832"/>
            <ac:cxnSpMk id="109" creationId="{3275AEDC-025C-4B1F-4533-4B10EE78329F}"/>
          </ac:cxnSpMkLst>
        </pc:cxnChg>
        <pc:cxnChg chg="mod">
          <ac:chgData name="Takeuchi, Koichiro" userId="b3848a05-443b-4434-8fa5-7398ca0c03c9" providerId="ADAL" clId="{0BCE8C6C-860B-4961-8907-604115D89DF6}" dt="2024-06-27T09:05:01.020" v="18406" actId="553"/>
          <ac:cxnSpMkLst>
            <pc:docMk/>
            <pc:sldMk cId="3440771626" sldId="2147480832"/>
            <ac:cxnSpMk id="125" creationId="{8787CE3C-CA7A-A3BE-09AF-744A7190F664}"/>
          </ac:cxnSpMkLst>
        </pc:cxnChg>
        <pc:cxnChg chg="mod">
          <ac:chgData name="Takeuchi, Koichiro" userId="b3848a05-443b-4434-8fa5-7398ca0c03c9" providerId="ADAL" clId="{0BCE8C6C-860B-4961-8907-604115D89DF6}" dt="2024-06-27T09:05:01.020" v="18406" actId="553"/>
          <ac:cxnSpMkLst>
            <pc:docMk/>
            <pc:sldMk cId="3440771626" sldId="2147480832"/>
            <ac:cxnSpMk id="139" creationId="{8DC7AD91-655E-054E-7D1E-D98A085B9247}"/>
          </ac:cxnSpMkLst>
        </pc:cxnChg>
        <pc:cxnChg chg="mod">
          <ac:chgData name="Takeuchi, Koichiro" userId="b3848a05-443b-4434-8fa5-7398ca0c03c9" providerId="ADAL" clId="{0BCE8C6C-860B-4961-8907-604115D89DF6}" dt="2024-06-27T09:05:01.020" v="18406" actId="553"/>
          <ac:cxnSpMkLst>
            <pc:docMk/>
            <pc:sldMk cId="3440771626" sldId="2147480832"/>
            <ac:cxnSpMk id="143" creationId="{3D096BD8-6E6E-D250-30BE-A545DA8F82A5}"/>
          </ac:cxnSpMkLst>
        </pc:cxnChg>
        <pc:cxnChg chg="mod">
          <ac:chgData name="Takeuchi, Koichiro" userId="b3848a05-443b-4434-8fa5-7398ca0c03c9" providerId="ADAL" clId="{0BCE8C6C-860B-4961-8907-604115D89DF6}" dt="2024-06-27T09:04:52.457" v="18405" actId="1035"/>
          <ac:cxnSpMkLst>
            <pc:docMk/>
            <pc:sldMk cId="3440771626" sldId="2147480832"/>
            <ac:cxnSpMk id="157" creationId="{764E6D94-9419-4754-ED19-BFD46C6C1A65}"/>
          </ac:cxnSpMkLst>
        </pc:cxnChg>
        <pc:cxnChg chg="mod">
          <ac:chgData name="Takeuchi, Koichiro" userId="b3848a05-443b-4434-8fa5-7398ca0c03c9" providerId="ADAL" clId="{0BCE8C6C-860B-4961-8907-604115D89DF6}" dt="2024-06-27T09:05:01.020" v="18406" actId="553"/>
          <ac:cxnSpMkLst>
            <pc:docMk/>
            <pc:sldMk cId="3440771626" sldId="2147480832"/>
            <ac:cxnSpMk id="166" creationId="{748D00FA-2792-8498-BF5D-97F9B7851A9B}"/>
          </ac:cxnSpMkLst>
        </pc:cxnChg>
        <pc:cxnChg chg="mod">
          <ac:chgData name="Takeuchi, Koichiro" userId="b3848a05-443b-4434-8fa5-7398ca0c03c9" providerId="ADAL" clId="{0BCE8C6C-860B-4961-8907-604115D89DF6}" dt="2024-06-27T09:05:01.020" v="18406" actId="553"/>
          <ac:cxnSpMkLst>
            <pc:docMk/>
            <pc:sldMk cId="3440771626" sldId="2147480832"/>
            <ac:cxnSpMk id="170" creationId="{2ADDD7AE-3528-F939-719E-C0D38A3797CB}"/>
          </ac:cxnSpMkLst>
        </pc:cxnChg>
        <pc:cxnChg chg="mod">
          <ac:chgData name="Takeuchi, Koichiro" userId="b3848a05-443b-4434-8fa5-7398ca0c03c9" providerId="ADAL" clId="{0BCE8C6C-860B-4961-8907-604115D89DF6}" dt="2024-06-27T09:06:07.643" v="18414" actId="207"/>
          <ac:cxnSpMkLst>
            <pc:docMk/>
            <pc:sldMk cId="3440771626" sldId="2147480832"/>
            <ac:cxnSpMk id="254" creationId="{5C861572-EEC9-BBEF-2F11-DFB023AA7061}"/>
          </ac:cxnSpMkLst>
        </pc:cxnChg>
        <pc:cxnChg chg="mod">
          <ac:chgData name="Takeuchi, Koichiro" userId="b3848a05-443b-4434-8fa5-7398ca0c03c9" providerId="ADAL" clId="{0BCE8C6C-860B-4961-8907-604115D89DF6}" dt="2024-06-27T09:05:01.020" v="18406" actId="553"/>
          <ac:cxnSpMkLst>
            <pc:docMk/>
            <pc:sldMk cId="3440771626" sldId="2147480832"/>
            <ac:cxnSpMk id="264" creationId="{385B9B26-B71D-9B4C-F7A0-8961317E1B61}"/>
          </ac:cxnSpMkLst>
        </pc:cxnChg>
        <pc:cxnChg chg="mod">
          <ac:chgData name="Takeuchi, Koichiro" userId="b3848a05-443b-4434-8fa5-7398ca0c03c9" providerId="ADAL" clId="{0BCE8C6C-860B-4961-8907-604115D89DF6}" dt="2024-06-27T09:05:01.020" v="18406" actId="553"/>
          <ac:cxnSpMkLst>
            <pc:docMk/>
            <pc:sldMk cId="3440771626" sldId="2147480832"/>
            <ac:cxnSpMk id="267" creationId="{7E1275D6-8FA2-56D3-B25F-A5E28E63D9E7}"/>
          </ac:cxnSpMkLst>
        </pc:cxnChg>
        <pc:cxnChg chg="mod">
          <ac:chgData name="Takeuchi, Koichiro" userId="b3848a05-443b-4434-8fa5-7398ca0c03c9" providerId="ADAL" clId="{0BCE8C6C-860B-4961-8907-604115D89DF6}" dt="2024-06-27T09:05:01.020" v="18406" actId="553"/>
          <ac:cxnSpMkLst>
            <pc:docMk/>
            <pc:sldMk cId="3440771626" sldId="2147480832"/>
            <ac:cxnSpMk id="270" creationId="{4FD0BED1-7F6D-FC1C-A1A1-6E4499C52AA9}"/>
          </ac:cxnSpMkLst>
        </pc:cxnChg>
        <pc:cxnChg chg="mod">
          <ac:chgData name="Takeuchi, Koichiro" userId="b3848a05-443b-4434-8fa5-7398ca0c03c9" providerId="ADAL" clId="{0BCE8C6C-860B-4961-8907-604115D89DF6}" dt="2024-06-27T09:05:01.020" v="18406" actId="553"/>
          <ac:cxnSpMkLst>
            <pc:docMk/>
            <pc:sldMk cId="3440771626" sldId="2147480832"/>
            <ac:cxnSpMk id="273" creationId="{7ED6C6F1-6270-F8AB-F2C3-61EDDCEDB5FF}"/>
          </ac:cxnSpMkLst>
        </pc:cxnChg>
        <pc:cxnChg chg="mod">
          <ac:chgData name="Takeuchi, Koichiro" userId="b3848a05-443b-4434-8fa5-7398ca0c03c9" providerId="ADAL" clId="{0BCE8C6C-860B-4961-8907-604115D89DF6}" dt="2024-06-27T09:05:01.020" v="18406" actId="553"/>
          <ac:cxnSpMkLst>
            <pc:docMk/>
            <pc:sldMk cId="3440771626" sldId="2147480832"/>
            <ac:cxnSpMk id="276" creationId="{B7276D31-C93D-296A-6B31-EE4D9C0BAEF7}"/>
          </ac:cxnSpMkLst>
        </pc:cxnChg>
        <pc:cxnChg chg="mod">
          <ac:chgData name="Takeuchi, Koichiro" userId="b3848a05-443b-4434-8fa5-7398ca0c03c9" providerId="ADAL" clId="{0BCE8C6C-860B-4961-8907-604115D89DF6}" dt="2024-06-27T09:05:01.020" v="18406" actId="553"/>
          <ac:cxnSpMkLst>
            <pc:docMk/>
            <pc:sldMk cId="3440771626" sldId="2147480832"/>
            <ac:cxnSpMk id="279" creationId="{EA21D8E7-AC6E-5461-1DE2-318A1AEB9EB4}"/>
          </ac:cxnSpMkLst>
        </pc:cxnChg>
        <pc:cxnChg chg="mod">
          <ac:chgData name="Takeuchi, Koichiro" userId="b3848a05-443b-4434-8fa5-7398ca0c03c9" providerId="ADAL" clId="{0BCE8C6C-860B-4961-8907-604115D89DF6}" dt="2024-06-27T09:05:01.020" v="18406" actId="553"/>
          <ac:cxnSpMkLst>
            <pc:docMk/>
            <pc:sldMk cId="3440771626" sldId="2147480832"/>
            <ac:cxnSpMk id="282" creationId="{41FC49F5-5EF5-27B0-D673-189168D5938B}"/>
          </ac:cxnSpMkLst>
        </pc:cxnChg>
        <pc:cxnChg chg="mod">
          <ac:chgData name="Takeuchi, Koichiro" userId="b3848a05-443b-4434-8fa5-7398ca0c03c9" providerId="ADAL" clId="{0BCE8C6C-860B-4961-8907-604115D89DF6}" dt="2024-06-27T09:05:01.020" v="18406" actId="553"/>
          <ac:cxnSpMkLst>
            <pc:docMk/>
            <pc:sldMk cId="3440771626" sldId="2147480832"/>
            <ac:cxnSpMk id="285" creationId="{5B0750F1-A170-B72D-56A7-FE74DB211E79}"/>
          </ac:cxnSpMkLst>
        </pc:cxnChg>
        <pc:cxnChg chg="mod">
          <ac:chgData name="Takeuchi, Koichiro" userId="b3848a05-443b-4434-8fa5-7398ca0c03c9" providerId="ADAL" clId="{0BCE8C6C-860B-4961-8907-604115D89DF6}" dt="2024-06-27T09:05:01.020" v="18406" actId="553"/>
          <ac:cxnSpMkLst>
            <pc:docMk/>
            <pc:sldMk cId="3440771626" sldId="2147480832"/>
            <ac:cxnSpMk id="288" creationId="{EFE089F9-0576-7D01-B1DA-10EDEB39A5E6}"/>
          </ac:cxnSpMkLst>
        </pc:cxnChg>
        <pc:cxnChg chg="mod">
          <ac:chgData name="Takeuchi, Koichiro" userId="b3848a05-443b-4434-8fa5-7398ca0c03c9" providerId="ADAL" clId="{0BCE8C6C-860B-4961-8907-604115D89DF6}" dt="2024-06-27T09:05:01.020" v="18406" actId="553"/>
          <ac:cxnSpMkLst>
            <pc:docMk/>
            <pc:sldMk cId="3440771626" sldId="2147480832"/>
            <ac:cxnSpMk id="291" creationId="{1E4027AE-5EAE-20A0-0ED0-05364FF26DA6}"/>
          </ac:cxnSpMkLst>
        </pc:cxnChg>
        <pc:cxnChg chg="mod">
          <ac:chgData name="Takeuchi, Koichiro" userId="b3848a05-443b-4434-8fa5-7398ca0c03c9" providerId="ADAL" clId="{0BCE8C6C-860B-4961-8907-604115D89DF6}" dt="2024-06-27T09:05:01.020" v="18406" actId="553"/>
          <ac:cxnSpMkLst>
            <pc:docMk/>
            <pc:sldMk cId="3440771626" sldId="2147480832"/>
            <ac:cxnSpMk id="294" creationId="{314DE63A-1CB0-461A-F339-45D9651EB506}"/>
          </ac:cxnSpMkLst>
        </pc:cxnChg>
        <pc:cxnChg chg="mod">
          <ac:chgData name="Takeuchi, Koichiro" userId="b3848a05-443b-4434-8fa5-7398ca0c03c9" providerId="ADAL" clId="{0BCE8C6C-860B-4961-8907-604115D89DF6}" dt="2024-06-27T09:05:01.020" v="18406" actId="553"/>
          <ac:cxnSpMkLst>
            <pc:docMk/>
            <pc:sldMk cId="3440771626" sldId="2147480832"/>
            <ac:cxnSpMk id="297" creationId="{A1B46B9E-66AA-6CF7-1245-5EAAC32721DA}"/>
          </ac:cxnSpMkLst>
        </pc:cxnChg>
        <pc:cxnChg chg="mod">
          <ac:chgData name="Takeuchi, Koichiro" userId="b3848a05-443b-4434-8fa5-7398ca0c03c9" providerId="ADAL" clId="{0BCE8C6C-860B-4961-8907-604115D89DF6}" dt="2024-06-27T09:05:01.020" v="18406" actId="553"/>
          <ac:cxnSpMkLst>
            <pc:docMk/>
            <pc:sldMk cId="3440771626" sldId="2147480832"/>
            <ac:cxnSpMk id="301" creationId="{77B0A4DE-FBEB-9B25-9D1E-898256CCED89}"/>
          </ac:cxnSpMkLst>
        </pc:cxnChg>
        <pc:cxnChg chg="mod">
          <ac:chgData name="Takeuchi, Koichiro" userId="b3848a05-443b-4434-8fa5-7398ca0c03c9" providerId="ADAL" clId="{0BCE8C6C-860B-4961-8907-604115D89DF6}" dt="2024-06-27T09:05:01.020" v="18406" actId="553"/>
          <ac:cxnSpMkLst>
            <pc:docMk/>
            <pc:sldMk cId="3440771626" sldId="2147480832"/>
            <ac:cxnSpMk id="304" creationId="{428FDA51-AF2D-DB73-D5BF-5ECB0BEC3EB2}"/>
          </ac:cxnSpMkLst>
        </pc:cxnChg>
        <pc:cxnChg chg="mod">
          <ac:chgData name="Takeuchi, Koichiro" userId="b3848a05-443b-4434-8fa5-7398ca0c03c9" providerId="ADAL" clId="{0BCE8C6C-860B-4961-8907-604115D89DF6}" dt="2024-06-27T09:05:01.020" v="18406" actId="553"/>
          <ac:cxnSpMkLst>
            <pc:docMk/>
            <pc:sldMk cId="3440771626" sldId="2147480832"/>
            <ac:cxnSpMk id="309" creationId="{4973AAB7-99A5-EED4-289B-5F9EA26BE47C}"/>
          </ac:cxnSpMkLst>
        </pc:cxnChg>
      </pc:sldChg>
      <pc:sldChg chg="add del">
        <pc:chgData name="Takeuchi, Koichiro" userId="b3848a05-443b-4434-8fa5-7398ca0c03c9" providerId="ADAL" clId="{0BCE8C6C-860B-4961-8907-604115D89DF6}" dt="2024-06-27T06:06:42.687" v="17467" actId="47"/>
        <pc:sldMkLst>
          <pc:docMk/>
          <pc:sldMk cId="4277661390" sldId="2147480832"/>
        </pc:sldMkLst>
      </pc:sldChg>
      <pc:sldChg chg="addSp delSp modSp new del mod">
        <pc:chgData name="Takeuchi, Koichiro" userId="b3848a05-443b-4434-8fa5-7398ca0c03c9" providerId="ADAL" clId="{0BCE8C6C-860B-4961-8907-604115D89DF6}" dt="2024-07-01T09:28:18.762" v="19621" actId="47"/>
        <pc:sldMkLst>
          <pc:docMk/>
          <pc:sldMk cId="4044922430" sldId="2147480833"/>
        </pc:sldMkLst>
        <pc:spChg chg="del mod">
          <ac:chgData name="Takeuchi, Koichiro" userId="b3848a05-443b-4434-8fa5-7398ca0c03c9" providerId="ADAL" clId="{0BCE8C6C-860B-4961-8907-604115D89DF6}" dt="2024-07-01T09:23:58.261" v="19536" actId="478"/>
          <ac:spMkLst>
            <pc:docMk/>
            <pc:sldMk cId="4044922430" sldId="2147480833"/>
            <ac:spMk id="2" creationId="{2474F1D4-4F3C-EEA8-0AC3-ED19B50D9407}"/>
          </ac:spMkLst>
        </pc:spChg>
        <pc:spChg chg="add mod">
          <ac:chgData name="Takeuchi, Koichiro" userId="b3848a05-443b-4434-8fa5-7398ca0c03c9" providerId="ADAL" clId="{0BCE8C6C-860B-4961-8907-604115D89DF6}" dt="2024-07-01T09:22:57.423" v="19462" actId="20577"/>
          <ac:spMkLst>
            <pc:docMk/>
            <pc:sldMk cId="4044922430" sldId="2147480833"/>
            <ac:spMk id="7" creationId="{AE9B4DAD-376A-9B7B-035C-AEB19C7C3E2B}"/>
          </ac:spMkLst>
        </pc:spChg>
        <pc:spChg chg="add mod">
          <ac:chgData name="Takeuchi, Koichiro" userId="b3848a05-443b-4434-8fa5-7398ca0c03c9" providerId="ADAL" clId="{0BCE8C6C-860B-4961-8907-604115D89DF6}" dt="2024-07-01T09:26:40.118" v="19619" actId="1076"/>
          <ac:spMkLst>
            <pc:docMk/>
            <pc:sldMk cId="4044922430" sldId="2147480833"/>
            <ac:spMk id="8" creationId="{6066A5C6-8033-2C40-18B5-C55B72FF462C}"/>
          </ac:spMkLst>
        </pc:spChg>
        <pc:spChg chg="add mod">
          <ac:chgData name="Takeuchi, Koichiro" userId="b3848a05-443b-4434-8fa5-7398ca0c03c9" providerId="ADAL" clId="{0BCE8C6C-860B-4961-8907-604115D89DF6}" dt="2024-07-01T09:26:43.040" v="19620" actId="1076"/>
          <ac:spMkLst>
            <pc:docMk/>
            <pc:sldMk cId="4044922430" sldId="2147480833"/>
            <ac:spMk id="9" creationId="{21D2E9FB-13F8-FC8F-3ED1-79290AD22EA0}"/>
          </ac:spMkLst>
        </pc:spChg>
        <pc:spChg chg="add del mod">
          <ac:chgData name="Takeuchi, Koichiro" userId="b3848a05-443b-4434-8fa5-7398ca0c03c9" providerId="ADAL" clId="{0BCE8C6C-860B-4961-8907-604115D89DF6}" dt="2024-07-01T09:23:36.786" v="19535" actId="478"/>
          <ac:spMkLst>
            <pc:docMk/>
            <pc:sldMk cId="4044922430" sldId="2147480833"/>
            <ac:spMk id="10" creationId="{730BDAE0-B4AC-C7EB-E659-5DA1F5501D7E}"/>
          </ac:spMkLst>
        </pc:spChg>
        <pc:spChg chg="add mod">
          <ac:chgData name="Takeuchi, Koichiro" userId="b3848a05-443b-4434-8fa5-7398ca0c03c9" providerId="ADAL" clId="{0BCE8C6C-860B-4961-8907-604115D89DF6}" dt="2024-07-01T09:23:58.261" v="19536" actId="478"/>
          <ac:spMkLst>
            <pc:docMk/>
            <pc:sldMk cId="4044922430" sldId="2147480833"/>
            <ac:spMk id="12" creationId="{1124AC6C-020E-A459-55D5-3B6B70D1CE0E}"/>
          </ac:spMkLst>
        </pc:spChg>
        <pc:spChg chg="add mod">
          <ac:chgData name="Takeuchi, Koichiro" userId="b3848a05-443b-4434-8fa5-7398ca0c03c9" providerId="ADAL" clId="{0BCE8C6C-860B-4961-8907-604115D89DF6}" dt="2024-07-01T09:24:18.871" v="19542" actId="14100"/>
          <ac:spMkLst>
            <pc:docMk/>
            <pc:sldMk cId="4044922430" sldId="2147480833"/>
            <ac:spMk id="13" creationId="{9621702A-4D61-187A-227D-6567275FAF18}"/>
          </ac:spMkLst>
        </pc:spChg>
        <pc:spChg chg="add mod">
          <ac:chgData name="Takeuchi, Koichiro" userId="b3848a05-443b-4434-8fa5-7398ca0c03c9" providerId="ADAL" clId="{0BCE8C6C-860B-4961-8907-604115D89DF6}" dt="2024-07-01T09:24:35.413" v="19578" actId="1076"/>
          <ac:spMkLst>
            <pc:docMk/>
            <pc:sldMk cId="4044922430" sldId="2147480833"/>
            <ac:spMk id="14" creationId="{B270A3E2-06CE-D055-C1A4-28AC0D6EF933}"/>
          </ac:spMkLst>
        </pc:spChg>
        <pc:spChg chg="add mod">
          <ac:chgData name="Takeuchi, Koichiro" userId="b3848a05-443b-4434-8fa5-7398ca0c03c9" providerId="ADAL" clId="{0BCE8C6C-860B-4961-8907-604115D89DF6}" dt="2024-07-01T09:24:54.741" v="19614" actId="14100"/>
          <ac:spMkLst>
            <pc:docMk/>
            <pc:sldMk cId="4044922430" sldId="2147480833"/>
            <ac:spMk id="15" creationId="{61C96BFB-89F7-6135-85ED-3FB79808A632}"/>
          </ac:spMkLst>
        </pc:spChg>
      </pc:sldChg>
    </pc:docChg>
  </pc:docChgLst>
  <pc:docChgLst>
    <pc:chgData name="Kawaguchi, Yui" userId="S::yui.kawaguchi@accenture.com::cb1667fd-c2b8-4d73-a503-ee074b61a946" providerId="AD" clId="Web-{3FEF93B1-801C-F3DE-B018-C1C68DF99292}"/>
    <pc:docChg chg="sldOrd">
      <pc:chgData name="Kawaguchi, Yui" userId="S::yui.kawaguchi@accenture.com::cb1667fd-c2b8-4d73-a503-ee074b61a946" providerId="AD" clId="Web-{3FEF93B1-801C-F3DE-B018-C1C68DF99292}" dt="2024-12-17T00:25:01.223" v="0"/>
      <pc:docMkLst>
        <pc:docMk/>
      </pc:docMkLst>
      <pc:sldChg chg="ord">
        <pc:chgData name="Kawaguchi, Yui" userId="S::yui.kawaguchi@accenture.com::cb1667fd-c2b8-4d73-a503-ee074b61a946" providerId="AD" clId="Web-{3FEF93B1-801C-F3DE-B018-C1C68DF99292}" dt="2024-12-17T00:25:01.223" v="0"/>
        <pc:sldMkLst>
          <pc:docMk/>
          <pc:sldMk cId="4115416855" sldId="2147480852"/>
        </pc:sldMkLst>
      </pc:sldChg>
    </pc:docChg>
  </pc:docChgLst>
  <pc:docChgLst>
    <pc:chgData name="Takeuchi, Koichiro" userId="b3848a05-443b-4434-8fa5-7398ca0c03c9" providerId="ADAL" clId="{CB223349-29E1-400D-B419-E90CA0AB3E89}"/>
    <pc:docChg chg="undo custSel addSld delSld modSld sldOrd modSection">
      <pc:chgData name="Takeuchi, Koichiro" userId="b3848a05-443b-4434-8fa5-7398ca0c03c9" providerId="ADAL" clId="{CB223349-29E1-400D-B419-E90CA0AB3E89}" dt="2024-06-20T07:14:25.390" v="8062" actId="20577"/>
      <pc:docMkLst>
        <pc:docMk/>
      </pc:docMkLst>
      <pc:sldChg chg="add">
        <pc:chgData name="Takeuchi, Koichiro" userId="b3848a05-443b-4434-8fa5-7398ca0c03c9" providerId="ADAL" clId="{CB223349-29E1-400D-B419-E90CA0AB3E89}" dt="2024-06-20T04:21:14.133" v="6472"/>
        <pc:sldMkLst>
          <pc:docMk/>
          <pc:sldMk cId="4237770355" sldId="2147468622"/>
        </pc:sldMkLst>
      </pc:sldChg>
      <pc:sldChg chg="add">
        <pc:chgData name="Takeuchi, Koichiro" userId="b3848a05-443b-4434-8fa5-7398ca0c03c9" providerId="ADAL" clId="{CB223349-29E1-400D-B419-E90CA0AB3E89}" dt="2024-06-20T04:21:14.133" v="6472"/>
        <pc:sldMkLst>
          <pc:docMk/>
          <pc:sldMk cId="1441718847" sldId="2147468637"/>
        </pc:sldMkLst>
      </pc:sldChg>
      <pc:sldChg chg="del">
        <pc:chgData name="Takeuchi, Koichiro" userId="b3848a05-443b-4434-8fa5-7398ca0c03c9" providerId="ADAL" clId="{CB223349-29E1-400D-B419-E90CA0AB3E89}" dt="2024-06-20T04:20:26.864" v="6470" actId="47"/>
        <pc:sldMkLst>
          <pc:docMk/>
          <pc:sldMk cId="3876441418" sldId="2147480795"/>
        </pc:sldMkLst>
      </pc:sldChg>
      <pc:sldChg chg="del">
        <pc:chgData name="Takeuchi, Koichiro" userId="b3848a05-443b-4434-8fa5-7398ca0c03c9" providerId="ADAL" clId="{CB223349-29E1-400D-B419-E90CA0AB3E89}" dt="2024-06-20T04:20:27.563" v="6471" actId="47"/>
        <pc:sldMkLst>
          <pc:docMk/>
          <pc:sldMk cId="2516064869" sldId="2147480796"/>
        </pc:sldMkLst>
      </pc:sldChg>
      <pc:sldChg chg="addSp delSp modSp mod">
        <pc:chgData name="Takeuchi, Koichiro" userId="b3848a05-443b-4434-8fa5-7398ca0c03c9" providerId="ADAL" clId="{CB223349-29E1-400D-B419-E90CA0AB3E89}" dt="2024-06-20T05:49:19.438" v="8051" actId="20577"/>
        <pc:sldMkLst>
          <pc:docMk/>
          <pc:sldMk cId="1771412347" sldId="2147480805"/>
        </pc:sldMkLst>
        <pc:spChg chg="mod">
          <ac:chgData name="Takeuchi, Koichiro" userId="b3848a05-443b-4434-8fa5-7398ca0c03c9" providerId="ADAL" clId="{CB223349-29E1-400D-B419-E90CA0AB3E89}" dt="2024-06-20T03:30:26.628" v="3308" actId="20577"/>
          <ac:spMkLst>
            <pc:docMk/>
            <pc:sldMk cId="1771412347" sldId="2147480805"/>
            <ac:spMk id="2" creationId="{C4050E0A-F4AC-8E52-FCEA-9771083801F3}"/>
          </ac:spMkLst>
        </pc:spChg>
        <pc:spChg chg="add mod">
          <ac:chgData name="Takeuchi, Koichiro" userId="b3848a05-443b-4434-8fa5-7398ca0c03c9" providerId="ADAL" clId="{CB223349-29E1-400D-B419-E90CA0AB3E89}" dt="2024-06-20T03:12:52.353" v="3153" actId="20577"/>
          <ac:spMkLst>
            <pc:docMk/>
            <pc:sldMk cId="1771412347" sldId="2147480805"/>
            <ac:spMk id="3" creationId="{B935DD91-ECCB-31C0-4A22-25CAFF01FA90}"/>
          </ac:spMkLst>
        </pc:spChg>
        <pc:spChg chg="mod">
          <ac:chgData name="Takeuchi, Koichiro" userId="b3848a05-443b-4434-8fa5-7398ca0c03c9" providerId="ADAL" clId="{CB223349-29E1-400D-B419-E90CA0AB3E89}" dt="2024-06-20T03:29:45.393" v="3271" actId="20577"/>
          <ac:spMkLst>
            <pc:docMk/>
            <pc:sldMk cId="1771412347" sldId="2147480805"/>
            <ac:spMk id="4" creationId="{00A5FE04-EC3A-89E5-9EA0-6E07FBF47F13}"/>
          </ac:spMkLst>
        </pc:spChg>
        <pc:spChg chg="add mod">
          <ac:chgData name="Takeuchi, Koichiro" userId="b3848a05-443b-4434-8fa5-7398ca0c03c9" providerId="ADAL" clId="{CB223349-29E1-400D-B419-E90CA0AB3E89}" dt="2024-06-20T02:36:16.824" v="1695" actId="465"/>
          <ac:spMkLst>
            <pc:docMk/>
            <pc:sldMk cId="1771412347" sldId="2147480805"/>
            <ac:spMk id="8" creationId="{035651D4-E5EF-C601-9EB2-B2AC0A242BFF}"/>
          </ac:spMkLst>
        </pc:spChg>
        <pc:spChg chg="mod">
          <ac:chgData name="Takeuchi, Koichiro" userId="b3848a05-443b-4434-8fa5-7398ca0c03c9" providerId="ADAL" clId="{CB223349-29E1-400D-B419-E90CA0AB3E89}" dt="2024-06-20T03:31:04.558" v="3365" actId="20577"/>
          <ac:spMkLst>
            <pc:docMk/>
            <pc:sldMk cId="1771412347" sldId="2147480805"/>
            <ac:spMk id="9" creationId="{B86D8330-0B1A-E587-FA07-0AAE4A76EC6B}"/>
          </ac:spMkLst>
        </pc:spChg>
        <pc:spChg chg="mod">
          <ac:chgData name="Takeuchi, Koichiro" userId="b3848a05-443b-4434-8fa5-7398ca0c03c9" providerId="ADAL" clId="{CB223349-29E1-400D-B419-E90CA0AB3E89}" dt="2024-06-20T02:35:01.567" v="1649" actId="20577"/>
          <ac:spMkLst>
            <pc:docMk/>
            <pc:sldMk cId="1771412347" sldId="2147480805"/>
            <ac:spMk id="11" creationId="{2F6A44E9-3B7D-1E55-A0E1-B656D0009265}"/>
          </ac:spMkLst>
        </pc:spChg>
        <pc:spChg chg="del">
          <ac:chgData name="Takeuchi, Koichiro" userId="b3848a05-443b-4434-8fa5-7398ca0c03c9" providerId="ADAL" clId="{CB223349-29E1-400D-B419-E90CA0AB3E89}" dt="2024-06-20T05:32:30.551" v="7886" actId="478"/>
          <ac:spMkLst>
            <pc:docMk/>
            <pc:sldMk cId="1771412347" sldId="2147480805"/>
            <ac:spMk id="14" creationId="{61CFC24B-A4E0-AA0F-B8C0-C72ACD02B496}"/>
          </ac:spMkLst>
        </pc:spChg>
        <pc:spChg chg="add mod">
          <ac:chgData name="Takeuchi, Koichiro" userId="b3848a05-443b-4434-8fa5-7398ca0c03c9" providerId="ADAL" clId="{CB223349-29E1-400D-B419-E90CA0AB3E89}" dt="2024-06-20T03:16:56.821" v="3232" actId="20577"/>
          <ac:spMkLst>
            <pc:docMk/>
            <pc:sldMk cId="1771412347" sldId="2147480805"/>
            <ac:spMk id="19" creationId="{DFB3C414-E0D7-82AD-193B-123716EDE860}"/>
          </ac:spMkLst>
        </pc:spChg>
        <pc:spChg chg="add mod">
          <ac:chgData name="Takeuchi, Koichiro" userId="b3848a05-443b-4434-8fa5-7398ca0c03c9" providerId="ADAL" clId="{CB223349-29E1-400D-B419-E90CA0AB3E89}" dt="2024-06-20T04:20:14.841" v="6467" actId="207"/>
          <ac:spMkLst>
            <pc:docMk/>
            <pc:sldMk cId="1771412347" sldId="2147480805"/>
            <ac:spMk id="20" creationId="{AE0FEECE-71B8-E3E7-EDF6-0C0453B2F388}"/>
          </ac:spMkLst>
        </pc:spChg>
        <pc:spChg chg="mod">
          <ac:chgData name="Takeuchi, Koichiro" userId="b3848a05-443b-4434-8fa5-7398ca0c03c9" providerId="ADAL" clId="{CB223349-29E1-400D-B419-E90CA0AB3E89}" dt="2024-06-20T02:35:58.452" v="1690" actId="1035"/>
          <ac:spMkLst>
            <pc:docMk/>
            <pc:sldMk cId="1771412347" sldId="2147480805"/>
            <ac:spMk id="53" creationId="{ED8B1D29-4FB0-1150-B85E-C70969A5E227}"/>
          </ac:spMkLst>
        </pc:spChg>
        <pc:spChg chg="mod">
          <ac:chgData name="Takeuchi, Koichiro" userId="b3848a05-443b-4434-8fa5-7398ca0c03c9" providerId="ADAL" clId="{CB223349-29E1-400D-B419-E90CA0AB3E89}" dt="2024-06-20T02:36:12.526" v="1694" actId="465"/>
          <ac:spMkLst>
            <pc:docMk/>
            <pc:sldMk cId="1771412347" sldId="2147480805"/>
            <ac:spMk id="55" creationId="{41E8A974-E923-D40A-7E1B-AA2555EE71FE}"/>
          </ac:spMkLst>
        </pc:spChg>
        <pc:spChg chg="mod">
          <ac:chgData name="Takeuchi, Koichiro" userId="b3848a05-443b-4434-8fa5-7398ca0c03c9" providerId="ADAL" clId="{CB223349-29E1-400D-B419-E90CA0AB3E89}" dt="2024-06-20T03:21:44.173" v="3241" actId="20577"/>
          <ac:spMkLst>
            <pc:docMk/>
            <pc:sldMk cId="1771412347" sldId="2147480805"/>
            <ac:spMk id="56" creationId="{4FA19F00-B21F-3BDD-EF97-E7645440DF0A}"/>
          </ac:spMkLst>
        </pc:spChg>
        <pc:spChg chg="mod">
          <ac:chgData name="Takeuchi, Koichiro" userId="b3848a05-443b-4434-8fa5-7398ca0c03c9" providerId="ADAL" clId="{CB223349-29E1-400D-B419-E90CA0AB3E89}" dt="2024-06-20T02:35:58.452" v="1690" actId="1035"/>
          <ac:spMkLst>
            <pc:docMk/>
            <pc:sldMk cId="1771412347" sldId="2147480805"/>
            <ac:spMk id="57" creationId="{B593345A-14D5-4B98-302A-DD3400A9E7EB}"/>
          </ac:spMkLst>
        </pc:spChg>
        <pc:spChg chg="mod">
          <ac:chgData name="Takeuchi, Koichiro" userId="b3848a05-443b-4434-8fa5-7398ca0c03c9" providerId="ADAL" clId="{CB223349-29E1-400D-B419-E90CA0AB3E89}" dt="2024-06-20T02:36:12.526" v="1694" actId="465"/>
          <ac:spMkLst>
            <pc:docMk/>
            <pc:sldMk cId="1771412347" sldId="2147480805"/>
            <ac:spMk id="58" creationId="{A77EE4C5-0A99-CE2A-E26C-FEF30B6F9682}"/>
          </ac:spMkLst>
        </pc:spChg>
        <pc:spChg chg="mod">
          <ac:chgData name="Takeuchi, Koichiro" userId="b3848a05-443b-4434-8fa5-7398ca0c03c9" providerId="ADAL" clId="{CB223349-29E1-400D-B419-E90CA0AB3E89}" dt="2024-06-20T02:36:12.526" v="1694" actId="465"/>
          <ac:spMkLst>
            <pc:docMk/>
            <pc:sldMk cId="1771412347" sldId="2147480805"/>
            <ac:spMk id="59" creationId="{27870E17-23CC-D8F9-5085-1C5528401C96}"/>
          </ac:spMkLst>
        </pc:spChg>
        <pc:spChg chg="mod">
          <ac:chgData name="Takeuchi, Koichiro" userId="b3848a05-443b-4434-8fa5-7398ca0c03c9" providerId="ADAL" clId="{CB223349-29E1-400D-B419-E90CA0AB3E89}" dt="2024-06-20T02:36:12.526" v="1694" actId="465"/>
          <ac:spMkLst>
            <pc:docMk/>
            <pc:sldMk cId="1771412347" sldId="2147480805"/>
            <ac:spMk id="60" creationId="{0EECCE46-2E1C-1A88-6933-018E8A5B09E4}"/>
          </ac:spMkLst>
        </pc:spChg>
        <pc:spChg chg="mod">
          <ac:chgData name="Takeuchi, Koichiro" userId="b3848a05-443b-4434-8fa5-7398ca0c03c9" providerId="ADAL" clId="{CB223349-29E1-400D-B419-E90CA0AB3E89}" dt="2024-06-20T02:36:12.526" v="1694" actId="465"/>
          <ac:spMkLst>
            <pc:docMk/>
            <pc:sldMk cId="1771412347" sldId="2147480805"/>
            <ac:spMk id="61" creationId="{6F57270E-04EC-2C28-D07E-D9A16B20ED7C}"/>
          </ac:spMkLst>
        </pc:spChg>
        <pc:spChg chg="mod">
          <ac:chgData name="Takeuchi, Koichiro" userId="b3848a05-443b-4434-8fa5-7398ca0c03c9" providerId="ADAL" clId="{CB223349-29E1-400D-B419-E90CA0AB3E89}" dt="2024-06-20T02:36:12.526" v="1694" actId="465"/>
          <ac:spMkLst>
            <pc:docMk/>
            <pc:sldMk cId="1771412347" sldId="2147480805"/>
            <ac:spMk id="62" creationId="{B0C6064B-297C-9AAE-DA4C-40D527739810}"/>
          </ac:spMkLst>
        </pc:spChg>
        <pc:spChg chg="mod">
          <ac:chgData name="Takeuchi, Koichiro" userId="b3848a05-443b-4434-8fa5-7398ca0c03c9" providerId="ADAL" clId="{CB223349-29E1-400D-B419-E90CA0AB3E89}" dt="2024-06-20T02:36:12.526" v="1694" actId="465"/>
          <ac:spMkLst>
            <pc:docMk/>
            <pc:sldMk cId="1771412347" sldId="2147480805"/>
            <ac:spMk id="63" creationId="{9D66B40B-A76A-5F66-79FE-B57537A8129A}"/>
          </ac:spMkLst>
        </pc:spChg>
        <pc:spChg chg="mod">
          <ac:chgData name="Takeuchi, Koichiro" userId="b3848a05-443b-4434-8fa5-7398ca0c03c9" providerId="ADAL" clId="{CB223349-29E1-400D-B419-E90CA0AB3E89}" dt="2024-06-20T02:36:12.526" v="1694" actId="465"/>
          <ac:spMkLst>
            <pc:docMk/>
            <pc:sldMk cId="1771412347" sldId="2147480805"/>
            <ac:spMk id="64" creationId="{DC255834-7785-8654-E338-60A1CD5AFB24}"/>
          </ac:spMkLst>
        </pc:spChg>
        <pc:spChg chg="mod">
          <ac:chgData name="Takeuchi, Koichiro" userId="b3848a05-443b-4434-8fa5-7398ca0c03c9" providerId="ADAL" clId="{CB223349-29E1-400D-B419-E90CA0AB3E89}" dt="2024-06-20T02:36:12.526" v="1694" actId="465"/>
          <ac:spMkLst>
            <pc:docMk/>
            <pc:sldMk cId="1771412347" sldId="2147480805"/>
            <ac:spMk id="66" creationId="{5A79ACBD-2299-AF46-BDD0-81EC95C2DDB0}"/>
          </ac:spMkLst>
        </pc:spChg>
        <pc:spChg chg="add del mod">
          <ac:chgData name="Takeuchi, Koichiro" userId="b3848a05-443b-4434-8fa5-7398ca0c03c9" providerId="ADAL" clId="{CB223349-29E1-400D-B419-E90CA0AB3E89}" dt="2024-06-20T03:48:59.743" v="4414" actId="478"/>
          <ac:spMkLst>
            <pc:docMk/>
            <pc:sldMk cId="1771412347" sldId="2147480805"/>
            <ac:spMk id="74" creationId="{EAFA1F5F-B0E0-6825-A648-52190C6DDE60}"/>
          </ac:spMkLst>
        </pc:spChg>
        <pc:spChg chg="add mod">
          <ac:chgData name="Takeuchi, Koichiro" userId="b3848a05-443b-4434-8fa5-7398ca0c03c9" providerId="ADAL" clId="{CB223349-29E1-400D-B419-E90CA0AB3E89}" dt="2024-06-20T05:29:16.718" v="7833" actId="20577"/>
          <ac:spMkLst>
            <pc:docMk/>
            <pc:sldMk cId="1771412347" sldId="2147480805"/>
            <ac:spMk id="75" creationId="{259D5601-F7A4-9E37-5B38-041897564AC6}"/>
          </ac:spMkLst>
        </pc:spChg>
        <pc:spChg chg="add mod">
          <ac:chgData name="Takeuchi, Koichiro" userId="b3848a05-443b-4434-8fa5-7398ca0c03c9" providerId="ADAL" clId="{CB223349-29E1-400D-B419-E90CA0AB3E89}" dt="2024-06-20T05:30:19.039" v="7885" actId="1076"/>
          <ac:spMkLst>
            <pc:docMk/>
            <pc:sldMk cId="1771412347" sldId="2147480805"/>
            <ac:spMk id="77" creationId="{BD0BC7C3-CD39-C14E-2EA1-9B97F1441834}"/>
          </ac:spMkLst>
        </pc:spChg>
        <pc:spChg chg="add mod">
          <ac:chgData name="Takeuchi, Koichiro" userId="b3848a05-443b-4434-8fa5-7398ca0c03c9" providerId="ADAL" clId="{CB223349-29E1-400D-B419-E90CA0AB3E89}" dt="2024-06-20T05:34:36.641" v="7932" actId="20577"/>
          <ac:spMkLst>
            <pc:docMk/>
            <pc:sldMk cId="1771412347" sldId="2147480805"/>
            <ac:spMk id="78" creationId="{FEA6D6A3-6F0A-1214-A01F-411341C529BB}"/>
          </ac:spMkLst>
        </pc:spChg>
        <pc:spChg chg="add mod">
          <ac:chgData name="Takeuchi, Koichiro" userId="b3848a05-443b-4434-8fa5-7398ca0c03c9" providerId="ADAL" clId="{CB223349-29E1-400D-B419-E90CA0AB3E89}" dt="2024-06-20T05:48:29.259" v="7976" actId="1076"/>
          <ac:spMkLst>
            <pc:docMk/>
            <pc:sldMk cId="1771412347" sldId="2147480805"/>
            <ac:spMk id="90" creationId="{72CBB347-247D-A187-D13C-762A7C2BF66F}"/>
          </ac:spMkLst>
        </pc:spChg>
        <pc:spChg chg="add mod">
          <ac:chgData name="Takeuchi, Koichiro" userId="b3848a05-443b-4434-8fa5-7398ca0c03c9" providerId="ADAL" clId="{CB223349-29E1-400D-B419-E90CA0AB3E89}" dt="2024-06-20T05:48:58.018" v="8024" actId="20577"/>
          <ac:spMkLst>
            <pc:docMk/>
            <pc:sldMk cId="1771412347" sldId="2147480805"/>
            <ac:spMk id="91" creationId="{B641EB66-FD40-B7FA-555D-CE5A2E5888F8}"/>
          </ac:spMkLst>
        </pc:spChg>
        <pc:spChg chg="add mod">
          <ac:chgData name="Takeuchi, Koichiro" userId="b3848a05-443b-4434-8fa5-7398ca0c03c9" providerId="ADAL" clId="{CB223349-29E1-400D-B419-E90CA0AB3E89}" dt="2024-06-20T05:49:19.438" v="8051" actId="20577"/>
          <ac:spMkLst>
            <pc:docMk/>
            <pc:sldMk cId="1771412347" sldId="2147480805"/>
            <ac:spMk id="93" creationId="{843ABC1A-0220-4932-F189-F3F61349240A}"/>
          </ac:spMkLst>
        </pc:spChg>
        <pc:spChg chg="mod">
          <ac:chgData name="Takeuchi, Koichiro" userId="b3848a05-443b-4434-8fa5-7398ca0c03c9" providerId="ADAL" clId="{CB223349-29E1-400D-B419-E90CA0AB3E89}" dt="2024-06-20T02:36:16.824" v="1695" actId="465"/>
          <ac:spMkLst>
            <pc:docMk/>
            <pc:sldMk cId="1771412347" sldId="2147480805"/>
            <ac:spMk id="114" creationId="{72EF32CD-6595-FDF7-1CEA-382933E01A4E}"/>
          </ac:spMkLst>
        </pc:spChg>
        <pc:spChg chg="mod">
          <ac:chgData name="Takeuchi, Koichiro" userId="b3848a05-443b-4434-8fa5-7398ca0c03c9" providerId="ADAL" clId="{CB223349-29E1-400D-B419-E90CA0AB3E89}" dt="2024-06-20T02:36:16.824" v="1695" actId="465"/>
          <ac:spMkLst>
            <pc:docMk/>
            <pc:sldMk cId="1771412347" sldId="2147480805"/>
            <ac:spMk id="115" creationId="{0F845545-C7D4-3EEA-F7B6-55DF32AF12FF}"/>
          </ac:spMkLst>
        </pc:spChg>
        <pc:spChg chg="mod">
          <ac:chgData name="Takeuchi, Koichiro" userId="b3848a05-443b-4434-8fa5-7398ca0c03c9" providerId="ADAL" clId="{CB223349-29E1-400D-B419-E90CA0AB3E89}" dt="2024-06-20T02:36:16.824" v="1695" actId="465"/>
          <ac:spMkLst>
            <pc:docMk/>
            <pc:sldMk cId="1771412347" sldId="2147480805"/>
            <ac:spMk id="116" creationId="{9339E03E-D830-5605-6A15-BBFAD6A212C3}"/>
          </ac:spMkLst>
        </pc:spChg>
        <pc:spChg chg="mod">
          <ac:chgData name="Takeuchi, Koichiro" userId="b3848a05-443b-4434-8fa5-7398ca0c03c9" providerId="ADAL" clId="{CB223349-29E1-400D-B419-E90CA0AB3E89}" dt="2024-06-20T02:36:16.824" v="1695" actId="465"/>
          <ac:spMkLst>
            <pc:docMk/>
            <pc:sldMk cId="1771412347" sldId="2147480805"/>
            <ac:spMk id="117" creationId="{9FDDBF6A-FDB0-F596-5A5C-EBF9F9784212}"/>
          </ac:spMkLst>
        </pc:spChg>
        <pc:spChg chg="mod">
          <ac:chgData name="Takeuchi, Koichiro" userId="b3848a05-443b-4434-8fa5-7398ca0c03c9" providerId="ADAL" clId="{CB223349-29E1-400D-B419-E90CA0AB3E89}" dt="2024-06-20T02:36:16.824" v="1695" actId="465"/>
          <ac:spMkLst>
            <pc:docMk/>
            <pc:sldMk cId="1771412347" sldId="2147480805"/>
            <ac:spMk id="118" creationId="{7C30C3DB-78A1-C2ED-5444-CEA78A3B81D9}"/>
          </ac:spMkLst>
        </pc:spChg>
        <pc:spChg chg="mod">
          <ac:chgData name="Takeuchi, Koichiro" userId="b3848a05-443b-4434-8fa5-7398ca0c03c9" providerId="ADAL" clId="{CB223349-29E1-400D-B419-E90CA0AB3E89}" dt="2024-06-20T02:36:16.824" v="1695" actId="465"/>
          <ac:spMkLst>
            <pc:docMk/>
            <pc:sldMk cId="1771412347" sldId="2147480805"/>
            <ac:spMk id="119" creationId="{0057D7BE-A736-5A50-F9ED-8F8DCE90C2FF}"/>
          </ac:spMkLst>
        </pc:spChg>
        <pc:spChg chg="mod">
          <ac:chgData name="Takeuchi, Koichiro" userId="b3848a05-443b-4434-8fa5-7398ca0c03c9" providerId="ADAL" clId="{CB223349-29E1-400D-B419-E90CA0AB3E89}" dt="2024-06-20T02:36:16.824" v="1695" actId="465"/>
          <ac:spMkLst>
            <pc:docMk/>
            <pc:sldMk cId="1771412347" sldId="2147480805"/>
            <ac:spMk id="120" creationId="{66307FF8-5EFF-2225-2ECB-9C2BF700ACE3}"/>
          </ac:spMkLst>
        </pc:spChg>
        <pc:spChg chg="mod">
          <ac:chgData name="Takeuchi, Koichiro" userId="b3848a05-443b-4434-8fa5-7398ca0c03c9" providerId="ADAL" clId="{CB223349-29E1-400D-B419-E90CA0AB3E89}" dt="2024-06-20T02:36:16.824" v="1695" actId="465"/>
          <ac:spMkLst>
            <pc:docMk/>
            <pc:sldMk cId="1771412347" sldId="2147480805"/>
            <ac:spMk id="122" creationId="{B0973A96-D7D1-A5F4-42C8-13E82ACC7F09}"/>
          </ac:spMkLst>
        </pc:spChg>
        <pc:spChg chg="mod">
          <ac:chgData name="Takeuchi, Koichiro" userId="b3848a05-443b-4434-8fa5-7398ca0c03c9" providerId="ADAL" clId="{CB223349-29E1-400D-B419-E90CA0AB3E89}" dt="2024-06-20T02:36:16.824" v="1695" actId="465"/>
          <ac:spMkLst>
            <pc:docMk/>
            <pc:sldMk cId="1771412347" sldId="2147480805"/>
            <ac:spMk id="123" creationId="{3EC2D7FB-B5A4-2C33-C57E-6CAA4BB16AB1}"/>
          </ac:spMkLst>
        </pc:spChg>
        <pc:spChg chg="mod">
          <ac:chgData name="Takeuchi, Koichiro" userId="b3848a05-443b-4434-8fa5-7398ca0c03c9" providerId="ADAL" clId="{CB223349-29E1-400D-B419-E90CA0AB3E89}" dt="2024-06-20T02:36:16.824" v="1695" actId="465"/>
          <ac:spMkLst>
            <pc:docMk/>
            <pc:sldMk cId="1771412347" sldId="2147480805"/>
            <ac:spMk id="126" creationId="{9C34BE37-5712-0312-387E-039E4CE176BE}"/>
          </ac:spMkLst>
        </pc:spChg>
        <pc:spChg chg="mod">
          <ac:chgData name="Takeuchi, Koichiro" userId="b3848a05-443b-4434-8fa5-7398ca0c03c9" providerId="ADAL" clId="{CB223349-29E1-400D-B419-E90CA0AB3E89}" dt="2024-06-20T02:35:58.452" v="1690" actId="1035"/>
          <ac:spMkLst>
            <pc:docMk/>
            <pc:sldMk cId="1771412347" sldId="2147480805"/>
            <ac:spMk id="131" creationId="{84A66E56-AB3B-0914-5507-82FFF45FA66D}"/>
          </ac:spMkLst>
        </pc:spChg>
        <pc:spChg chg="mod">
          <ac:chgData name="Takeuchi, Koichiro" userId="b3848a05-443b-4434-8fa5-7398ca0c03c9" providerId="ADAL" clId="{CB223349-29E1-400D-B419-E90CA0AB3E89}" dt="2024-06-20T02:36:20.814" v="1696" actId="465"/>
          <ac:spMkLst>
            <pc:docMk/>
            <pc:sldMk cId="1771412347" sldId="2147480805"/>
            <ac:spMk id="132" creationId="{8BA693BC-1AB8-A885-C41B-05DA4E5D51BF}"/>
          </ac:spMkLst>
        </pc:spChg>
        <pc:spChg chg="mod">
          <ac:chgData name="Takeuchi, Koichiro" userId="b3848a05-443b-4434-8fa5-7398ca0c03c9" providerId="ADAL" clId="{CB223349-29E1-400D-B419-E90CA0AB3E89}" dt="2024-06-20T02:36:20.814" v="1696" actId="465"/>
          <ac:spMkLst>
            <pc:docMk/>
            <pc:sldMk cId="1771412347" sldId="2147480805"/>
            <ac:spMk id="133" creationId="{B451CDAC-FA02-2CC4-8155-DBF9B7C72A3A}"/>
          </ac:spMkLst>
        </pc:spChg>
        <pc:spChg chg="mod">
          <ac:chgData name="Takeuchi, Koichiro" userId="b3848a05-443b-4434-8fa5-7398ca0c03c9" providerId="ADAL" clId="{CB223349-29E1-400D-B419-E90CA0AB3E89}" dt="2024-06-20T02:36:20.814" v="1696" actId="465"/>
          <ac:spMkLst>
            <pc:docMk/>
            <pc:sldMk cId="1771412347" sldId="2147480805"/>
            <ac:spMk id="134" creationId="{F1EB9C89-9806-1BD0-4EEE-A84FCE106EDA}"/>
          </ac:spMkLst>
        </pc:spChg>
        <pc:spChg chg="mod">
          <ac:chgData name="Takeuchi, Koichiro" userId="b3848a05-443b-4434-8fa5-7398ca0c03c9" providerId="ADAL" clId="{CB223349-29E1-400D-B419-E90CA0AB3E89}" dt="2024-06-20T02:36:20.814" v="1696" actId="465"/>
          <ac:spMkLst>
            <pc:docMk/>
            <pc:sldMk cId="1771412347" sldId="2147480805"/>
            <ac:spMk id="144" creationId="{16758918-22AD-6374-15BE-F1CD112A78BB}"/>
          </ac:spMkLst>
        </pc:spChg>
        <pc:spChg chg="mod">
          <ac:chgData name="Takeuchi, Koichiro" userId="b3848a05-443b-4434-8fa5-7398ca0c03c9" providerId="ADAL" clId="{CB223349-29E1-400D-B419-E90CA0AB3E89}" dt="2024-06-20T02:36:20.814" v="1696" actId="465"/>
          <ac:spMkLst>
            <pc:docMk/>
            <pc:sldMk cId="1771412347" sldId="2147480805"/>
            <ac:spMk id="145" creationId="{320DCEC1-605D-7C8E-90C6-3083ADC680E2}"/>
          </ac:spMkLst>
        </pc:spChg>
        <pc:spChg chg="mod">
          <ac:chgData name="Takeuchi, Koichiro" userId="b3848a05-443b-4434-8fa5-7398ca0c03c9" providerId="ADAL" clId="{CB223349-29E1-400D-B419-E90CA0AB3E89}" dt="2024-06-20T02:36:20.814" v="1696" actId="465"/>
          <ac:spMkLst>
            <pc:docMk/>
            <pc:sldMk cId="1771412347" sldId="2147480805"/>
            <ac:spMk id="146" creationId="{85526314-52DB-C8EB-6AE2-ED7FFE35C1D5}"/>
          </ac:spMkLst>
        </pc:spChg>
        <pc:spChg chg="mod">
          <ac:chgData name="Takeuchi, Koichiro" userId="b3848a05-443b-4434-8fa5-7398ca0c03c9" providerId="ADAL" clId="{CB223349-29E1-400D-B419-E90CA0AB3E89}" dt="2024-06-20T02:36:20.814" v="1696" actId="465"/>
          <ac:spMkLst>
            <pc:docMk/>
            <pc:sldMk cId="1771412347" sldId="2147480805"/>
            <ac:spMk id="147" creationId="{60629366-40BE-9C15-189D-BFFAC37E8D2B}"/>
          </ac:spMkLst>
        </pc:spChg>
        <pc:spChg chg="mod">
          <ac:chgData name="Takeuchi, Koichiro" userId="b3848a05-443b-4434-8fa5-7398ca0c03c9" providerId="ADAL" clId="{CB223349-29E1-400D-B419-E90CA0AB3E89}" dt="2024-06-20T02:36:20.814" v="1696" actId="465"/>
          <ac:spMkLst>
            <pc:docMk/>
            <pc:sldMk cId="1771412347" sldId="2147480805"/>
            <ac:spMk id="148" creationId="{457A1190-581B-F5F5-E403-4B850F56603C}"/>
          </ac:spMkLst>
        </pc:spChg>
        <pc:spChg chg="mod">
          <ac:chgData name="Takeuchi, Koichiro" userId="b3848a05-443b-4434-8fa5-7398ca0c03c9" providerId="ADAL" clId="{CB223349-29E1-400D-B419-E90CA0AB3E89}" dt="2024-06-20T02:36:20.814" v="1696" actId="465"/>
          <ac:spMkLst>
            <pc:docMk/>
            <pc:sldMk cId="1771412347" sldId="2147480805"/>
            <ac:spMk id="149" creationId="{923C83C1-5517-D9F9-8384-DA257F2368A7}"/>
          </ac:spMkLst>
        </pc:spChg>
        <pc:spChg chg="mod">
          <ac:chgData name="Takeuchi, Koichiro" userId="b3848a05-443b-4434-8fa5-7398ca0c03c9" providerId="ADAL" clId="{CB223349-29E1-400D-B419-E90CA0AB3E89}" dt="2024-06-20T02:36:20.814" v="1696" actId="465"/>
          <ac:spMkLst>
            <pc:docMk/>
            <pc:sldMk cId="1771412347" sldId="2147480805"/>
            <ac:spMk id="150" creationId="{FA598032-6B2F-CF69-69B3-63D8EDD92954}"/>
          </ac:spMkLst>
        </pc:spChg>
        <pc:spChg chg="del mod">
          <ac:chgData name="Takeuchi, Koichiro" userId="b3848a05-443b-4434-8fa5-7398ca0c03c9" providerId="ADAL" clId="{CB223349-29E1-400D-B419-E90CA0AB3E89}" dt="2024-06-20T03:25:40.986" v="3242" actId="478"/>
          <ac:spMkLst>
            <pc:docMk/>
            <pc:sldMk cId="1771412347" sldId="2147480805"/>
            <ac:spMk id="158" creationId="{C14223D6-06D2-9FAE-2B61-E3B943BB4DBF}"/>
          </ac:spMkLst>
        </pc:spChg>
        <pc:spChg chg="mod">
          <ac:chgData name="Takeuchi, Koichiro" userId="b3848a05-443b-4434-8fa5-7398ca0c03c9" providerId="ADAL" clId="{CB223349-29E1-400D-B419-E90CA0AB3E89}" dt="2024-06-20T02:36:12.526" v="1694" actId="465"/>
          <ac:spMkLst>
            <pc:docMk/>
            <pc:sldMk cId="1771412347" sldId="2147480805"/>
            <ac:spMk id="159" creationId="{086B1212-BA80-3FFE-7D6F-ECF5836E50D3}"/>
          </ac:spMkLst>
        </pc:spChg>
        <pc:spChg chg="mod">
          <ac:chgData name="Takeuchi, Koichiro" userId="b3848a05-443b-4434-8fa5-7398ca0c03c9" providerId="ADAL" clId="{CB223349-29E1-400D-B419-E90CA0AB3E89}" dt="2024-06-20T02:36:16.824" v="1695" actId="465"/>
          <ac:spMkLst>
            <pc:docMk/>
            <pc:sldMk cId="1771412347" sldId="2147480805"/>
            <ac:spMk id="160" creationId="{4A663750-C3D9-E3DA-05C4-7D67055C8C13}"/>
          </ac:spMkLst>
        </pc:spChg>
        <pc:spChg chg="mod">
          <ac:chgData name="Takeuchi, Koichiro" userId="b3848a05-443b-4434-8fa5-7398ca0c03c9" providerId="ADAL" clId="{CB223349-29E1-400D-B419-E90CA0AB3E89}" dt="2024-06-20T02:36:20.814" v="1696" actId="465"/>
          <ac:spMkLst>
            <pc:docMk/>
            <pc:sldMk cId="1771412347" sldId="2147480805"/>
            <ac:spMk id="161" creationId="{8340C25A-9915-5E35-D129-78EFA85D940B}"/>
          </ac:spMkLst>
        </pc:spChg>
        <pc:grpChg chg="mod">
          <ac:chgData name="Takeuchi, Koichiro" userId="b3848a05-443b-4434-8fa5-7398ca0c03c9" providerId="ADAL" clId="{CB223349-29E1-400D-B419-E90CA0AB3E89}" dt="2024-06-20T02:35:58.452" v="1690" actId="1035"/>
          <ac:grpSpMkLst>
            <pc:docMk/>
            <pc:sldMk cId="1771412347" sldId="2147480805"/>
            <ac:grpSpMk id="111" creationId="{2D688D98-EE07-5F8A-0F9E-9141FDA63330}"/>
          </ac:grpSpMkLst>
        </pc:grpChg>
        <pc:grpChg chg="mod">
          <ac:chgData name="Takeuchi, Koichiro" userId="b3848a05-443b-4434-8fa5-7398ca0c03c9" providerId="ADAL" clId="{CB223349-29E1-400D-B419-E90CA0AB3E89}" dt="2024-06-20T02:35:58.452" v="1690" actId="1035"/>
          <ac:grpSpMkLst>
            <pc:docMk/>
            <pc:sldMk cId="1771412347" sldId="2147480805"/>
            <ac:grpSpMk id="128" creationId="{323B008A-E583-A9D8-DEB3-61443458A4AD}"/>
          </ac:grpSpMkLst>
        </pc:grpChg>
        <pc:grpChg chg="mod">
          <ac:chgData name="Takeuchi, Koichiro" userId="b3848a05-443b-4434-8fa5-7398ca0c03c9" providerId="ADAL" clId="{CB223349-29E1-400D-B419-E90CA0AB3E89}" dt="2024-06-20T02:35:58.452" v="1690" actId="1035"/>
          <ac:grpSpMkLst>
            <pc:docMk/>
            <pc:sldMk cId="1771412347" sldId="2147480805"/>
            <ac:grpSpMk id="152" creationId="{9B36B912-4FC9-6B3A-63C8-EF7A339D9EF9}"/>
          </ac:grpSpMkLst>
        </pc:grpChg>
        <pc:picChg chg="del mod">
          <ac:chgData name="Takeuchi, Koichiro" userId="b3848a05-443b-4434-8fa5-7398ca0c03c9" providerId="ADAL" clId="{CB223349-29E1-400D-B419-E90CA0AB3E89}" dt="2024-06-20T02:58:55.404" v="3078" actId="478"/>
          <ac:picMkLst>
            <pc:docMk/>
            <pc:sldMk cId="1771412347" sldId="2147480805"/>
            <ac:picMk id="7" creationId="{F6D8238A-B17E-2990-3230-9137799843F7}"/>
          </ac:picMkLst>
        </pc:picChg>
        <pc:cxnChg chg="add mod">
          <ac:chgData name="Takeuchi, Koichiro" userId="b3848a05-443b-4434-8fa5-7398ca0c03c9" providerId="ADAL" clId="{CB223349-29E1-400D-B419-E90CA0AB3E89}" dt="2024-06-20T03:03:30.292" v="3086" actId="14100"/>
          <ac:cxnSpMkLst>
            <pc:docMk/>
            <pc:sldMk cId="1771412347" sldId="2147480805"/>
            <ac:cxnSpMk id="21" creationId="{66553A0F-A23B-EE48-AC0E-60F2E55F3516}"/>
          </ac:cxnSpMkLst>
        </pc:cxnChg>
        <pc:cxnChg chg="add mod">
          <ac:chgData name="Takeuchi, Koichiro" userId="b3848a05-443b-4434-8fa5-7398ca0c03c9" providerId="ADAL" clId="{CB223349-29E1-400D-B419-E90CA0AB3E89}" dt="2024-06-20T03:27:16.304" v="3245" actId="14100"/>
          <ac:cxnSpMkLst>
            <pc:docMk/>
            <pc:sldMk cId="1771412347" sldId="2147480805"/>
            <ac:cxnSpMk id="26" creationId="{7CD49409-59A3-CB39-0ADA-0B190C5E0CD1}"/>
          </ac:cxnSpMkLst>
        </pc:cxnChg>
        <pc:cxnChg chg="del mod">
          <ac:chgData name="Takeuchi, Koichiro" userId="b3848a05-443b-4434-8fa5-7398ca0c03c9" providerId="ADAL" clId="{CB223349-29E1-400D-B419-E90CA0AB3E89}" dt="2024-06-20T05:32:33.734" v="7887" actId="478"/>
          <ac:cxnSpMkLst>
            <pc:docMk/>
            <pc:sldMk cId="1771412347" sldId="2147480805"/>
            <ac:cxnSpMk id="31" creationId="{60B9C897-1BE9-4FDE-B48A-B56EFC3B6042}"/>
          </ac:cxnSpMkLst>
        </pc:cxnChg>
        <pc:cxnChg chg="add mod">
          <ac:chgData name="Takeuchi, Koichiro" userId="b3848a05-443b-4434-8fa5-7398ca0c03c9" providerId="ADAL" clId="{CB223349-29E1-400D-B419-E90CA0AB3E89}" dt="2024-06-20T05:32:30.551" v="7886" actId="478"/>
          <ac:cxnSpMkLst>
            <pc:docMk/>
            <pc:sldMk cId="1771412347" sldId="2147480805"/>
            <ac:cxnSpMk id="32" creationId="{D1C73711-1B88-C02A-DA57-7DABBF432709}"/>
          </ac:cxnSpMkLst>
        </pc:cxnChg>
        <pc:cxnChg chg="add mod">
          <ac:chgData name="Takeuchi, Koichiro" userId="b3848a05-443b-4434-8fa5-7398ca0c03c9" providerId="ADAL" clId="{CB223349-29E1-400D-B419-E90CA0AB3E89}" dt="2024-06-20T03:27:29.469" v="3251" actId="14100"/>
          <ac:cxnSpMkLst>
            <pc:docMk/>
            <pc:sldMk cId="1771412347" sldId="2147480805"/>
            <ac:cxnSpMk id="36" creationId="{7CA62F66-C003-ECC9-E963-723A58F8E457}"/>
          </ac:cxnSpMkLst>
        </pc:cxnChg>
        <pc:cxnChg chg="add del mod">
          <ac:chgData name="Takeuchi, Koichiro" userId="b3848a05-443b-4434-8fa5-7398ca0c03c9" providerId="ADAL" clId="{CB223349-29E1-400D-B419-E90CA0AB3E89}" dt="2024-06-20T03:27:37.948" v="3254" actId="478"/>
          <ac:cxnSpMkLst>
            <pc:docMk/>
            <pc:sldMk cId="1771412347" sldId="2147480805"/>
            <ac:cxnSpMk id="41" creationId="{D312DF0D-908B-9CA8-AAEE-B993CA7C1759}"/>
          </ac:cxnSpMkLst>
        </pc:cxnChg>
        <pc:cxnChg chg="add mod">
          <ac:chgData name="Takeuchi, Koichiro" userId="b3848a05-443b-4434-8fa5-7398ca0c03c9" providerId="ADAL" clId="{CB223349-29E1-400D-B419-E90CA0AB3E89}" dt="2024-06-20T03:27:45.622" v="3257" actId="14100"/>
          <ac:cxnSpMkLst>
            <pc:docMk/>
            <pc:sldMk cId="1771412347" sldId="2147480805"/>
            <ac:cxnSpMk id="43" creationId="{52734E9F-A7E2-DF34-376C-402F8B261D8A}"/>
          </ac:cxnSpMkLst>
        </pc:cxnChg>
        <pc:cxnChg chg="add mod">
          <ac:chgData name="Takeuchi, Koichiro" userId="b3848a05-443b-4434-8fa5-7398ca0c03c9" providerId="ADAL" clId="{CB223349-29E1-400D-B419-E90CA0AB3E89}" dt="2024-06-20T05:32:30.551" v="7886" actId="478"/>
          <ac:cxnSpMkLst>
            <pc:docMk/>
            <pc:sldMk cId="1771412347" sldId="2147480805"/>
            <ac:cxnSpMk id="49" creationId="{652A47AE-442A-E3FA-24FA-262F9E693754}"/>
          </ac:cxnSpMkLst>
        </pc:cxnChg>
        <pc:cxnChg chg="mod">
          <ac:chgData name="Takeuchi, Koichiro" userId="b3848a05-443b-4434-8fa5-7398ca0c03c9" providerId="ADAL" clId="{CB223349-29E1-400D-B419-E90CA0AB3E89}" dt="2024-06-20T02:35:58.452" v="1690" actId="1035"/>
          <ac:cxnSpMkLst>
            <pc:docMk/>
            <pc:sldMk cId="1771412347" sldId="2147480805"/>
            <ac:cxnSpMk id="67" creationId="{24072D39-9BAD-9607-004D-A1537ECBDA13}"/>
          </ac:cxnSpMkLst>
        </pc:cxnChg>
        <pc:cxnChg chg="add mod">
          <ac:chgData name="Takeuchi, Koichiro" userId="b3848a05-443b-4434-8fa5-7398ca0c03c9" providerId="ADAL" clId="{CB223349-29E1-400D-B419-E90CA0AB3E89}" dt="2024-06-20T03:27:55.280" v="3263" actId="14100"/>
          <ac:cxnSpMkLst>
            <pc:docMk/>
            <pc:sldMk cId="1771412347" sldId="2147480805"/>
            <ac:cxnSpMk id="69" creationId="{2A46A413-4F78-78F5-5802-A7D636BD7AAB}"/>
          </ac:cxnSpMkLst>
        </pc:cxnChg>
        <pc:cxnChg chg="mod">
          <ac:chgData name="Takeuchi, Koichiro" userId="b3848a05-443b-4434-8fa5-7398ca0c03c9" providerId="ADAL" clId="{CB223349-29E1-400D-B419-E90CA0AB3E89}" dt="2024-06-20T02:36:12.526" v="1694" actId="465"/>
          <ac:cxnSpMkLst>
            <pc:docMk/>
            <pc:sldMk cId="1771412347" sldId="2147480805"/>
            <ac:cxnSpMk id="70" creationId="{DD75F00D-0218-3FA0-02A7-E7CEE4D15951}"/>
          </ac:cxnSpMkLst>
        </pc:cxnChg>
        <pc:cxnChg chg="mod">
          <ac:chgData name="Takeuchi, Koichiro" userId="b3848a05-443b-4434-8fa5-7398ca0c03c9" providerId="ADAL" clId="{CB223349-29E1-400D-B419-E90CA0AB3E89}" dt="2024-06-20T02:36:12.526" v="1694" actId="465"/>
          <ac:cxnSpMkLst>
            <pc:docMk/>
            <pc:sldMk cId="1771412347" sldId="2147480805"/>
            <ac:cxnSpMk id="73" creationId="{20A1246F-F17E-D865-6795-19D78F5B5644}"/>
          </ac:cxnSpMkLst>
        </pc:cxnChg>
        <pc:cxnChg chg="mod">
          <ac:chgData name="Takeuchi, Koichiro" userId="b3848a05-443b-4434-8fa5-7398ca0c03c9" providerId="ADAL" clId="{CB223349-29E1-400D-B419-E90CA0AB3E89}" dt="2024-06-20T05:32:30.551" v="7886" actId="478"/>
          <ac:cxnSpMkLst>
            <pc:docMk/>
            <pc:sldMk cId="1771412347" sldId="2147480805"/>
            <ac:cxnSpMk id="76" creationId="{93640FF4-FCF8-3748-6A43-00CACF9219AB}"/>
          </ac:cxnSpMkLst>
        </pc:cxnChg>
        <pc:cxnChg chg="mod">
          <ac:chgData name="Takeuchi, Koichiro" userId="b3848a05-443b-4434-8fa5-7398ca0c03c9" providerId="ADAL" clId="{CB223349-29E1-400D-B419-E90CA0AB3E89}" dt="2024-06-20T05:32:30.551" v="7886" actId="478"/>
          <ac:cxnSpMkLst>
            <pc:docMk/>
            <pc:sldMk cId="1771412347" sldId="2147480805"/>
            <ac:cxnSpMk id="79" creationId="{2928148E-7372-53CC-714A-EDD838D83AF1}"/>
          </ac:cxnSpMkLst>
        </pc:cxnChg>
        <pc:cxnChg chg="add mod">
          <ac:chgData name="Takeuchi, Koichiro" userId="b3848a05-443b-4434-8fa5-7398ca0c03c9" providerId="ADAL" clId="{CB223349-29E1-400D-B419-E90CA0AB3E89}" dt="2024-06-20T05:34:50.524" v="7935" actId="14100"/>
          <ac:cxnSpMkLst>
            <pc:docMk/>
            <pc:sldMk cId="1771412347" sldId="2147480805"/>
            <ac:cxnSpMk id="80" creationId="{3A79AC73-89A8-9262-2C9E-CD929822E863}"/>
          </ac:cxnSpMkLst>
        </pc:cxnChg>
        <pc:cxnChg chg="mod">
          <ac:chgData name="Takeuchi, Koichiro" userId="b3848a05-443b-4434-8fa5-7398ca0c03c9" providerId="ADAL" clId="{CB223349-29E1-400D-B419-E90CA0AB3E89}" dt="2024-06-20T05:32:30.551" v="7886" actId="478"/>
          <ac:cxnSpMkLst>
            <pc:docMk/>
            <pc:sldMk cId="1771412347" sldId="2147480805"/>
            <ac:cxnSpMk id="82" creationId="{75C1D1B6-F059-004E-6D25-A23E5EACB51C}"/>
          </ac:cxnSpMkLst>
        </pc:cxnChg>
        <pc:cxnChg chg="add mod">
          <ac:chgData name="Takeuchi, Koichiro" userId="b3848a05-443b-4434-8fa5-7398ca0c03c9" providerId="ADAL" clId="{CB223349-29E1-400D-B419-E90CA0AB3E89}" dt="2024-06-20T05:35:04.814" v="7939" actId="14100"/>
          <ac:cxnSpMkLst>
            <pc:docMk/>
            <pc:sldMk cId="1771412347" sldId="2147480805"/>
            <ac:cxnSpMk id="84" creationId="{9DD5D6E7-E646-2565-9EAD-B087C356CC43}"/>
          </ac:cxnSpMkLst>
        </pc:cxnChg>
        <pc:cxnChg chg="mod">
          <ac:chgData name="Takeuchi, Koichiro" userId="b3848a05-443b-4434-8fa5-7398ca0c03c9" providerId="ADAL" clId="{CB223349-29E1-400D-B419-E90CA0AB3E89}" dt="2024-06-20T02:36:12.526" v="1694" actId="465"/>
          <ac:cxnSpMkLst>
            <pc:docMk/>
            <pc:sldMk cId="1771412347" sldId="2147480805"/>
            <ac:cxnSpMk id="85" creationId="{D42E99B6-817F-E78A-DA8A-579BA184317E}"/>
          </ac:cxnSpMkLst>
        </pc:cxnChg>
        <pc:cxnChg chg="mod">
          <ac:chgData name="Takeuchi, Koichiro" userId="b3848a05-443b-4434-8fa5-7398ca0c03c9" providerId="ADAL" clId="{CB223349-29E1-400D-B419-E90CA0AB3E89}" dt="2024-06-20T02:36:12.526" v="1694" actId="465"/>
          <ac:cxnSpMkLst>
            <pc:docMk/>
            <pc:sldMk cId="1771412347" sldId="2147480805"/>
            <ac:cxnSpMk id="88" creationId="{356A75DD-3DD4-C690-0AFF-9AE5C41CC4FC}"/>
          </ac:cxnSpMkLst>
        </pc:cxnChg>
        <pc:cxnChg chg="mod">
          <ac:chgData name="Takeuchi, Koichiro" userId="b3848a05-443b-4434-8fa5-7398ca0c03c9" providerId="ADAL" clId="{CB223349-29E1-400D-B419-E90CA0AB3E89}" dt="2024-06-20T02:36:12.526" v="1694" actId="465"/>
          <ac:cxnSpMkLst>
            <pc:docMk/>
            <pc:sldMk cId="1771412347" sldId="2147480805"/>
            <ac:cxnSpMk id="92" creationId="{3D4529CB-632D-081D-40D5-6A9C89427679}"/>
          </ac:cxnSpMkLst>
        </pc:cxnChg>
        <pc:cxnChg chg="mod">
          <ac:chgData name="Takeuchi, Koichiro" userId="b3848a05-443b-4434-8fa5-7398ca0c03c9" providerId="ADAL" clId="{CB223349-29E1-400D-B419-E90CA0AB3E89}" dt="2024-06-20T02:36:12.526" v="1694" actId="465"/>
          <ac:cxnSpMkLst>
            <pc:docMk/>
            <pc:sldMk cId="1771412347" sldId="2147480805"/>
            <ac:cxnSpMk id="95" creationId="{DD3FF002-8449-6DEF-EFFA-4609C628D3CD}"/>
          </ac:cxnSpMkLst>
        </pc:cxnChg>
        <pc:cxnChg chg="mod">
          <ac:chgData name="Takeuchi, Koichiro" userId="b3848a05-443b-4434-8fa5-7398ca0c03c9" providerId="ADAL" clId="{CB223349-29E1-400D-B419-E90CA0AB3E89}" dt="2024-06-20T02:36:12.526" v="1694" actId="465"/>
          <ac:cxnSpMkLst>
            <pc:docMk/>
            <pc:sldMk cId="1771412347" sldId="2147480805"/>
            <ac:cxnSpMk id="99" creationId="{D5738DE5-BBAF-542A-4615-F37F134C1798}"/>
          </ac:cxnSpMkLst>
        </pc:cxnChg>
        <pc:cxnChg chg="mod">
          <ac:chgData name="Takeuchi, Koichiro" userId="b3848a05-443b-4434-8fa5-7398ca0c03c9" providerId="ADAL" clId="{CB223349-29E1-400D-B419-E90CA0AB3E89}" dt="2024-06-20T02:36:12.526" v="1694" actId="465"/>
          <ac:cxnSpMkLst>
            <pc:docMk/>
            <pc:sldMk cId="1771412347" sldId="2147480805"/>
            <ac:cxnSpMk id="102" creationId="{A0AD4B05-74EA-C401-9E54-98E45CE141EE}"/>
          </ac:cxnSpMkLst>
        </pc:cxnChg>
        <pc:cxnChg chg="mod">
          <ac:chgData name="Takeuchi, Koichiro" userId="b3848a05-443b-4434-8fa5-7398ca0c03c9" providerId="ADAL" clId="{CB223349-29E1-400D-B419-E90CA0AB3E89}" dt="2024-06-20T02:36:12.526" v="1694" actId="465"/>
          <ac:cxnSpMkLst>
            <pc:docMk/>
            <pc:sldMk cId="1771412347" sldId="2147480805"/>
            <ac:cxnSpMk id="105" creationId="{86F6412A-82DE-A741-A603-402629A3C827}"/>
          </ac:cxnSpMkLst>
        </pc:cxnChg>
        <pc:cxnChg chg="mod">
          <ac:chgData name="Takeuchi, Koichiro" userId="b3848a05-443b-4434-8fa5-7398ca0c03c9" providerId="ADAL" clId="{CB223349-29E1-400D-B419-E90CA0AB3E89}" dt="2024-06-20T02:36:12.526" v="1694" actId="465"/>
          <ac:cxnSpMkLst>
            <pc:docMk/>
            <pc:sldMk cId="1771412347" sldId="2147480805"/>
            <ac:cxnSpMk id="135" creationId="{7D94A97F-46CA-12CD-52B6-D4B03FB40F6D}"/>
          </ac:cxnSpMkLst>
        </pc:cxnChg>
        <pc:cxnChg chg="mod">
          <ac:chgData name="Takeuchi, Koichiro" userId="b3848a05-443b-4434-8fa5-7398ca0c03c9" providerId="ADAL" clId="{CB223349-29E1-400D-B419-E90CA0AB3E89}" dt="2024-06-20T02:36:12.526" v="1694" actId="465"/>
          <ac:cxnSpMkLst>
            <pc:docMk/>
            <pc:sldMk cId="1771412347" sldId="2147480805"/>
            <ac:cxnSpMk id="138" creationId="{A2A9ED90-1437-2D6C-D961-D5C010A5A0F8}"/>
          </ac:cxnSpMkLst>
        </pc:cxnChg>
        <pc:cxnChg chg="mod">
          <ac:chgData name="Takeuchi, Koichiro" userId="b3848a05-443b-4434-8fa5-7398ca0c03c9" providerId="ADAL" clId="{CB223349-29E1-400D-B419-E90CA0AB3E89}" dt="2024-06-20T02:36:12.526" v="1694" actId="465"/>
          <ac:cxnSpMkLst>
            <pc:docMk/>
            <pc:sldMk cId="1771412347" sldId="2147480805"/>
            <ac:cxnSpMk id="141" creationId="{1A4E9348-F9BC-F110-951E-50B540C37585}"/>
          </ac:cxnSpMkLst>
        </pc:cxnChg>
        <pc:cxnChg chg="mod">
          <ac:chgData name="Takeuchi, Koichiro" userId="b3848a05-443b-4434-8fa5-7398ca0c03c9" providerId="ADAL" clId="{CB223349-29E1-400D-B419-E90CA0AB3E89}" dt="2024-06-20T02:36:12.526" v="1694" actId="465"/>
          <ac:cxnSpMkLst>
            <pc:docMk/>
            <pc:sldMk cId="1771412347" sldId="2147480805"/>
            <ac:cxnSpMk id="165" creationId="{9008486D-82CB-A623-537B-939A109E4CE0}"/>
          </ac:cxnSpMkLst>
        </pc:cxnChg>
        <pc:cxnChg chg="mod">
          <ac:chgData name="Takeuchi, Koichiro" userId="b3848a05-443b-4434-8fa5-7398ca0c03c9" providerId="ADAL" clId="{CB223349-29E1-400D-B419-E90CA0AB3E89}" dt="2024-06-20T02:36:12.526" v="1694" actId="465"/>
          <ac:cxnSpMkLst>
            <pc:docMk/>
            <pc:sldMk cId="1771412347" sldId="2147480805"/>
            <ac:cxnSpMk id="168" creationId="{0D2C7F41-DF83-AEC6-EA5E-47A9141E8D90}"/>
          </ac:cxnSpMkLst>
        </pc:cxnChg>
        <pc:cxnChg chg="mod">
          <ac:chgData name="Takeuchi, Koichiro" userId="b3848a05-443b-4434-8fa5-7398ca0c03c9" providerId="ADAL" clId="{CB223349-29E1-400D-B419-E90CA0AB3E89}" dt="2024-06-20T02:36:12.526" v="1694" actId="465"/>
          <ac:cxnSpMkLst>
            <pc:docMk/>
            <pc:sldMk cId="1771412347" sldId="2147480805"/>
            <ac:cxnSpMk id="171" creationId="{B69696EF-5163-2F98-655B-096FB4B2E037}"/>
          </ac:cxnSpMkLst>
        </pc:cxnChg>
        <pc:cxnChg chg="mod">
          <ac:chgData name="Takeuchi, Koichiro" userId="b3848a05-443b-4434-8fa5-7398ca0c03c9" providerId="ADAL" clId="{CB223349-29E1-400D-B419-E90CA0AB3E89}" dt="2024-06-20T02:35:58.452" v="1690" actId="1035"/>
          <ac:cxnSpMkLst>
            <pc:docMk/>
            <pc:sldMk cId="1771412347" sldId="2147480805"/>
            <ac:cxnSpMk id="174" creationId="{3D78EE41-7334-D7A6-8FF3-88B3046D362C}"/>
          </ac:cxnSpMkLst>
        </pc:cxnChg>
        <pc:cxnChg chg="mod">
          <ac:chgData name="Takeuchi, Koichiro" userId="b3848a05-443b-4434-8fa5-7398ca0c03c9" providerId="ADAL" clId="{CB223349-29E1-400D-B419-E90CA0AB3E89}" dt="2024-06-20T02:35:58.452" v="1690" actId="1035"/>
          <ac:cxnSpMkLst>
            <pc:docMk/>
            <pc:sldMk cId="1771412347" sldId="2147480805"/>
            <ac:cxnSpMk id="177" creationId="{75C72034-505A-B8F2-4A3B-3A986F91CE44}"/>
          </ac:cxnSpMkLst>
        </pc:cxnChg>
      </pc:sldChg>
      <pc:sldChg chg="del">
        <pc:chgData name="Takeuchi, Koichiro" userId="b3848a05-443b-4434-8fa5-7398ca0c03c9" providerId="ADAL" clId="{CB223349-29E1-400D-B419-E90CA0AB3E89}" dt="2024-06-20T03:34:35.415" v="3484" actId="47"/>
        <pc:sldMkLst>
          <pc:docMk/>
          <pc:sldMk cId="3640196775" sldId="2147480807"/>
        </pc:sldMkLst>
      </pc:sldChg>
      <pc:sldChg chg="addSp delSp modSp mod">
        <pc:chgData name="Takeuchi, Koichiro" userId="b3848a05-443b-4434-8fa5-7398ca0c03c9" providerId="ADAL" clId="{CB223349-29E1-400D-B419-E90CA0AB3E89}" dt="2024-06-20T05:21:19.369" v="7768" actId="207"/>
        <pc:sldMkLst>
          <pc:docMk/>
          <pc:sldMk cId="323859429" sldId="2147480809"/>
        </pc:sldMkLst>
        <pc:spChg chg="add mod">
          <ac:chgData name="Takeuchi, Koichiro" userId="b3848a05-443b-4434-8fa5-7398ca0c03c9" providerId="ADAL" clId="{CB223349-29E1-400D-B419-E90CA0AB3E89}" dt="2024-06-20T03:49:33.890" v="4500" actId="14100"/>
          <ac:spMkLst>
            <pc:docMk/>
            <pc:sldMk cId="323859429" sldId="2147480809"/>
            <ac:spMk id="3" creationId="{74D5AF54-6C3B-624F-B9A7-63D60A5A15A8}"/>
          </ac:spMkLst>
        </pc:spChg>
        <pc:spChg chg="del">
          <ac:chgData name="Takeuchi, Koichiro" userId="b3848a05-443b-4434-8fa5-7398ca0c03c9" providerId="ADAL" clId="{CB223349-29E1-400D-B419-E90CA0AB3E89}" dt="2024-06-19T08:21:30.031" v="378" actId="478"/>
          <ac:spMkLst>
            <pc:docMk/>
            <pc:sldMk cId="323859429" sldId="2147480809"/>
            <ac:spMk id="4" creationId="{FFA69A08-FAEA-E4CC-E4CA-BDC2FA69BAD0}"/>
          </ac:spMkLst>
        </pc:spChg>
        <pc:spChg chg="add del mod">
          <ac:chgData name="Takeuchi, Koichiro" userId="b3848a05-443b-4434-8fa5-7398ca0c03c9" providerId="ADAL" clId="{CB223349-29E1-400D-B419-E90CA0AB3E89}" dt="2024-06-20T03:49:07.721" v="4416" actId="478"/>
          <ac:spMkLst>
            <pc:docMk/>
            <pc:sldMk cId="323859429" sldId="2147480809"/>
            <ac:spMk id="9" creationId="{6B935B8E-4979-AEE0-41F0-73D5BC273DAB}"/>
          </ac:spMkLst>
        </pc:spChg>
        <pc:spChg chg="add del mod">
          <ac:chgData name="Takeuchi, Koichiro" userId="b3848a05-443b-4434-8fa5-7398ca0c03c9" providerId="ADAL" clId="{CB223349-29E1-400D-B419-E90CA0AB3E89}" dt="2024-06-20T03:40:11.034" v="4006" actId="21"/>
          <ac:spMkLst>
            <pc:docMk/>
            <pc:sldMk cId="323859429" sldId="2147480809"/>
            <ac:spMk id="10" creationId="{57A3C6E0-94D6-7FFF-A358-1B7B59A88C71}"/>
          </ac:spMkLst>
        </pc:spChg>
        <pc:spChg chg="mod">
          <ac:chgData name="Takeuchi, Koichiro" userId="b3848a05-443b-4434-8fa5-7398ca0c03c9" providerId="ADAL" clId="{CB223349-29E1-400D-B419-E90CA0AB3E89}" dt="2024-06-20T05:21:19.369" v="7768" actId="207"/>
          <ac:spMkLst>
            <pc:docMk/>
            <pc:sldMk cId="323859429" sldId="2147480809"/>
            <ac:spMk id="11" creationId="{717EA1C2-564A-F53F-F442-2C714F464DA1}"/>
          </ac:spMkLst>
        </pc:spChg>
        <pc:spChg chg="mod">
          <ac:chgData name="Takeuchi, Koichiro" userId="b3848a05-443b-4434-8fa5-7398ca0c03c9" providerId="ADAL" clId="{CB223349-29E1-400D-B419-E90CA0AB3E89}" dt="2024-06-19T08:23:37.857" v="411" actId="20577"/>
          <ac:spMkLst>
            <pc:docMk/>
            <pc:sldMk cId="323859429" sldId="2147480809"/>
            <ac:spMk id="13" creationId="{7EA7777E-2F8C-7EAF-00B8-6D8931F3EE7D}"/>
          </ac:spMkLst>
        </pc:spChg>
        <pc:spChg chg="mod">
          <ac:chgData name="Takeuchi, Koichiro" userId="b3848a05-443b-4434-8fa5-7398ca0c03c9" providerId="ADAL" clId="{CB223349-29E1-400D-B419-E90CA0AB3E89}" dt="2024-06-19T08:15:13.924" v="1" actId="207"/>
          <ac:spMkLst>
            <pc:docMk/>
            <pc:sldMk cId="323859429" sldId="2147480809"/>
            <ac:spMk id="14" creationId="{BC179422-69D3-E378-7B3D-89D3749F8B79}"/>
          </ac:spMkLst>
        </pc:spChg>
      </pc:sldChg>
      <pc:sldChg chg="addSp modSp mod">
        <pc:chgData name="Takeuchi, Koichiro" userId="b3848a05-443b-4434-8fa5-7398ca0c03c9" providerId="ADAL" clId="{CB223349-29E1-400D-B419-E90CA0AB3E89}" dt="2024-06-20T07:14:25.390" v="8062" actId="20577"/>
        <pc:sldMkLst>
          <pc:docMk/>
          <pc:sldMk cId="1710641726" sldId="2147480810"/>
        </pc:sldMkLst>
        <pc:spChg chg="add mod">
          <ac:chgData name="Takeuchi, Koichiro" userId="b3848a05-443b-4434-8fa5-7398ca0c03c9" providerId="ADAL" clId="{CB223349-29E1-400D-B419-E90CA0AB3E89}" dt="2024-06-20T03:41:05.611" v="4066" actId="20577"/>
          <ac:spMkLst>
            <pc:docMk/>
            <pc:sldMk cId="1710641726" sldId="2147480810"/>
            <ac:spMk id="3" creationId="{D6BA42BE-6079-6AB3-E841-3080F6D77BAE}"/>
          </ac:spMkLst>
        </pc:spChg>
        <pc:spChg chg="add mod">
          <ac:chgData name="Takeuchi, Koichiro" userId="b3848a05-443b-4434-8fa5-7398ca0c03c9" providerId="ADAL" clId="{CB223349-29E1-400D-B419-E90CA0AB3E89}" dt="2024-06-20T03:41:15.739" v="4072" actId="20577"/>
          <ac:spMkLst>
            <pc:docMk/>
            <pc:sldMk cId="1710641726" sldId="2147480810"/>
            <ac:spMk id="4" creationId="{3BD21EDE-0809-1C5E-1222-338190B17FF8}"/>
          </ac:spMkLst>
        </pc:spChg>
        <pc:spChg chg="mod">
          <ac:chgData name="Takeuchi, Koichiro" userId="b3848a05-443b-4434-8fa5-7398ca0c03c9" providerId="ADAL" clId="{CB223349-29E1-400D-B419-E90CA0AB3E89}" dt="2024-06-20T07:14:25.390" v="8062" actId="20577"/>
          <ac:spMkLst>
            <pc:docMk/>
            <pc:sldMk cId="1710641726" sldId="2147480810"/>
            <ac:spMk id="7" creationId="{4C331423-D31E-54C6-B603-3A2DCE7DE991}"/>
          </ac:spMkLst>
        </pc:spChg>
        <pc:spChg chg="add mod">
          <ac:chgData name="Takeuchi, Koichiro" userId="b3848a05-443b-4434-8fa5-7398ca0c03c9" providerId="ADAL" clId="{CB223349-29E1-400D-B419-E90CA0AB3E89}" dt="2024-06-20T03:41:22.403" v="4074" actId="1076"/>
          <ac:spMkLst>
            <pc:docMk/>
            <pc:sldMk cId="1710641726" sldId="2147480810"/>
            <ac:spMk id="8" creationId="{44546FDB-8DB3-6BE5-7215-2FB8D69FB847}"/>
          </ac:spMkLst>
        </pc:spChg>
        <pc:spChg chg="add mod">
          <ac:chgData name="Takeuchi, Koichiro" userId="b3848a05-443b-4434-8fa5-7398ca0c03c9" providerId="ADAL" clId="{CB223349-29E1-400D-B419-E90CA0AB3E89}" dt="2024-06-20T03:40:52.330" v="4047" actId="14100"/>
          <ac:spMkLst>
            <pc:docMk/>
            <pc:sldMk cId="1710641726" sldId="2147480810"/>
            <ac:spMk id="10" creationId="{57A3C6E0-94D6-7FFF-A358-1B7B59A88C71}"/>
          </ac:spMkLst>
        </pc:spChg>
      </pc:sldChg>
      <pc:sldChg chg="modSp mod">
        <pc:chgData name="Takeuchi, Koichiro" userId="b3848a05-443b-4434-8fa5-7398ca0c03c9" providerId="ADAL" clId="{CB223349-29E1-400D-B419-E90CA0AB3E89}" dt="2024-06-20T04:35:03.842" v="6952" actId="20577"/>
        <pc:sldMkLst>
          <pc:docMk/>
          <pc:sldMk cId="197750219" sldId="2147480811"/>
        </pc:sldMkLst>
        <pc:spChg chg="mod">
          <ac:chgData name="Takeuchi, Koichiro" userId="b3848a05-443b-4434-8fa5-7398ca0c03c9" providerId="ADAL" clId="{CB223349-29E1-400D-B419-E90CA0AB3E89}" dt="2024-06-20T04:35:03.842" v="6952" actId="20577"/>
          <ac:spMkLst>
            <pc:docMk/>
            <pc:sldMk cId="197750219" sldId="2147480811"/>
            <ac:spMk id="7" creationId="{4C331423-D31E-54C6-B603-3A2DCE7DE991}"/>
          </ac:spMkLst>
        </pc:spChg>
      </pc:sldChg>
      <pc:sldChg chg="modSp mod">
        <pc:chgData name="Takeuchi, Koichiro" userId="b3848a05-443b-4434-8fa5-7398ca0c03c9" providerId="ADAL" clId="{CB223349-29E1-400D-B419-E90CA0AB3E89}" dt="2024-06-20T04:34:58.956" v="6945" actId="20577"/>
        <pc:sldMkLst>
          <pc:docMk/>
          <pc:sldMk cId="3372364919" sldId="2147480812"/>
        </pc:sldMkLst>
        <pc:spChg chg="mod">
          <ac:chgData name="Takeuchi, Koichiro" userId="b3848a05-443b-4434-8fa5-7398ca0c03c9" providerId="ADAL" clId="{CB223349-29E1-400D-B419-E90CA0AB3E89}" dt="2024-06-20T04:34:58.956" v="6945" actId="20577"/>
          <ac:spMkLst>
            <pc:docMk/>
            <pc:sldMk cId="3372364919" sldId="2147480812"/>
            <ac:spMk id="7" creationId="{4C331423-D31E-54C6-B603-3A2DCE7DE991}"/>
          </ac:spMkLst>
        </pc:spChg>
      </pc:sldChg>
      <pc:sldChg chg="addSp delSp modSp del mod">
        <pc:chgData name="Takeuchi, Koichiro" userId="b3848a05-443b-4434-8fa5-7398ca0c03c9" providerId="ADAL" clId="{CB223349-29E1-400D-B419-E90CA0AB3E89}" dt="2024-06-20T02:33:38.631" v="1625" actId="47"/>
        <pc:sldMkLst>
          <pc:docMk/>
          <pc:sldMk cId="603918991" sldId="2147480813"/>
        </pc:sldMkLst>
        <pc:spChg chg="add del mod">
          <ac:chgData name="Takeuchi, Koichiro" userId="b3848a05-443b-4434-8fa5-7398ca0c03c9" providerId="ADAL" clId="{CB223349-29E1-400D-B419-E90CA0AB3E89}" dt="2024-06-20T02:32:39.297" v="1473" actId="21"/>
          <ac:spMkLst>
            <pc:docMk/>
            <pc:sldMk cId="603918991" sldId="2147480813"/>
            <ac:spMk id="3" creationId="{B2DA2ECB-5DC0-A9D6-DDF2-F6AC8C506199}"/>
          </ac:spMkLst>
        </pc:spChg>
        <pc:spChg chg="mod topLvl">
          <ac:chgData name="Takeuchi, Koichiro" userId="b3848a05-443b-4434-8fa5-7398ca0c03c9" providerId="ADAL" clId="{CB223349-29E1-400D-B419-E90CA0AB3E89}" dt="2024-06-19T08:43:33.458" v="615" actId="165"/>
          <ac:spMkLst>
            <pc:docMk/>
            <pc:sldMk cId="603918991" sldId="2147480813"/>
            <ac:spMk id="24" creationId="{ADAF15AC-EBE9-24C5-433D-E3465263AE3F}"/>
          </ac:spMkLst>
        </pc:spChg>
        <pc:spChg chg="del mod topLvl">
          <ac:chgData name="Takeuchi, Koichiro" userId="b3848a05-443b-4434-8fa5-7398ca0c03c9" providerId="ADAL" clId="{CB223349-29E1-400D-B419-E90CA0AB3E89}" dt="2024-06-19T08:44:27.086" v="637" actId="478"/>
          <ac:spMkLst>
            <pc:docMk/>
            <pc:sldMk cId="603918991" sldId="2147480813"/>
            <ac:spMk id="36" creationId="{13D1D37D-51DD-51AE-BE9B-A370058BE132}"/>
          </ac:spMkLst>
        </pc:spChg>
        <pc:spChg chg="mod">
          <ac:chgData name="Takeuchi, Koichiro" userId="b3848a05-443b-4434-8fa5-7398ca0c03c9" providerId="ADAL" clId="{CB223349-29E1-400D-B419-E90CA0AB3E89}" dt="2024-06-19T08:26:41.570" v="441" actId="20577"/>
          <ac:spMkLst>
            <pc:docMk/>
            <pc:sldMk cId="603918991" sldId="2147480813"/>
            <ac:spMk id="45" creationId="{C9F07628-8877-1750-ACD2-1DD4A2EACB94}"/>
          </ac:spMkLst>
        </pc:spChg>
        <pc:spChg chg="mod">
          <ac:chgData name="Takeuchi, Koichiro" userId="b3848a05-443b-4434-8fa5-7398ca0c03c9" providerId="ADAL" clId="{CB223349-29E1-400D-B419-E90CA0AB3E89}" dt="2024-06-19T08:26:54.712" v="444" actId="20577"/>
          <ac:spMkLst>
            <pc:docMk/>
            <pc:sldMk cId="603918991" sldId="2147480813"/>
            <ac:spMk id="50" creationId="{2E5822A6-3B86-D0FE-98F9-98326E0326CC}"/>
          </ac:spMkLst>
        </pc:spChg>
        <pc:spChg chg="mod">
          <ac:chgData name="Takeuchi, Koichiro" userId="b3848a05-443b-4434-8fa5-7398ca0c03c9" providerId="ADAL" clId="{CB223349-29E1-400D-B419-E90CA0AB3E89}" dt="2024-06-19T08:27:08.192" v="453" actId="20577"/>
          <ac:spMkLst>
            <pc:docMk/>
            <pc:sldMk cId="603918991" sldId="2147480813"/>
            <ac:spMk id="51" creationId="{14ADC41C-8E41-246B-B4CE-E311E9A7C3DF}"/>
          </ac:spMkLst>
        </pc:spChg>
        <pc:spChg chg="mod">
          <ac:chgData name="Takeuchi, Koichiro" userId="b3848a05-443b-4434-8fa5-7398ca0c03c9" providerId="ADAL" clId="{CB223349-29E1-400D-B419-E90CA0AB3E89}" dt="2024-06-19T08:27:21.751" v="454" actId="20577"/>
          <ac:spMkLst>
            <pc:docMk/>
            <pc:sldMk cId="603918991" sldId="2147480813"/>
            <ac:spMk id="53" creationId="{7D599E3B-749D-646A-06A6-E70BA472972E}"/>
          </ac:spMkLst>
        </pc:spChg>
        <pc:grpChg chg="add mod">
          <ac:chgData name="Takeuchi, Koichiro" userId="b3848a05-443b-4434-8fa5-7398ca0c03c9" providerId="ADAL" clId="{CB223349-29E1-400D-B419-E90CA0AB3E89}" dt="2024-06-19T08:44:17.737" v="635" actId="164"/>
          <ac:grpSpMkLst>
            <pc:docMk/>
            <pc:sldMk cId="603918991" sldId="2147480813"/>
            <ac:grpSpMk id="7" creationId="{612DE4A4-B42B-3950-2972-CE562E9850B4}"/>
          </ac:grpSpMkLst>
        </pc:grpChg>
        <pc:grpChg chg="add del mod topLvl">
          <ac:chgData name="Takeuchi, Koichiro" userId="b3848a05-443b-4434-8fa5-7398ca0c03c9" providerId="ADAL" clId="{CB223349-29E1-400D-B419-E90CA0AB3E89}" dt="2024-06-19T08:43:42.173" v="622" actId="165"/>
          <ac:grpSpMkLst>
            <pc:docMk/>
            <pc:sldMk cId="603918991" sldId="2147480813"/>
            <ac:grpSpMk id="25" creationId="{DA41DB31-8308-FC49-B48B-2E8A4F643967}"/>
          </ac:grpSpMkLst>
        </pc:grpChg>
        <pc:grpChg chg="del mod">
          <ac:chgData name="Takeuchi, Koichiro" userId="b3848a05-443b-4434-8fa5-7398ca0c03c9" providerId="ADAL" clId="{CB223349-29E1-400D-B419-E90CA0AB3E89}" dt="2024-06-19T08:43:33.458" v="615" actId="165"/>
          <ac:grpSpMkLst>
            <pc:docMk/>
            <pc:sldMk cId="603918991" sldId="2147480813"/>
            <ac:grpSpMk id="41" creationId="{D5AA1906-2141-69E8-DCA8-6BB9E92072F8}"/>
          </ac:grpSpMkLst>
        </pc:grpChg>
        <pc:picChg chg="del mod topLvl">
          <ac:chgData name="Takeuchi, Koichiro" userId="b3848a05-443b-4434-8fa5-7398ca0c03c9" providerId="ADAL" clId="{CB223349-29E1-400D-B419-E90CA0AB3E89}" dt="2024-06-19T08:44:06.925" v="630" actId="478"/>
          <ac:picMkLst>
            <pc:docMk/>
            <pc:sldMk cId="603918991" sldId="2147480813"/>
            <ac:picMk id="26" creationId="{4D5B96DF-9A22-F322-378F-DA1C97A7EEAC}"/>
          </ac:picMkLst>
        </pc:picChg>
        <pc:picChg chg="mod topLvl">
          <ac:chgData name="Takeuchi, Koichiro" userId="b3848a05-443b-4434-8fa5-7398ca0c03c9" providerId="ADAL" clId="{CB223349-29E1-400D-B419-E90CA0AB3E89}" dt="2024-06-19T08:44:30.867" v="639" actId="1076"/>
          <ac:picMkLst>
            <pc:docMk/>
            <pc:sldMk cId="603918991" sldId="2147480813"/>
            <ac:picMk id="27" creationId="{F25A7ECB-AC5F-AD8B-770F-FBDB41A47647}"/>
          </ac:picMkLst>
        </pc:picChg>
        <pc:picChg chg="del mod topLvl">
          <ac:chgData name="Takeuchi, Koichiro" userId="b3848a05-443b-4434-8fa5-7398ca0c03c9" providerId="ADAL" clId="{CB223349-29E1-400D-B419-E90CA0AB3E89}" dt="2024-06-19T08:44:27.086" v="637" actId="478"/>
          <ac:picMkLst>
            <pc:docMk/>
            <pc:sldMk cId="603918991" sldId="2147480813"/>
            <ac:picMk id="28" creationId="{895C4C96-3B66-E1F4-29EF-6F569C31B71F}"/>
          </ac:picMkLst>
        </pc:picChg>
        <pc:picChg chg="del mod topLvl">
          <ac:chgData name="Takeuchi, Koichiro" userId="b3848a05-443b-4434-8fa5-7398ca0c03c9" providerId="ADAL" clId="{CB223349-29E1-400D-B419-E90CA0AB3E89}" dt="2024-06-19T08:44:04.034" v="629" actId="478"/>
          <ac:picMkLst>
            <pc:docMk/>
            <pc:sldMk cId="603918991" sldId="2147480813"/>
            <ac:picMk id="29" creationId="{6E2389CD-6A29-302C-4C73-9C32A11EA29D}"/>
          </ac:picMkLst>
        </pc:picChg>
        <pc:picChg chg="del mod topLvl">
          <ac:chgData name="Takeuchi, Koichiro" userId="b3848a05-443b-4434-8fa5-7398ca0c03c9" providerId="ADAL" clId="{CB223349-29E1-400D-B419-E90CA0AB3E89}" dt="2024-06-19T08:44:04.034" v="629" actId="478"/>
          <ac:picMkLst>
            <pc:docMk/>
            <pc:sldMk cId="603918991" sldId="2147480813"/>
            <ac:picMk id="30" creationId="{1734BFD6-7E71-7D8C-A2EE-A20F739D3745}"/>
          </ac:picMkLst>
        </pc:picChg>
        <pc:picChg chg="del mod topLvl">
          <ac:chgData name="Takeuchi, Koichiro" userId="b3848a05-443b-4434-8fa5-7398ca0c03c9" providerId="ADAL" clId="{CB223349-29E1-400D-B419-E90CA0AB3E89}" dt="2024-06-19T08:44:06.925" v="630" actId="478"/>
          <ac:picMkLst>
            <pc:docMk/>
            <pc:sldMk cId="603918991" sldId="2147480813"/>
            <ac:picMk id="31" creationId="{FDEDA3F5-ECDA-48B6-7DE8-54D1060D6D65}"/>
          </ac:picMkLst>
        </pc:picChg>
        <pc:picChg chg="del mod topLvl">
          <ac:chgData name="Takeuchi, Koichiro" userId="b3848a05-443b-4434-8fa5-7398ca0c03c9" providerId="ADAL" clId="{CB223349-29E1-400D-B419-E90CA0AB3E89}" dt="2024-06-19T08:44:04.034" v="629" actId="478"/>
          <ac:picMkLst>
            <pc:docMk/>
            <pc:sldMk cId="603918991" sldId="2147480813"/>
            <ac:picMk id="32" creationId="{AFCA5CFA-3066-6527-2A40-3B622BF29869}"/>
          </ac:picMkLst>
        </pc:picChg>
        <pc:picChg chg="add del mod topLvl">
          <ac:chgData name="Takeuchi, Koichiro" userId="b3848a05-443b-4434-8fa5-7398ca0c03c9" providerId="ADAL" clId="{CB223349-29E1-400D-B419-E90CA0AB3E89}" dt="2024-06-19T08:43:58.746" v="628" actId="478"/>
          <ac:picMkLst>
            <pc:docMk/>
            <pc:sldMk cId="603918991" sldId="2147480813"/>
            <ac:picMk id="33" creationId="{57BF6015-D08A-3782-EB0E-60ED778E27AF}"/>
          </ac:picMkLst>
        </pc:picChg>
        <pc:picChg chg="add del mod topLvl">
          <ac:chgData name="Takeuchi, Koichiro" userId="b3848a05-443b-4434-8fa5-7398ca0c03c9" providerId="ADAL" clId="{CB223349-29E1-400D-B419-E90CA0AB3E89}" dt="2024-06-19T08:43:58.746" v="628" actId="478"/>
          <ac:picMkLst>
            <pc:docMk/>
            <pc:sldMk cId="603918991" sldId="2147480813"/>
            <ac:picMk id="34" creationId="{0D411A80-6755-75D3-704A-45C522199EC4}"/>
          </ac:picMkLst>
        </pc:picChg>
        <pc:picChg chg="del mod topLvl">
          <ac:chgData name="Takeuchi, Koichiro" userId="b3848a05-443b-4434-8fa5-7398ca0c03c9" providerId="ADAL" clId="{CB223349-29E1-400D-B419-E90CA0AB3E89}" dt="2024-06-19T08:43:50.506" v="623" actId="478"/>
          <ac:picMkLst>
            <pc:docMk/>
            <pc:sldMk cId="603918991" sldId="2147480813"/>
            <ac:picMk id="35" creationId="{E33F463B-3CC2-5EE6-ADA5-6249D42F030B}"/>
          </ac:picMkLst>
        </pc:picChg>
        <pc:picChg chg="del mod topLvl">
          <ac:chgData name="Takeuchi, Koichiro" userId="b3848a05-443b-4434-8fa5-7398ca0c03c9" providerId="ADAL" clId="{CB223349-29E1-400D-B419-E90CA0AB3E89}" dt="2024-06-19T08:44:04.034" v="629" actId="478"/>
          <ac:picMkLst>
            <pc:docMk/>
            <pc:sldMk cId="603918991" sldId="2147480813"/>
            <ac:picMk id="37" creationId="{5DA1C30F-723F-3887-47A3-788677CDE861}"/>
          </ac:picMkLst>
        </pc:picChg>
        <pc:picChg chg="del mod topLvl">
          <ac:chgData name="Takeuchi, Koichiro" userId="b3848a05-443b-4434-8fa5-7398ca0c03c9" providerId="ADAL" clId="{CB223349-29E1-400D-B419-E90CA0AB3E89}" dt="2024-06-19T08:44:04.034" v="629" actId="478"/>
          <ac:picMkLst>
            <pc:docMk/>
            <pc:sldMk cId="603918991" sldId="2147480813"/>
            <ac:picMk id="38" creationId="{09E82B96-73E4-8A49-5D6D-3C2483BE475C}"/>
          </ac:picMkLst>
        </pc:picChg>
        <pc:picChg chg="del mod topLvl">
          <ac:chgData name="Takeuchi, Koichiro" userId="b3848a05-443b-4434-8fa5-7398ca0c03c9" providerId="ADAL" clId="{CB223349-29E1-400D-B419-E90CA0AB3E89}" dt="2024-06-19T08:44:27.086" v="637" actId="478"/>
          <ac:picMkLst>
            <pc:docMk/>
            <pc:sldMk cId="603918991" sldId="2147480813"/>
            <ac:picMk id="39" creationId="{7C41344F-202C-6D4D-FCBE-DB69D26EC1F0}"/>
          </ac:picMkLst>
        </pc:picChg>
        <pc:picChg chg="del mod topLvl">
          <ac:chgData name="Takeuchi, Koichiro" userId="b3848a05-443b-4434-8fa5-7398ca0c03c9" providerId="ADAL" clId="{CB223349-29E1-400D-B419-E90CA0AB3E89}" dt="2024-06-19T08:43:50.506" v="623" actId="478"/>
          <ac:picMkLst>
            <pc:docMk/>
            <pc:sldMk cId="603918991" sldId="2147480813"/>
            <ac:picMk id="40" creationId="{B9ACC545-B2C8-DBF6-E4E9-4F257FC3FAD5}"/>
          </ac:picMkLst>
        </pc:picChg>
        <pc:picChg chg="add del mod">
          <ac:chgData name="Takeuchi, Koichiro" userId="b3848a05-443b-4434-8fa5-7398ca0c03c9" providerId="ADAL" clId="{CB223349-29E1-400D-B419-E90CA0AB3E89}" dt="2024-06-19T08:33:29.432" v="495" actId="478"/>
          <ac:picMkLst>
            <pc:docMk/>
            <pc:sldMk cId="603918991" sldId="2147480813"/>
            <ac:picMk id="1026" creationId="{B9C2CAEF-C491-78D6-92A6-2BC37FB94544}"/>
          </ac:picMkLst>
        </pc:picChg>
      </pc:sldChg>
      <pc:sldChg chg="del">
        <pc:chgData name="Takeuchi, Koichiro" userId="b3848a05-443b-4434-8fa5-7398ca0c03c9" providerId="ADAL" clId="{CB223349-29E1-400D-B419-E90CA0AB3E89}" dt="2024-06-20T03:39:52.596" v="4004" actId="47"/>
        <pc:sldMkLst>
          <pc:docMk/>
          <pc:sldMk cId="3588161479" sldId="2147480814"/>
        </pc:sldMkLst>
      </pc:sldChg>
      <pc:sldChg chg="del">
        <pc:chgData name="Takeuchi, Koichiro" userId="b3848a05-443b-4434-8fa5-7398ca0c03c9" providerId="ADAL" clId="{CB223349-29E1-400D-B419-E90CA0AB3E89}" dt="2024-06-20T04:20:24.469" v="6468" actId="47"/>
        <pc:sldMkLst>
          <pc:docMk/>
          <pc:sldMk cId="3356158626" sldId="2147480815"/>
        </pc:sldMkLst>
      </pc:sldChg>
      <pc:sldChg chg="delSp del mod">
        <pc:chgData name="Takeuchi, Koichiro" userId="b3848a05-443b-4434-8fa5-7398ca0c03c9" providerId="ADAL" clId="{CB223349-29E1-400D-B419-E90CA0AB3E89}" dt="2024-06-20T04:20:25.337" v="6469" actId="47"/>
        <pc:sldMkLst>
          <pc:docMk/>
          <pc:sldMk cId="2557771223" sldId="2147480816"/>
        </pc:sldMkLst>
        <pc:spChg chg="del">
          <ac:chgData name="Takeuchi, Koichiro" userId="b3848a05-443b-4434-8fa5-7398ca0c03c9" providerId="ADAL" clId="{CB223349-29E1-400D-B419-E90CA0AB3E89}" dt="2024-06-20T03:43:06.783" v="4239" actId="478"/>
          <ac:spMkLst>
            <pc:docMk/>
            <pc:sldMk cId="2557771223" sldId="2147480816"/>
            <ac:spMk id="9" creationId="{E293DB1C-B44E-D090-6EF6-FF562B88A475}"/>
          </ac:spMkLst>
        </pc:spChg>
        <pc:spChg chg="del">
          <ac:chgData name="Takeuchi, Koichiro" userId="b3848a05-443b-4434-8fa5-7398ca0c03c9" providerId="ADAL" clId="{CB223349-29E1-400D-B419-E90CA0AB3E89}" dt="2024-06-20T03:43:06.783" v="4239" actId="478"/>
          <ac:spMkLst>
            <pc:docMk/>
            <pc:sldMk cId="2557771223" sldId="2147480816"/>
            <ac:spMk id="10" creationId="{3C0E9D04-8D7A-6F99-9FE1-2DB5101BE426}"/>
          </ac:spMkLst>
        </pc:spChg>
      </pc:sldChg>
      <pc:sldChg chg="addSp delSp modSp new del mod">
        <pc:chgData name="Takeuchi, Koichiro" userId="b3848a05-443b-4434-8fa5-7398ca0c03c9" providerId="ADAL" clId="{CB223349-29E1-400D-B419-E90CA0AB3E89}" dt="2024-06-20T01:45:51.646" v="640" actId="47"/>
        <pc:sldMkLst>
          <pc:docMk/>
          <pc:sldMk cId="1295028499" sldId="2147480817"/>
        </pc:sldMkLst>
        <pc:spChg chg="del">
          <ac:chgData name="Takeuchi, Koichiro" userId="b3848a05-443b-4434-8fa5-7398ca0c03c9" providerId="ADAL" clId="{CB223349-29E1-400D-B419-E90CA0AB3E89}" dt="2024-06-19T08:30:29.923" v="491" actId="478"/>
          <ac:spMkLst>
            <pc:docMk/>
            <pc:sldMk cId="1295028499" sldId="2147480817"/>
            <ac:spMk id="2" creationId="{19147CD7-55AA-1D45-075B-FA551F6BC9B8}"/>
          </ac:spMkLst>
        </pc:spChg>
        <pc:spChg chg="del">
          <ac:chgData name="Takeuchi, Koichiro" userId="b3848a05-443b-4434-8fa5-7398ca0c03c9" providerId="ADAL" clId="{CB223349-29E1-400D-B419-E90CA0AB3E89}" dt="2024-06-19T08:30:29.923" v="491" actId="478"/>
          <ac:spMkLst>
            <pc:docMk/>
            <pc:sldMk cId="1295028499" sldId="2147480817"/>
            <ac:spMk id="4" creationId="{90261657-C791-BE6D-1D23-CAE036FB3EA7}"/>
          </ac:spMkLst>
        </pc:spChg>
        <pc:spChg chg="add mod">
          <ac:chgData name="Takeuchi, Koichiro" userId="b3848a05-443b-4434-8fa5-7398ca0c03c9" providerId="ADAL" clId="{CB223349-29E1-400D-B419-E90CA0AB3E89}" dt="2024-06-19T08:30:30.160" v="492"/>
          <ac:spMkLst>
            <pc:docMk/>
            <pc:sldMk cId="1295028499" sldId="2147480817"/>
            <ac:spMk id="7" creationId="{8FD1F590-0368-3085-A167-1389931E8999}"/>
          </ac:spMkLst>
        </pc:spChg>
        <pc:spChg chg="add mod">
          <ac:chgData name="Takeuchi, Koichiro" userId="b3848a05-443b-4434-8fa5-7398ca0c03c9" providerId="ADAL" clId="{CB223349-29E1-400D-B419-E90CA0AB3E89}" dt="2024-06-19T08:30:30.160" v="492"/>
          <ac:spMkLst>
            <pc:docMk/>
            <pc:sldMk cId="1295028499" sldId="2147480817"/>
            <ac:spMk id="8" creationId="{F6423A51-24F8-E28A-C1AB-B736D0F16F66}"/>
          </ac:spMkLst>
        </pc:spChg>
        <pc:spChg chg="add mod">
          <ac:chgData name="Takeuchi, Koichiro" userId="b3848a05-443b-4434-8fa5-7398ca0c03c9" providerId="ADAL" clId="{CB223349-29E1-400D-B419-E90CA0AB3E89}" dt="2024-06-19T08:42:35.382" v="599" actId="1076"/>
          <ac:spMkLst>
            <pc:docMk/>
            <pc:sldMk cId="1295028499" sldId="2147480817"/>
            <ac:spMk id="11" creationId="{B4E136D4-9F3A-2B0C-7068-CF74097CE602}"/>
          </ac:spMkLst>
        </pc:spChg>
        <pc:spChg chg="add mod">
          <ac:chgData name="Takeuchi, Koichiro" userId="b3848a05-443b-4434-8fa5-7398ca0c03c9" providerId="ADAL" clId="{CB223349-29E1-400D-B419-E90CA0AB3E89}" dt="2024-06-19T08:42:35.382" v="599" actId="1076"/>
          <ac:spMkLst>
            <pc:docMk/>
            <pc:sldMk cId="1295028499" sldId="2147480817"/>
            <ac:spMk id="12" creationId="{02211B88-2A5C-2468-0B09-3C9713115AEF}"/>
          </ac:spMkLst>
        </pc:spChg>
        <pc:spChg chg="add mod">
          <ac:chgData name="Takeuchi, Koichiro" userId="b3848a05-443b-4434-8fa5-7398ca0c03c9" providerId="ADAL" clId="{CB223349-29E1-400D-B419-E90CA0AB3E89}" dt="2024-06-19T08:42:35.382" v="599" actId="1076"/>
          <ac:spMkLst>
            <pc:docMk/>
            <pc:sldMk cId="1295028499" sldId="2147480817"/>
            <ac:spMk id="13" creationId="{B65ED468-736B-BEA1-7322-E3F3354F33F3}"/>
          </ac:spMkLst>
        </pc:spChg>
        <pc:spChg chg="add mod">
          <ac:chgData name="Takeuchi, Koichiro" userId="b3848a05-443b-4434-8fa5-7398ca0c03c9" providerId="ADAL" clId="{CB223349-29E1-400D-B419-E90CA0AB3E89}" dt="2024-06-19T08:42:35.382" v="599" actId="1076"/>
          <ac:spMkLst>
            <pc:docMk/>
            <pc:sldMk cId="1295028499" sldId="2147480817"/>
            <ac:spMk id="14" creationId="{96C8A825-33C2-8B09-7AB3-2F37E1BEB158}"/>
          </ac:spMkLst>
        </pc:spChg>
        <pc:spChg chg="add mod">
          <ac:chgData name="Takeuchi, Koichiro" userId="b3848a05-443b-4434-8fa5-7398ca0c03c9" providerId="ADAL" clId="{CB223349-29E1-400D-B419-E90CA0AB3E89}" dt="2024-06-19T08:42:35.382" v="599" actId="1076"/>
          <ac:spMkLst>
            <pc:docMk/>
            <pc:sldMk cId="1295028499" sldId="2147480817"/>
            <ac:spMk id="15" creationId="{34B614C8-ED7F-6E7A-0FF3-3537CDFE47C7}"/>
          </ac:spMkLst>
        </pc:spChg>
        <pc:picChg chg="add mod ord">
          <ac:chgData name="Takeuchi, Koichiro" userId="b3848a05-443b-4434-8fa5-7398ca0c03c9" providerId="ADAL" clId="{CB223349-29E1-400D-B419-E90CA0AB3E89}" dt="2024-06-19T08:42:38.116" v="613" actId="1035"/>
          <ac:picMkLst>
            <pc:docMk/>
            <pc:sldMk cId="1295028499" sldId="2147480817"/>
            <ac:picMk id="10" creationId="{E3B5B6E4-2426-3F46-6041-044494BEB5FF}"/>
          </ac:picMkLst>
        </pc:picChg>
      </pc:sldChg>
      <pc:sldChg chg="addSp delSp modSp new mod">
        <pc:chgData name="Takeuchi, Koichiro" userId="b3848a05-443b-4434-8fa5-7398ca0c03c9" providerId="ADAL" clId="{CB223349-29E1-400D-B419-E90CA0AB3E89}" dt="2024-06-20T05:45:03.843" v="7953" actId="1076"/>
        <pc:sldMkLst>
          <pc:docMk/>
          <pc:sldMk cId="2130791122" sldId="2147480817"/>
        </pc:sldMkLst>
        <pc:spChg chg="mod">
          <ac:chgData name="Takeuchi, Koichiro" userId="b3848a05-443b-4434-8fa5-7398ca0c03c9" providerId="ADAL" clId="{CB223349-29E1-400D-B419-E90CA0AB3E89}" dt="2024-06-20T02:19:26.508" v="648" actId="404"/>
          <ac:spMkLst>
            <pc:docMk/>
            <pc:sldMk cId="2130791122" sldId="2147480817"/>
            <ac:spMk id="2" creationId="{8F3ED2D0-8C64-20C8-AA22-0C1866CAB691}"/>
          </ac:spMkLst>
        </pc:spChg>
        <pc:spChg chg="mod">
          <ac:chgData name="Takeuchi, Koichiro" userId="b3848a05-443b-4434-8fa5-7398ca0c03c9" providerId="ADAL" clId="{CB223349-29E1-400D-B419-E90CA0AB3E89}" dt="2024-06-20T02:21:26.452" v="1009" actId="20577"/>
          <ac:spMkLst>
            <pc:docMk/>
            <pc:sldMk cId="2130791122" sldId="2147480817"/>
            <ac:spMk id="3" creationId="{9E89FA11-8A6A-E7A0-58F7-719585938EF4}"/>
          </ac:spMkLst>
        </pc:spChg>
        <pc:spChg chg="mod">
          <ac:chgData name="Takeuchi, Koichiro" userId="b3848a05-443b-4434-8fa5-7398ca0c03c9" providerId="ADAL" clId="{CB223349-29E1-400D-B419-E90CA0AB3E89}" dt="2024-06-20T02:19:15.326" v="646"/>
          <ac:spMkLst>
            <pc:docMk/>
            <pc:sldMk cId="2130791122" sldId="2147480817"/>
            <ac:spMk id="4" creationId="{DA0D1BCD-D64A-A21F-43D3-F982DCF0ABA1}"/>
          </ac:spMkLst>
        </pc:spChg>
        <pc:spChg chg="add mod">
          <ac:chgData name="Takeuchi, Koichiro" userId="b3848a05-443b-4434-8fa5-7398ca0c03c9" providerId="ADAL" clId="{CB223349-29E1-400D-B419-E90CA0AB3E89}" dt="2024-06-20T02:32:26.386" v="1466" actId="1036"/>
          <ac:spMkLst>
            <pc:docMk/>
            <pc:sldMk cId="2130791122" sldId="2147480817"/>
            <ac:spMk id="7" creationId="{E254AA62-0673-1F43-8032-EBC7F64F23DE}"/>
          </ac:spMkLst>
        </pc:spChg>
        <pc:spChg chg="add mod">
          <ac:chgData name="Takeuchi, Koichiro" userId="b3848a05-443b-4434-8fa5-7398ca0c03c9" providerId="ADAL" clId="{CB223349-29E1-400D-B419-E90CA0AB3E89}" dt="2024-06-20T02:32:26.386" v="1466" actId="1036"/>
          <ac:spMkLst>
            <pc:docMk/>
            <pc:sldMk cId="2130791122" sldId="2147480817"/>
            <ac:spMk id="9" creationId="{7EBEE1E6-ED69-127B-3291-37E234792AA9}"/>
          </ac:spMkLst>
        </pc:spChg>
        <pc:spChg chg="add mod">
          <ac:chgData name="Takeuchi, Koichiro" userId="b3848a05-443b-4434-8fa5-7398ca0c03c9" providerId="ADAL" clId="{CB223349-29E1-400D-B419-E90CA0AB3E89}" dt="2024-06-20T02:32:26.386" v="1466" actId="1036"/>
          <ac:spMkLst>
            <pc:docMk/>
            <pc:sldMk cId="2130791122" sldId="2147480817"/>
            <ac:spMk id="10" creationId="{B8EE8FA1-5BAE-77E8-9CC8-AEA6B9E10DD6}"/>
          </ac:spMkLst>
        </pc:spChg>
        <pc:spChg chg="add mod">
          <ac:chgData name="Takeuchi, Koichiro" userId="b3848a05-443b-4434-8fa5-7398ca0c03c9" providerId="ADAL" clId="{CB223349-29E1-400D-B419-E90CA0AB3E89}" dt="2024-06-20T02:32:26.386" v="1466" actId="1036"/>
          <ac:spMkLst>
            <pc:docMk/>
            <pc:sldMk cId="2130791122" sldId="2147480817"/>
            <ac:spMk id="11" creationId="{B2622E85-0E86-80AD-0B7E-07420CD167F1}"/>
          </ac:spMkLst>
        </pc:spChg>
        <pc:spChg chg="add mod">
          <ac:chgData name="Takeuchi, Koichiro" userId="b3848a05-443b-4434-8fa5-7398ca0c03c9" providerId="ADAL" clId="{CB223349-29E1-400D-B419-E90CA0AB3E89}" dt="2024-06-20T02:32:26.386" v="1466" actId="1036"/>
          <ac:spMkLst>
            <pc:docMk/>
            <pc:sldMk cId="2130791122" sldId="2147480817"/>
            <ac:spMk id="12" creationId="{AD8DEE04-BBB3-9254-0694-60F374EA1FE8}"/>
          </ac:spMkLst>
        </pc:spChg>
        <pc:spChg chg="add mod">
          <ac:chgData name="Takeuchi, Koichiro" userId="b3848a05-443b-4434-8fa5-7398ca0c03c9" providerId="ADAL" clId="{CB223349-29E1-400D-B419-E90CA0AB3E89}" dt="2024-06-20T02:32:26.386" v="1466" actId="1036"/>
          <ac:spMkLst>
            <pc:docMk/>
            <pc:sldMk cId="2130791122" sldId="2147480817"/>
            <ac:spMk id="13" creationId="{73160DEC-6899-E8BA-E40F-AE5917E1D0A0}"/>
          </ac:spMkLst>
        </pc:spChg>
        <pc:spChg chg="add del mod">
          <ac:chgData name="Takeuchi, Koichiro" userId="b3848a05-443b-4434-8fa5-7398ca0c03c9" providerId="ADAL" clId="{CB223349-29E1-400D-B419-E90CA0AB3E89}" dt="2024-06-20T02:24:58.518" v="1179" actId="21"/>
          <ac:spMkLst>
            <pc:docMk/>
            <pc:sldMk cId="2130791122" sldId="2147480817"/>
            <ac:spMk id="15" creationId="{E3B7EBA5-2058-23DF-BAD1-170562B03CEC}"/>
          </ac:spMkLst>
        </pc:spChg>
        <pc:spChg chg="add mod">
          <ac:chgData name="Takeuchi, Koichiro" userId="b3848a05-443b-4434-8fa5-7398ca0c03c9" providerId="ADAL" clId="{CB223349-29E1-400D-B419-E90CA0AB3E89}" dt="2024-06-20T02:30:21.674" v="1349" actId="1035"/>
          <ac:spMkLst>
            <pc:docMk/>
            <pc:sldMk cId="2130791122" sldId="2147480817"/>
            <ac:spMk id="16" creationId="{2057601C-0483-66E1-6180-6F9126BB3C71}"/>
          </ac:spMkLst>
        </pc:spChg>
        <pc:spChg chg="add del mod">
          <ac:chgData name="Takeuchi, Koichiro" userId="b3848a05-443b-4434-8fa5-7398ca0c03c9" providerId="ADAL" clId="{CB223349-29E1-400D-B419-E90CA0AB3E89}" dt="2024-06-20T02:27:27.808" v="1221" actId="478"/>
          <ac:spMkLst>
            <pc:docMk/>
            <pc:sldMk cId="2130791122" sldId="2147480817"/>
            <ac:spMk id="17" creationId="{C882C1EE-DD90-6C04-BD0A-4FFADFA8C2E3}"/>
          </ac:spMkLst>
        </pc:spChg>
        <pc:spChg chg="add del mod">
          <ac:chgData name="Takeuchi, Koichiro" userId="b3848a05-443b-4434-8fa5-7398ca0c03c9" providerId="ADAL" clId="{CB223349-29E1-400D-B419-E90CA0AB3E89}" dt="2024-06-20T02:26:37.469" v="1214" actId="478"/>
          <ac:spMkLst>
            <pc:docMk/>
            <pc:sldMk cId="2130791122" sldId="2147480817"/>
            <ac:spMk id="18" creationId="{ADF0D451-BFF8-5797-05C6-FFAF1F346E43}"/>
          </ac:spMkLst>
        </pc:spChg>
        <pc:spChg chg="add del mod">
          <ac:chgData name="Takeuchi, Koichiro" userId="b3848a05-443b-4434-8fa5-7398ca0c03c9" providerId="ADAL" clId="{CB223349-29E1-400D-B419-E90CA0AB3E89}" dt="2024-06-20T02:27:19.348" v="1220" actId="478"/>
          <ac:spMkLst>
            <pc:docMk/>
            <pc:sldMk cId="2130791122" sldId="2147480817"/>
            <ac:spMk id="19" creationId="{0CD339DA-79E6-503D-12B5-487845E69F6D}"/>
          </ac:spMkLst>
        </pc:spChg>
        <pc:spChg chg="mod topLvl">
          <ac:chgData name="Takeuchi, Koichiro" userId="b3848a05-443b-4434-8fa5-7398ca0c03c9" providerId="ADAL" clId="{CB223349-29E1-400D-B419-E90CA0AB3E89}" dt="2024-06-20T02:32:32.931" v="1472" actId="1035"/>
          <ac:spMkLst>
            <pc:docMk/>
            <pc:sldMk cId="2130791122" sldId="2147480817"/>
            <ac:spMk id="21" creationId="{D4F8E701-DB0C-CE47-DFA3-FA3DA4BD2E8F}"/>
          </ac:spMkLst>
        </pc:spChg>
        <pc:spChg chg="mod topLvl">
          <ac:chgData name="Takeuchi, Koichiro" userId="b3848a05-443b-4434-8fa5-7398ca0c03c9" providerId="ADAL" clId="{CB223349-29E1-400D-B419-E90CA0AB3E89}" dt="2024-06-20T02:32:32.931" v="1472" actId="1035"/>
          <ac:spMkLst>
            <pc:docMk/>
            <pc:sldMk cId="2130791122" sldId="2147480817"/>
            <ac:spMk id="22" creationId="{3533C84D-2B67-1572-F809-FC4977DE7038}"/>
          </ac:spMkLst>
        </pc:spChg>
        <pc:spChg chg="mod topLvl">
          <ac:chgData name="Takeuchi, Koichiro" userId="b3848a05-443b-4434-8fa5-7398ca0c03c9" providerId="ADAL" clId="{CB223349-29E1-400D-B419-E90CA0AB3E89}" dt="2024-06-20T02:32:32.931" v="1472" actId="1035"/>
          <ac:spMkLst>
            <pc:docMk/>
            <pc:sldMk cId="2130791122" sldId="2147480817"/>
            <ac:spMk id="23" creationId="{6C167F53-50FD-1A20-B0ED-588F1B2A8EB0}"/>
          </ac:spMkLst>
        </pc:spChg>
        <pc:spChg chg="add del">
          <ac:chgData name="Takeuchi, Koichiro" userId="b3848a05-443b-4434-8fa5-7398ca0c03c9" providerId="ADAL" clId="{CB223349-29E1-400D-B419-E90CA0AB3E89}" dt="2024-06-20T02:28:00.933" v="1226" actId="21"/>
          <ac:spMkLst>
            <pc:docMk/>
            <pc:sldMk cId="2130791122" sldId="2147480817"/>
            <ac:spMk id="24" creationId="{16A6C22C-EC6D-1AC4-2DC2-7431D5F46753}"/>
          </ac:spMkLst>
        </pc:spChg>
        <pc:spChg chg="add mod ord">
          <ac:chgData name="Takeuchi, Koichiro" userId="b3848a05-443b-4434-8fa5-7398ca0c03c9" providerId="ADAL" clId="{CB223349-29E1-400D-B419-E90CA0AB3E89}" dt="2024-06-20T02:32:32.931" v="1472" actId="1035"/>
          <ac:spMkLst>
            <pc:docMk/>
            <pc:sldMk cId="2130791122" sldId="2147480817"/>
            <ac:spMk id="25" creationId="{1BF1614E-2021-6FAA-A137-E7B75EC55CB6}"/>
          </ac:spMkLst>
        </pc:spChg>
        <pc:spChg chg="add del">
          <ac:chgData name="Takeuchi, Koichiro" userId="b3848a05-443b-4434-8fa5-7398ca0c03c9" providerId="ADAL" clId="{CB223349-29E1-400D-B419-E90CA0AB3E89}" dt="2024-06-20T02:30:51.028" v="1351" actId="21"/>
          <ac:spMkLst>
            <pc:docMk/>
            <pc:sldMk cId="2130791122" sldId="2147480817"/>
            <ac:spMk id="26" creationId="{DCDAF188-E89A-F455-6F9B-F639590AA67D}"/>
          </ac:spMkLst>
        </pc:spChg>
        <pc:spChg chg="add mod">
          <ac:chgData name="Takeuchi, Koichiro" userId="b3848a05-443b-4434-8fa5-7398ca0c03c9" providerId="ADAL" clId="{CB223349-29E1-400D-B419-E90CA0AB3E89}" dt="2024-06-20T02:33:36.234" v="1624" actId="20577"/>
          <ac:spMkLst>
            <pc:docMk/>
            <pc:sldMk cId="2130791122" sldId="2147480817"/>
            <ac:spMk id="27" creationId="{DCDAF188-E89A-F455-6F9B-F639590AA67D}"/>
          </ac:spMkLst>
        </pc:spChg>
        <pc:spChg chg="add del mod">
          <ac:chgData name="Takeuchi, Koichiro" userId="b3848a05-443b-4434-8fa5-7398ca0c03c9" providerId="ADAL" clId="{CB223349-29E1-400D-B419-E90CA0AB3E89}" dt="2024-06-20T03:49:03.319" v="4415" actId="478"/>
          <ac:spMkLst>
            <pc:docMk/>
            <pc:sldMk cId="2130791122" sldId="2147480817"/>
            <ac:spMk id="28" creationId="{B2DA2ECB-5DC0-A9D6-DDF2-F6AC8C506199}"/>
          </ac:spMkLst>
        </pc:spChg>
        <pc:spChg chg="add mod">
          <ac:chgData name="Takeuchi, Koichiro" userId="b3848a05-443b-4434-8fa5-7398ca0c03c9" providerId="ADAL" clId="{CB223349-29E1-400D-B419-E90CA0AB3E89}" dt="2024-06-20T02:33:23.796" v="1610" actId="14100"/>
          <ac:spMkLst>
            <pc:docMk/>
            <pc:sldMk cId="2130791122" sldId="2147480817"/>
            <ac:spMk id="29" creationId="{33263DEC-6023-5330-3B8F-5DDA2FCF80E5}"/>
          </ac:spMkLst>
        </pc:spChg>
        <pc:spChg chg="add mod">
          <ac:chgData name="Takeuchi, Koichiro" userId="b3848a05-443b-4434-8fa5-7398ca0c03c9" providerId="ADAL" clId="{CB223349-29E1-400D-B419-E90CA0AB3E89}" dt="2024-06-20T05:45:03.843" v="7953" actId="1076"/>
          <ac:spMkLst>
            <pc:docMk/>
            <pc:sldMk cId="2130791122" sldId="2147480817"/>
            <ac:spMk id="30" creationId="{16A75592-3A14-0149-FB16-2FC8BC6F5C0C}"/>
          </ac:spMkLst>
        </pc:spChg>
        <pc:grpChg chg="add mod">
          <ac:chgData name="Takeuchi, Koichiro" userId="b3848a05-443b-4434-8fa5-7398ca0c03c9" providerId="ADAL" clId="{CB223349-29E1-400D-B419-E90CA0AB3E89}" dt="2024-06-20T02:32:26.386" v="1466" actId="1036"/>
          <ac:grpSpMkLst>
            <pc:docMk/>
            <pc:sldMk cId="2130791122" sldId="2147480817"/>
            <ac:grpSpMk id="14" creationId="{4FE4F6C5-DC74-AC6B-B32B-F1F379B4601E}"/>
          </ac:grpSpMkLst>
        </pc:grpChg>
        <pc:grpChg chg="add del mod">
          <ac:chgData name="Takeuchi, Koichiro" userId="b3848a05-443b-4434-8fa5-7398ca0c03c9" providerId="ADAL" clId="{CB223349-29E1-400D-B419-E90CA0AB3E89}" dt="2024-06-20T02:28:25.241" v="1232" actId="165"/>
          <ac:grpSpMkLst>
            <pc:docMk/>
            <pc:sldMk cId="2130791122" sldId="2147480817"/>
            <ac:grpSpMk id="20" creationId="{75C0EC1B-ABBB-4B2D-0CA8-446BA974BA88}"/>
          </ac:grpSpMkLst>
        </pc:grpChg>
        <pc:picChg chg="add mod">
          <ac:chgData name="Takeuchi, Koichiro" userId="b3848a05-443b-4434-8fa5-7398ca0c03c9" providerId="ADAL" clId="{CB223349-29E1-400D-B419-E90CA0AB3E89}" dt="2024-06-20T02:32:26.386" v="1466" actId="1036"/>
          <ac:picMkLst>
            <pc:docMk/>
            <pc:sldMk cId="2130791122" sldId="2147480817"/>
            <ac:picMk id="8" creationId="{849A686D-C0C2-BED0-2116-8519780E200D}"/>
          </ac:picMkLst>
        </pc:picChg>
      </pc:sldChg>
      <pc:sldChg chg="add del">
        <pc:chgData name="Takeuchi, Koichiro" userId="b3848a05-443b-4434-8fa5-7398ca0c03c9" providerId="ADAL" clId="{CB223349-29E1-400D-B419-E90CA0AB3E89}" dt="2024-06-20T03:29:13.017" v="3264" actId="47"/>
        <pc:sldMkLst>
          <pc:docMk/>
          <pc:sldMk cId="226857224" sldId="2147480818"/>
        </pc:sldMkLst>
      </pc:sldChg>
      <pc:sldChg chg="addSp delSp modSp add mod">
        <pc:chgData name="Takeuchi, Koichiro" userId="b3848a05-443b-4434-8fa5-7398ca0c03c9" providerId="ADAL" clId="{CB223349-29E1-400D-B419-E90CA0AB3E89}" dt="2024-06-20T05:57:57.176" v="8055" actId="478"/>
        <pc:sldMkLst>
          <pc:docMk/>
          <pc:sldMk cId="3929662420" sldId="2147480818"/>
        </pc:sldMkLst>
        <pc:spChg chg="mod">
          <ac:chgData name="Takeuchi, Koichiro" userId="b3848a05-443b-4434-8fa5-7398ca0c03c9" providerId="ADAL" clId="{CB223349-29E1-400D-B419-E90CA0AB3E89}" dt="2024-06-20T03:30:47.134" v="3361" actId="20577"/>
          <ac:spMkLst>
            <pc:docMk/>
            <pc:sldMk cId="3929662420" sldId="2147480818"/>
            <ac:spMk id="2" creationId="{C4050E0A-F4AC-8E52-FCEA-9771083801F3}"/>
          </ac:spMkLst>
        </pc:spChg>
        <pc:spChg chg="add mod">
          <ac:chgData name="Takeuchi, Koichiro" userId="b3848a05-443b-4434-8fa5-7398ca0c03c9" providerId="ADAL" clId="{CB223349-29E1-400D-B419-E90CA0AB3E89}" dt="2024-06-20T03:32:30.544" v="3381" actId="552"/>
          <ac:spMkLst>
            <pc:docMk/>
            <pc:sldMk cId="3929662420" sldId="2147480818"/>
            <ac:spMk id="7" creationId="{FC323CC8-026F-A852-D46C-A7DE3BBB0FC9}"/>
          </ac:spMkLst>
        </pc:spChg>
        <pc:spChg chg="mod">
          <ac:chgData name="Takeuchi, Koichiro" userId="b3848a05-443b-4434-8fa5-7398ca0c03c9" providerId="ADAL" clId="{CB223349-29E1-400D-B419-E90CA0AB3E89}" dt="2024-06-20T03:31:00.597" v="3364" actId="20577"/>
          <ac:spMkLst>
            <pc:docMk/>
            <pc:sldMk cId="3929662420" sldId="2147480818"/>
            <ac:spMk id="9" creationId="{B86D8330-0B1A-E587-FA07-0AAE4A76EC6B}"/>
          </ac:spMkLst>
        </pc:spChg>
        <pc:spChg chg="del">
          <ac:chgData name="Takeuchi, Koichiro" userId="b3848a05-443b-4434-8fa5-7398ca0c03c9" providerId="ADAL" clId="{CB223349-29E1-400D-B419-E90CA0AB3E89}" dt="2024-06-20T03:29:24.352" v="3266" actId="478"/>
          <ac:spMkLst>
            <pc:docMk/>
            <pc:sldMk cId="3929662420" sldId="2147480818"/>
            <ac:spMk id="10" creationId="{8CD5BA63-C0B2-CEB6-93FE-328B281F0AFD}"/>
          </ac:spMkLst>
        </pc:spChg>
        <pc:spChg chg="del">
          <ac:chgData name="Takeuchi, Koichiro" userId="b3848a05-443b-4434-8fa5-7398ca0c03c9" providerId="ADAL" clId="{CB223349-29E1-400D-B419-E90CA0AB3E89}" dt="2024-06-20T03:29:28.011" v="3267" actId="478"/>
          <ac:spMkLst>
            <pc:docMk/>
            <pc:sldMk cId="3929662420" sldId="2147480818"/>
            <ac:spMk id="20" creationId="{AE0FEECE-71B8-E3E7-EDF6-0C0453B2F388}"/>
          </ac:spMkLst>
        </pc:spChg>
        <pc:spChg chg="add del mod">
          <ac:chgData name="Takeuchi, Koichiro" userId="b3848a05-443b-4434-8fa5-7398ca0c03c9" providerId="ADAL" clId="{CB223349-29E1-400D-B419-E90CA0AB3E89}" dt="2024-06-20T05:57:57.176" v="8055" actId="478"/>
          <ac:spMkLst>
            <pc:docMk/>
            <pc:sldMk cId="3929662420" sldId="2147480818"/>
            <ac:spMk id="24" creationId="{97967BD8-6F53-82B3-3933-967574154192}"/>
          </ac:spMkLst>
        </pc:spChg>
        <pc:spChg chg="add del mod">
          <ac:chgData name="Takeuchi, Koichiro" userId="b3848a05-443b-4434-8fa5-7398ca0c03c9" providerId="ADAL" clId="{CB223349-29E1-400D-B419-E90CA0AB3E89}" dt="2024-06-20T05:57:56.546" v="8054" actId="478"/>
          <ac:spMkLst>
            <pc:docMk/>
            <pc:sldMk cId="3929662420" sldId="2147480818"/>
            <ac:spMk id="25" creationId="{9667575A-F228-DA40-4E37-FFA39EBB0BE0}"/>
          </ac:spMkLst>
        </pc:spChg>
        <pc:spChg chg="add mod">
          <ac:chgData name="Takeuchi, Koichiro" userId="b3848a05-443b-4434-8fa5-7398ca0c03c9" providerId="ADAL" clId="{CB223349-29E1-400D-B419-E90CA0AB3E89}" dt="2024-06-20T03:32:57.582" v="3394" actId="552"/>
          <ac:spMkLst>
            <pc:docMk/>
            <pc:sldMk cId="3929662420" sldId="2147480818"/>
            <ac:spMk id="29" creationId="{37492DA0-8C77-AD3F-9C06-2F2CA4D81391}"/>
          </ac:spMkLst>
        </pc:spChg>
        <pc:spChg chg="add mod">
          <ac:chgData name="Takeuchi, Koichiro" userId="b3848a05-443b-4434-8fa5-7398ca0c03c9" providerId="ADAL" clId="{CB223349-29E1-400D-B419-E90CA0AB3E89}" dt="2024-06-20T03:33:11.916" v="3406" actId="14100"/>
          <ac:spMkLst>
            <pc:docMk/>
            <pc:sldMk cId="3929662420" sldId="2147480818"/>
            <ac:spMk id="30" creationId="{25D5605A-688A-F03D-6377-BCA604287F6F}"/>
          </ac:spMkLst>
        </pc:spChg>
        <pc:spChg chg="add mod">
          <ac:chgData name="Takeuchi, Koichiro" userId="b3848a05-443b-4434-8fa5-7398ca0c03c9" providerId="ADAL" clId="{CB223349-29E1-400D-B419-E90CA0AB3E89}" dt="2024-06-20T03:33:18.329" v="3409" actId="14100"/>
          <ac:spMkLst>
            <pc:docMk/>
            <pc:sldMk cId="3929662420" sldId="2147480818"/>
            <ac:spMk id="33" creationId="{F0E2DAA8-697B-9F62-D15C-89A336CEF856}"/>
          </ac:spMkLst>
        </pc:spChg>
        <pc:spChg chg="add mod">
          <ac:chgData name="Takeuchi, Koichiro" userId="b3848a05-443b-4434-8fa5-7398ca0c03c9" providerId="ADAL" clId="{CB223349-29E1-400D-B419-E90CA0AB3E89}" dt="2024-06-20T03:33:24.832" v="3410"/>
          <ac:spMkLst>
            <pc:docMk/>
            <pc:sldMk cId="3929662420" sldId="2147480818"/>
            <ac:spMk id="35" creationId="{1CAD9315-A4A2-B09C-1F15-503D0D70A8CB}"/>
          </ac:spMkLst>
        </pc:spChg>
        <pc:spChg chg="add mod">
          <ac:chgData name="Takeuchi, Koichiro" userId="b3848a05-443b-4434-8fa5-7398ca0c03c9" providerId="ADAL" clId="{CB223349-29E1-400D-B419-E90CA0AB3E89}" dt="2024-06-20T03:33:24.832" v="3410"/>
          <ac:spMkLst>
            <pc:docMk/>
            <pc:sldMk cId="3929662420" sldId="2147480818"/>
            <ac:spMk id="38" creationId="{02B3C197-BC0D-AD9B-8D6C-DA036F2203F1}"/>
          </ac:spMkLst>
        </pc:spChg>
        <pc:spChg chg="add del mod">
          <ac:chgData name="Takeuchi, Koichiro" userId="b3848a05-443b-4434-8fa5-7398ca0c03c9" providerId="ADAL" clId="{CB223349-29E1-400D-B419-E90CA0AB3E89}" dt="2024-06-20T03:34:14.243" v="3472" actId="478"/>
          <ac:spMkLst>
            <pc:docMk/>
            <pc:sldMk cId="3929662420" sldId="2147480818"/>
            <ac:spMk id="39" creationId="{D447C487-0ED8-6F0F-4C7B-54F555284391}"/>
          </ac:spMkLst>
        </pc:spChg>
        <pc:spChg chg="add del mod">
          <ac:chgData name="Takeuchi, Koichiro" userId="b3848a05-443b-4434-8fa5-7398ca0c03c9" providerId="ADAL" clId="{CB223349-29E1-400D-B419-E90CA0AB3E89}" dt="2024-06-20T03:34:11.734" v="3471" actId="478"/>
          <ac:spMkLst>
            <pc:docMk/>
            <pc:sldMk cId="3929662420" sldId="2147480818"/>
            <ac:spMk id="41" creationId="{60C10DA2-548B-6301-B2D9-789786C79946}"/>
          </ac:spMkLst>
        </pc:spChg>
        <pc:spChg chg="add mod">
          <ac:chgData name="Takeuchi, Koichiro" userId="b3848a05-443b-4434-8fa5-7398ca0c03c9" providerId="ADAL" clId="{CB223349-29E1-400D-B419-E90CA0AB3E89}" dt="2024-06-20T03:34:01.303" v="3449" actId="20577"/>
          <ac:spMkLst>
            <pc:docMk/>
            <pc:sldMk cId="3929662420" sldId="2147480818"/>
            <ac:spMk id="42" creationId="{F455CFC4-AC7B-07C8-D70E-5758952D9E00}"/>
          </ac:spMkLst>
        </pc:spChg>
        <pc:spChg chg="add mod">
          <ac:chgData name="Takeuchi, Koichiro" userId="b3848a05-443b-4434-8fa5-7398ca0c03c9" providerId="ADAL" clId="{CB223349-29E1-400D-B419-E90CA0AB3E89}" dt="2024-06-20T03:34:07.405" v="3470" actId="20577"/>
          <ac:spMkLst>
            <pc:docMk/>
            <pc:sldMk cId="3929662420" sldId="2147480818"/>
            <ac:spMk id="47" creationId="{04D04E6C-1F10-2976-34BA-DFCDD30FAB3F}"/>
          </ac:spMkLst>
        </pc:spChg>
        <pc:spChg chg="add mod">
          <ac:chgData name="Takeuchi, Koichiro" userId="b3848a05-443b-4434-8fa5-7398ca0c03c9" providerId="ADAL" clId="{CB223349-29E1-400D-B419-E90CA0AB3E89}" dt="2024-06-20T03:34:30.576" v="3483" actId="1035"/>
          <ac:spMkLst>
            <pc:docMk/>
            <pc:sldMk cId="3929662420" sldId="2147480818"/>
            <ac:spMk id="48" creationId="{ED55A48C-F35E-D175-0A7E-5EACE48C8056}"/>
          </ac:spMkLst>
        </pc:spChg>
        <pc:spChg chg="add mod">
          <ac:chgData name="Takeuchi, Koichiro" userId="b3848a05-443b-4434-8fa5-7398ca0c03c9" providerId="ADAL" clId="{CB223349-29E1-400D-B419-E90CA0AB3E89}" dt="2024-06-20T03:34:22.435" v="3477" actId="1035"/>
          <ac:spMkLst>
            <pc:docMk/>
            <pc:sldMk cId="3929662420" sldId="2147480818"/>
            <ac:spMk id="54" creationId="{94DBEDD8-183E-6A7B-ED68-DD311FF34E9F}"/>
          </ac:spMkLst>
        </pc:spChg>
        <pc:spChg chg="mod">
          <ac:chgData name="Takeuchi, Koichiro" userId="b3848a05-443b-4434-8fa5-7398ca0c03c9" providerId="ADAL" clId="{CB223349-29E1-400D-B419-E90CA0AB3E89}" dt="2024-06-20T03:30:57.595" v="3363" actId="20577"/>
          <ac:spMkLst>
            <pc:docMk/>
            <pc:sldMk cId="3929662420" sldId="2147480818"/>
            <ac:spMk id="66" creationId="{5A79ACBD-2299-AF46-BDD0-81EC95C2DDB0}"/>
          </ac:spMkLst>
        </pc:spChg>
        <pc:spChg chg="add mod">
          <ac:chgData name="Takeuchi, Koichiro" userId="b3848a05-443b-4434-8fa5-7398ca0c03c9" providerId="ADAL" clId="{CB223349-29E1-400D-B419-E90CA0AB3E89}" dt="2024-06-20T03:37:33.624" v="3752" actId="20577"/>
          <ac:spMkLst>
            <pc:docMk/>
            <pc:sldMk cId="3929662420" sldId="2147480818"/>
            <ac:spMk id="68" creationId="{74CDD5EB-0126-544B-1D9B-117A2CCB9D32}"/>
          </ac:spMkLst>
        </pc:spChg>
        <pc:spChg chg="add del mod">
          <ac:chgData name="Takeuchi, Koichiro" userId="b3848a05-443b-4434-8fa5-7398ca0c03c9" providerId="ADAL" clId="{CB223349-29E1-400D-B419-E90CA0AB3E89}" dt="2024-06-20T03:38:25.213" v="3792" actId="478"/>
          <ac:spMkLst>
            <pc:docMk/>
            <pc:sldMk cId="3929662420" sldId="2147480818"/>
            <ac:spMk id="77" creationId="{AECF4307-289C-1260-7B03-8FADC7D47A25}"/>
          </ac:spMkLst>
        </pc:spChg>
        <pc:spChg chg="add del mod">
          <ac:chgData name="Takeuchi, Koichiro" userId="b3848a05-443b-4434-8fa5-7398ca0c03c9" providerId="ADAL" clId="{CB223349-29E1-400D-B419-E90CA0AB3E89}" dt="2024-06-20T03:38:25.213" v="3792" actId="478"/>
          <ac:spMkLst>
            <pc:docMk/>
            <pc:sldMk cId="3929662420" sldId="2147480818"/>
            <ac:spMk id="78" creationId="{E9D194BE-14C8-F700-5FB7-70B21F31A948}"/>
          </ac:spMkLst>
        </pc:spChg>
        <pc:spChg chg="add del mod">
          <ac:chgData name="Takeuchi, Koichiro" userId="b3848a05-443b-4434-8fa5-7398ca0c03c9" providerId="ADAL" clId="{CB223349-29E1-400D-B419-E90CA0AB3E89}" dt="2024-06-20T03:38:25.213" v="3792" actId="478"/>
          <ac:spMkLst>
            <pc:docMk/>
            <pc:sldMk cId="3929662420" sldId="2147480818"/>
            <ac:spMk id="80" creationId="{A496F57E-7F13-21CC-F0C6-ED34BA7174E6}"/>
          </ac:spMkLst>
        </pc:spChg>
        <pc:spChg chg="add mod">
          <ac:chgData name="Takeuchi, Koichiro" userId="b3848a05-443b-4434-8fa5-7398ca0c03c9" providerId="ADAL" clId="{CB223349-29E1-400D-B419-E90CA0AB3E89}" dt="2024-06-20T03:37:39.116" v="3768" actId="20577"/>
          <ac:spMkLst>
            <pc:docMk/>
            <pc:sldMk cId="3929662420" sldId="2147480818"/>
            <ac:spMk id="81" creationId="{3BF40FBA-B0FD-1D8D-30A0-922C54B4026C}"/>
          </ac:spMkLst>
        </pc:spChg>
        <pc:spChg chg="add mod">
          <ac:chgData name="Takeuchi, Koichiro" userId="b3848a05-443b-4434-8fa5-7398ca0c03c9" providerId="ADAL" clId="{CB223349-29E1-400D-B419-E90CA0AB3E89}" dt="2024-06-20T03:38:13.426" v="3788" actId="20577"/>
          <ac:spMkLst>
            <pc:docMk/>
            <pc:sldMk cId="3929662420" sldId="2147480818"/>
            <ac:spMk id="87" creationId="{6BEE82FB-9E7B-5DBB-10F9-AD68E0BF9080}"/>
          </ac:spMkLst>
        </pc:spChg>
        <pc:spChg chg="add mod">
          <ac:chgData name="Takeuchi, Koichiro" userId="b3848a05-443b-4434-8fa5-7398ca0c03c9" providerId="ADAL" clId="{CB223349-29E1-400D-B419-E90CA0AB3E89}" dt="2024-06-20T03:42:21.079" v="4238" actId="14100"/>
          <ac:spMkLst>
            <pc:docMk/>
            <pc:sldMk cId="3929662420" sldId="2147480818"/>
            <ac:spMk id="91" creationId="{46E161C8-4F1D-82E0-D21C-C009C37DCA22}"/>
          </ac:spMkLst>
        </pc:spChg>
        <pc:spChg chg="add del mod">
          <ac:chgData name="Takeuchi, Koichiro" userId="b3848a05-443b-4434-8fa5-7398ca0c03c9" providerId="ADAL" clId="{CB223349-29E1-400D-B419-E90CA0AB3E89}" dt="2024-06-20T03:48:55.408" v="4413" actId="478"/>
          <ac:spMkLst>
            <pc:docMk/>
            <pc:sldMk cId="3929662420" sldId="2147480818"/>
            <ac:spMk id="93" creationId="{4A2D5C90-B08D-992A-EA07-C8C7FC75A461}"/>
          </ac:spMkLst>
        </pc:spChg>
        <pc:spChg chg="mod">
          <ac:chgData name="Takeuchi, Koichiro" userId="b3848a05-443b-4434-8fa5-7398ca0c03c9" providerId="ADAL" clId="{CB223349-29E1-400D-B419-E90CA0AB3E89}" dt="2024-06-20T03:30:13.148" v="3299" actId="20577"/>
          <ac:spMkLst>
            <pc:docMk/>
            <pc:sldMk cId="3929662420" sldId="2147480818"/>
            <ac:spMk id="113" creationId="{68F79C94-0337-A33A-5FAC-0D2D9B6BF4EB}"/>
          </ac:spMkLst>
        </pc:spChg>
        <pc:cxnChg chg="add mod">
          <ac:chgData name="Takeuchi, Koichiro" userId="b3848a05-443b-4434-8fa5-7398ca0c03c9" providerId="ADAL" clId="{CB223349-29E1-400D-B419-E90CA0AB3E89}" dt="2024-06-20T03:37:29.675" v="3743" actId="14100"/>
          <ac:cxnSpMkLst>
            <pc:docMk/>
            <pc:sldMk cId="3929662420" sldId="2147480818"/>
            <ac:cxnSpMk id="72" creationId="{F0FB2B42-926C-D26B-E544-58A5804C9A83}"/>
          </ac:cxnSpMkLst>
        </pc:cxnChg>
        <pc:cxnChg chg="add mod">
          <ac:chgData name="Takeuchi, Koichiro" userId="b3848a05-443b-4434-8fa5-7398ca0c03c9" providerId="ADAL" clId="{CB223349-29E1-400D-B419-E90CA0AB3E89}" dt="2024-06-20T03:37:46.608" v="3771" actId="14100"/>
          <ac:cxnSpMkLst>
            <pc:docMk/>
            <pc:sldMk cId="3929662420" sldId="2147480818"/>
            <ac:cxnSpMk id="84" creationId="{10EB06AE-5A8E-E364-F0E8-DC46A09DB1A0}"/>
          </ac:cxnSpMkLst>
        </pc:cxnChg>
        <pc:cxnChg chg="add mod">
          <ac:chgData name="Takeuchi, Koichiro" userId="b3848a05-443b-4434-8fa5-7398ca0c03c9" providerId="ADAL" clId="{CB223349-29E1-400D-B419-E90CA0AB3E89}" dt="2024-06-20T03:38:20.457" v="3791" actId="14100"/>
          <ac:cxnSpMkLst>
            <pc:docMk/>
            <pc:sldMk cId="3929662420" sldId="2147480818"/>
            <ac:cxnSpMk id="89" creationId="{2225D78C-CB6B-4681-29B3-71995E506DDB}"/>
          </ac:cxnSpMkLst>
        </pc:cxnChg>
      </pc:sldChg>
      <pc:sldChg chg="addSp delSp modSp new mod">
        <pc:chgData name="Takeuchi, Koichiro" userId="b3848a05-443b-4434-8fa5-7398ca0c03c9" providerId="ADAL" clId="{CB223349-29E1-400D-B419-E90CA0AB3E89}" dt="2024-06-20T03:48:47.865" v="4410" actId="12788"/>
        <pc:sldMkLst>
          <pc:docMk/>
          <pc:sldMk cId="1843778601" sldId="2147480819"/>
        </pc:sldMkLst>
        <pc:spChg chg="mod">
          <ac:chgData name="Takeuchi, Koichiro" userId="b3848a05-443b-4434-8fa5-7398ca0c03c9" providerId="ADAL" clId="{CB223349-29E1-400D-B419-E90CA0AB3E89}" dt="2024-06-20T03:48:32.550" v="4405" actId="20577"/>
          <ac:spMkLst>
            <pc:docMk/>
            <pc:sldMk cId="1843778601" sldId="2147480819"/>
            <ac:spMk id="2" creationId="{EA00C013-14E2-C6D0-B362-30FB994BED92}"/>
          </ac:spMkLst>
        </pc:spChg>
        <pc:spChg chg="del">
          <ac:chgData name="Takeuchi, Koichiro" userId="b3848a05-443b-4434-8fa5-7398ca0c03c9" providerId="ADAL" clId="{CB223349-29E1-400D-B419-E90CA0AB3E89}" dt="2024-06-20T03:48:35.932" v="4406" actId="478"/>
          <ac:spMkLst>
            <pc:docMk/>
            <pc:sldMk cId="1843778601" sldId="2147480819"/>
            <ac:spMk id="3" creationId="{00CAF9D4-9C4C-359E-6520-1BC4DC52A2B4}"/>
          </ac:spMkLst>
        </pc:spChg>
        <pc:spChg chg="add mod">
          <ac:chgData name="Takeuchi, Koichiro" userId="b3848a05-443b-4434-8fa5-7398ca0c03c9" providerId="ADAL" clId="{CB223349-29E1-400D-B419-E90CA0AB3E89}" dt="2024-06-20T03:48:19.519" v="4346"/>
          <ac:spMkLst>
            <pc:docMk/>
            <pc:sldMk cId="1843778601" sldId="2147480819"/>
            <ac:spMk id="7" creationId="{89A51736-EF99-8760-1A7D-4E27FA7A351A}"/>
          </ac:spMkLst>
        </pc:spChg>
        <pc:spChg chg="add mod">
          <ac:chgData name="Takeuchi, Koichiro" userId="b3848a05-443b-4434-8fa5-7398ca0c03c9" providerId="ADAL" clId="{CB223349-29E1-400D-B419-E90CA0AB3E89}" dt="2024-06-20T03:48:19.519" v="4346"/>
          <ac:spMkLst>
            <pc:docMk/>
            <pc:sldMk cId="1843778601" sldId="2147480819"/>
            <ac:spMk id="8" creationId="{5C3FCCB1-A0B3-D503-9D63-E7078EC3B4ED}"/>
          </ac:spMkLst>
        </pc:spChg>
        <pc:spChg chg="add mod">
          <ac:chgData name="Takeuchi, Koichiro" userId="b3848a05-443b-4434-8fa5-7398ca0c03c9" providerId="ADAL" clId="{CB223349-29E1-400D-B419-E90CA0AB3E89}" dt="2024-06-20T03:48:19.519" v="4346"/>
          <ac:spMkLst>
            <pc:docMk/>
            <pc:sldMk cId="1843778601" sldId="2147480819"/>
            <ac:spMk id="9" creationId="{4DF270D2-90A6-9F8B-9F27-A02304D1963C}"/>
          </ac:spMkLst>
        </pc:spChg>
        <pc:spChg chg="add mod">
          <ac:chgData name="Takeuchi, Koichiro" userId="b3848a05-443b-4434-8fa5-7398ca0c03c9" providerId="ADAL" clId="{CB223349-29E1-400D-B419-E90CA0AB3E89}" dt="2024-06-20T03:48:19.519" v="4346"/>
          <ac:spMkLst>
            <pc:docMk/>
            <pc:sldMk cId="1843778601" sldId="2147480819"/>
            <ac:spMk id="10" creationId="{B902B190-91A8-F1B5-E1AA-B3AAE2ECEEBF}"/>
          </ac:spMkLst>
        </pc:spChg>
        <pc:spChg chg="add mod">
          <ac:chgData name="Takeuchi, Koichiro" userId="b3848a05-443b-4434-8fa5-7398ca0c03c9" providerId="ADAL" clId="{CB223349-29E1-400D-B419-E90CA0AB3E89}" dt="2024-06-20T03:48:19.519" v="4346"/>
          <ac:spMkLst>
            <pc:docMk/>
            <pc:sldMk cId="1843778601" sldId="2147480819"/>
            <ac:spMk id="11" creationId="{F7581A97-47F9-3B17-56B3-0734E6DEA7CB}"/>
          </ac:spMkLst>
        </pc:spChg>
        <pc:spChg chg="add mod">
          <ac:chgData name="Takeuchi, Koichiro" userId="b3848a05-443b-4434-8fa5-7398ca0c03c9" providerId="ADAL" clId="{CB223349-29E1-400D-B419-E90CA0AB3E89}" dt="2024-06-20T03:48:19.519" v="4346"/>
          <ac:spMkLst>
            <pc:docMk/>
            <pc:sldMk cId="1843778601" sldId="2147480819"/>
            <ac:spMk id="12" creationId="{6BC66BA5-3356-7C9F-9340-80F663DEC3D0}"/>
          </ac:spMkLst>
        </pc:spChg>
        <pc:spChg chg="add mod">
          <ac:chgData name="Takeuchi, Koichiro" userId="b3848a05-443b-4434-8fa5-7398ca0c03c9" providerId="ADAL" clId="{CB223349-29E1-400D-B419-E90CA0AB3E89}" dt="2024-06-20T03:48:19.519" v="4346"/>
          <ac:spMkLst>
            <pc:docMk/>
            <pc:sldMk cId="1843778601" sldId="2147480819"/>
            <ac:spMk id="13" creationId="{3079F9D1-2628-022D-16AE-D49DDFFD56E8}"/>
          </ac:spMkLst>
        </pc:spChg>
        <pc:spChg chg="add mod">
          <ac:chgData name="Takeuchi, Koichiro" userId="b3848a05-443b-4434-8fa5-7398ca0c03c9" providerId="ADAL" clId="{CB223349-29E1-400D-B419-E90CA0AB3E89}" dt="2024-06-20T03:48:19.519" v="4346"/>
          <ac:spMkLst>
            <pc:docMk/>
            <pc:sldMk cId="1843778601" sldId="2147480819"/>
            <ac:spMk id="14" creationId="{A4E1D6E7-AB7E-063F-1B0B-85DEDDC05E8C}"/>
          </ac:spMkLst>
        </pc:spChg>
        <pc:spChg chg="add mod">
          <ac:chgData name="Takeuchi, Koichiro" userId="b3848a05-443b-4434-8fa5-7398ca0c03c9" providerId="ADAL" clId="{CB223349-29E1-400D-B419-E90CA0AB3E89}" dt="2024-06-20T03:48:19.519" v="4346"/>
          <ac:spMkLst>
            <pc:docMk/>
            <pc:sldMk cId="1843778601" sldId="2147480819"/>
            <ac:spMk id="15" creationId="{BD267743-4121-5ADB-F02B-3DA79CF0195A}"/>
          </ac:spMkLst>
        </pc:spChg>
        <pc:spChg chg="add mod">
          <ac:chgData name="Takeuchi, Koichiro" userId="b3848a05-443b-4434-8fa5-7398ca0c03c9" providerId="ADAL" clId="{CB223349-29E1-400D-B419-E90CA0AB3E89}" dt="2024-06-20T03:48:19.519" v="4346"/>
          <ac:spMkLst>
            <pc:docMk/>
            <pc:sldMk cId="1843778601" sldId="2147480819"/>
            <ac:spMk id="16" creationId="{BA3554DC-2202-38F2-4AAF-09ED01D41DBA}"/>
          </ac:spMkLst>
        </pc:spChg>
        <pc:spChg chg="add mod">
          <ac:chgData name="Takeuchi, Koichiro" userId="b3848a05-443b-4434-8fa5-7398ca0c03c9" providerId="ADAL" clId="{CB223349-29E1-400D-B419-E90CA0AB3E89}" dt="2024-06-20T03:48:19.519" v="4346"/>
          <ac:spMkLst>
            <pc:docMk/>
            <pc:sldMk cId="1843778601" sldId="2147480819"/>
            <ac:spMk id="17" creationId="{F34BD2E8-3D70-9F3B-1279-156C997333A2}"/>
          </ac:spMkLst>
        </pc:spChg>
        <pc:spChg chg="add mod">
          <ac:chgData name="Takeuchi, Koichiro" userId="b3848a05-443b-4434-8fa5-7398ca0c03c9" providerId="ADAL" clId="{CB223349-29E1-400D-B419-E90CA0AB3E89}" dt="2024-06-20T03:48:19.519" v="4346"/>
          <ac:spMkLst>
            <pc:docMk/>
            <pc:sldMk cId="1843778601" sldId="2147480819"/>
            <ac:spMk id="18" creationId="{508EEDD4-415E-668C-D225-C55DE6E30986}"/>
          </ac:spMkLst>
        </pc:spChg>
        <pc:spChg chg="add mod">
          <ac:chgData name="Takeuchi, Koichiro" userId="b3848a05-443b-4434-8fa5-7398ca0c03c9" providerId="ADAL" clId="{CB223349-29E1-400D-B419-E90CA0AB3E89}" dt="2024-06-20T03:48:19.519" v="4346"/>
          <ac:spMkLst>
            <pc:docMk/>
            <pc:sldMk cId="1843778601" sldId="2147480819"/>
            <ac:spMk id="19" creationId="{D5DA8695-CC47-4EA6-76EB-605DC56D9B98}"/>
          </ac:spMkLst>
        </pc:spChg>
        <pc:spChg chg="add mod">
          <ac:chgData name="Takeuchi, Koichiro" userId="b3848a05-443b-4434-8fa5-7398ca0c03c9" providerId="ADAL" clId="{CB223349-29E1-400D-B419-E90CA0AB3E89}" dt="2024-06-20T03:48:19.519" v="4346"/>
          <ac:spMkLst>
            <pc:docMk/>
            <pc:sldMk cId="1843778601" sldId="2147480819"/>
            <ac:spMk id="20" creationId="{9A3C674F-4688-3BDF-EFE1-6A4867543328}"/>
          </ac:spMkLst>
        </pc:spChg>
        <pc:spChg chg="add mod">
          <ac:chgData name="Takeuchi, Koichiro" userId="b3848a05-443b-4434-8fa5-7398ca0c03c9" providerId="ADAL" clId="{CB223349-29E1-400D-B419-E90CA0AB3E89}" dt="2024-06-20T03:48:19.519" v="4346"/>
          <ac:spMkLst>
            <pc:docMk/>
            <pc:sldMk cId="1843778601" sldId="2147480819"/>
            <ac:spMk id="21" creationId="{9BE0C757-94A2-F872-50DB-7F822B11A5E0}"/>
          </ac:spMkLst>
        </pc:spChg>
        <pc:spChg chg="add mod">
          <ac:chgData name="Takeuchi, Koichiro" userId="b3848a05-443b-4434-8fa5-7398ca0c03c9" providerId="ADAL" clId="{CB223349-29E1-400D-B419-E90CA0AB3E89}" dt="2024-06-20T03:48:19.519" v="4346"/>
          <ac:spMkLst>
            <pc:docMk/>
            <pc:sldMk cId="1843778601" sldId="2147480819"/>
            <ac:spMk id="22" creationId="{18E7EDAC-D2FC-0B1B-76EF-AF1DB7058A23}"/>
          </ac:spMkLst>
        </pc:spChg>
        <pc:spChg chg="add mod">
          <ac:chgData name="Takeuchi, Koichiro" userId="b3848a05-443b-4434-8fa5-7398ca0c03c9" providerId="ADAL" clId="{CB223349-29E1-400D-B419-E90CA0AB3E89}" dt="2024-06-20T03:48:19.519" v="4346"/>
          <ac:spMkLst>
            <pc:docMk/>
            <pc:sldMk cId="1843778601" sldId="2147480819"/>
            <ac:spMk id="23" creationId="{7A67E98B-E573-2C9C-74A9-1EF3ECAD0BF4}"/>
          </ac:spMkLst>
        </pc:spChg>
        <pc:spChg chg="add mod">
          <ac:chgData name="Takeuchi, Koichiro" userId="b3848a05-443b-4434-8fa5-7398ca0c03c9" providerId="ADAL" clId="{CB223349-29E1-400D-B419-E90CA0AB3E89}" dt="2024-06-20T03:48:19.519" v="4346"/>
          <ac:spMkLst>
            <pc:docMk/>
            <pc:sldMk cId="1843778601" sldId="2147480819"/>
            <ac:spMk id="24" creationId="{68B0D803-C067-4FE9-08B7-12234D495183}"/>
          </ac:spMkLst>
        </pc:spChg>
        <pc:spChg chg="add mod">
          <ac:chgData name="Takeuchi, Koichiro" userId="b3848a05-443b-4434-8fa5-7398ca0c03c9" providerId="ADAL" clId="{CB223349-29E1-400D-B419-E90CA0AB3E89}" dt="2024-06-20T03:48:19.519" v="4346"/>
          <ac:spMkLst>
            <pc:docMk/>
            <pc:sldMk cId="1843778601" sldId="2147480819"/>
            <ac:spMk id="26" creationId="{C97EB3AE-2586-5B53-4636-3FC86B7F819E}"/>
          </ac:spMkLst>
        </pc:spChg>
        <pc:spChg chg="add mod">
          <ac:chgData name="Takeuchi, Koichiro" userId="b3848a05-443b-4434-8fa5-7398ca0c03c9" providerId="ADAL" clId="{CB223349-29E1-400D-B419-E90CA0AB3E89}" dt="2024-06-20T03:48:19.519" v="4346"/>
          <ac:spMkLst>
            <pc:docMk/>
            <pc:sldMk cId="1843778601" sldId="2147480819"/>
            <ac:spMk id="27" creationId="{B804F8C5-3320-3B0B-403A-BEC32EBFCCE5}"/>
          </ac:spMkLst>
        </pc:spChg>
        <pc:spChg chg="add mod">
          <ac:chgData name="Takeuchi, Koichiro" userId="b3848a05-443b-4434-8fa5-7398ca0c03c9" providerId="ADAL" clId="{CB223349-29E1-400D-B419-E90CA0AB3E89}" dt="2024-06-20T03:48:19.519" v="4346"/>
          <ac:spMkLst>
            <pc:docMk/>
            <pc:sldMk cId="1843778601" sldId="2147480819"/>
            <ac:spMk id="28" creationId="{B0DCC4F6-8000-F19A-BF64-553E3553CF61}"/>
          </ac:spMkLst>
        </pc:spChg>
        <pc:spChg chg="add mod">
          <ac:chgData name="Takeuchi, Koichiro" userId="b3848a05-443b-4434-8fa5-7398ca0c03c9" providerId="ADAL" clId="{CB223349-29E1-400D-B419-E90CA0AB3E89}" dt="2024-06-20T03:48:19.519" v="4346"/>
          <ac:spMkLst>
            <pc:docMk/>
            <pc:sldMk cId="1843778601" sldId="2147480819"/>
            <ac:spMk id="29" creationId="{2A353E3C-92CD-BCD7-7987-DE2ABE78897A}"/>
          </ac:spMkLst>
        </pc:spChg>
        <pc:spChg chg="add mod">
          <ac:chgData name="Takeuchi, Koichiro" userId="b3848a05-443b-4434-8fa5-7398ca0c03c9" providerId="ADAL" clId="{CB223349-29E1-400D-B419-E90CA0AB3E89}" dt="2024-06-20T03:48:19.519" v="4346"/>
          <ac:spMkLst>
            <pc:docMk/>
            <pc:sldMk cId="1843778601" sldId="2147480819"/>
            <ac:spMk id="30" creationId="{BF73336A-143D-B83E-B78A-AAE65796926B}"/>
          </ac:spMkLst>
        </pc:spChg>
        <pc:spChg chg="add mod">
          <ac:chgData name="Takeuchi, Koichiro" userId="b3848a05-443b-4434-8fa5-7398ca0c03c9" providerId="ADAL" clId="{CB223349-29E1-400D-B419-E90CA0AB3E89}" dt="2024-06-20T03:48:19.519" v="4346"/>
          <ac:spMkLst>
            <pc:docMk/>
            <pc:sldMk cId="1843778601" sldId="2147480819"/>
            <ac:spMk id="31" creationId="{9CE28FDB-AB80-2F5A-0BD2-537FC6FB37F2}"/>
          </ac:spMkLst>
        </pc:spChg>
        <pc:spChg chg="add mod">
          <ac:chgData name="Takeuchi, Koichiro" userId="b3848a05-443b-4434-8fa5-7398ca0c03c9" providerId="ADAL" clId="{CB223349-29E1-400D-B419-E90CA0AB3E89}" dt="2024-06-20T03:48:19.519" v="4346"/>
          <ac:spMkLst>
            <pc:docMk/>
            <pc:sldMk cId="1843778601" sldId="2147480819"/>
            <ac:spMk id="32" creationId="{697A1150-59BE-8023-AB0E-0D660D67FFA2}"/>
          </ac:spMkLst>
        </pc:spChg>
        <pc:spChg chg="add mod">
          <ac:chgData name="Takeuchi, Koichiro" userId="b3848a05-443b-4434-8fa5-7398ca0c03c9" providerId="ADAL" clId="{CB223349-29E1-400D-B419-E90CA0AB3E89}" dt="2024-06-20T03:48:19.519" v="4346"/>
          <ac:spMkLst>
            <pc:docMk/>
            <pc:sldMk cId="1843778601" sldId="2147480819"/>
            <ac:spMk id="33" creationId="{A92751D1-91EB-0A1B-23CE-12CD8E9BBA79}"/>
          </ac:spMkLst>
        </pc:spChg>
        <pc:spChg chg="add mod">
          <ac:chgData name="Takeuchi, Koichiro" userId="b3848a05-443b-4434-8fa5-7398ca0c03c9" providerId="ADAL" clId="{CB223349-29E1-400D-B419-E90CA0AB3E89}" dt="2024-06-20T03:48:19.519" v="4346"/>
          <ac:spMkLst>
            <pc:docMk/>
            <pc:sldMk cId="1843778601" sldId="2147480819"/>
            <ac:spMk id="34" creationId="{A7E1E0E7-4901-73C8-732B-39DB3A63AB40}"/>
          </ac:spMkLst>
        </pc:spChg>
        <pc:spChg chg="add mod">
          <ac:chgData name="Takeuchi, Koichiro" userId="b3848a05-443b-4434-8fa5-7398ca0c03c9" providerId="ADAL" clId="{CB223349-29E1-400D-B419-E90CA0AB3E89}" dt="2024-06-20T03:48:19.519" v="4346"/>
          <ac:spMkLst>
            <pc:docMk/>
            <pc:sldMk cId="1843778601" sldId="2147480819"/>
            <ac:spMk id="35" creationId="{E185D034-736E-2ED2-8AE5-0F151339F38F}"/>
          </ac:spMkLst>
        </pc:spChg>
        <pc:spChg chg="add mod">
          <ac:chgData name="Takeuchi, Koichiro" userId="b3848a05-443b-4434-8fa5-7398ca0c03c9" providerId="ADAL" clId="{CB223349-29E1-400D-B419-E90CA0AB3E89}" dt="2024-06-20T03:48:19.519" v="4346"/>
          <ac:spMkLst>
            <pc:docMk/>
            <pc:sldMk cId="1843778601" sldId="2147480819"/>
            <ac:spMk id="36" creationId="{BEB2391F-0DED-593B-ECBB-E0E5AF197FA5}"/>
          </ac:spMkLst>
        </pc:spChg>
        <pc:spChg chg="add mod">
          <ac:chgData name="Takeuchi, Koichiro" userId="b3848a05-443b-4434-8fa5-7398ca0c03c9" providerId="ADAL" clId="{CB223349-29E1-400D-B419-E90CA0AB3E89}" dt="2024-06-20T03:48:19.519" v="4346"/>
          <ac:spMkLst>
            <pc:docMk/>
            <pc:sldMk cId="1843778601" sldId="2147480819"/>
            <ac:spMk id="37" creationId="{A1F45314-E46B-2016-2725-4ED97AE85A30}"/>
          </ac:spMkLst>
        </pc:spChg>
        <pc:spChg chg="add mod">
          <ac:chgData name="Takeuchi, Koichiro" userId="b3848a05-443b-4434-8fa5-7398ca0c03c9" providerId="ADAL" clId="{CB223349-29E1-400D-B419-E90CA0AB3E89}" dt="2024-06-20T03:48:19.519" v="4346"/>
          <ac:spMkLst>
            <pc:docMk/>
            <pc:sldMk cId="1843778601" sldId="2147480819"/>
            <ac:spMk id="38" creationId="{D62CFD88-EFD3-5CB2-C060-988B0D791489}"/>
          </ac:spMkLst>
        </pc:spChg>
        <pc:spChg chg="add mod">
          <ac:chgData name="Takeuchi, Koichiro" userId="b3848a05-443b-4434-8fa5-7398ca0c03c9" providerId="ADAL" clId="{CB223349-29E1-400D-B419-E90CA0AB3E89}" dt="2024-06-20T03:48:19.519" v="4346"/>
          <ac:spMkLst>
            <pc:docMk/>
            <pc:sldMk cId="1843778601" sldId="2147480819"/>
            <ac:spMk id="39" creationId="{2F346D93-7C72-134D-7597-311F56CAAC34}"/>
          </ac:spMkLst>
        </pc:spChg>
        <pc:spChg chg="add mod">
          <ac:chgData name="Takeuchi, Koichiro" userId="b3848a05-443b-4434-8fa5-7398ca0c03c9" providerId="ADAL" clId="{CB223349-29E1-400D-B419-E90CA0AB3E89}" dt="2024-06-20T03:48:19.519" v="4346"/>
          <ac:spMkLst>
            <pc:docMk/>
            <pc:sldMk cId="1843778601" sldId="2147480819"/>
            <ac:spMk id="40" creationId="{BA26FD51-D643-5726-615C-A3DDFE99599F}"/>
          </ac:spMkLst>
        </pc:spChg>
        <pc:spChg chg="add mod">
          <ac:chgData name="Takeuchi, Koichiro" userId="b3848a05-443b-4434-8fa5-7398ca0c03c9" providerId="ADAL" clId="{CB223349-29E1-400D-B419-E90CA0AB3E89}" dt="2024-06-20T03:48:19.519" v="4346"/>
          <ac:spMkLst>
            <pc:docMk/>
            <pc:sldMk cId="1843778601" sldId="2147480819"/>
            <ac:spMk id="41" creationId="{E2E9906A-D741-7A9C-F8BE-C6BF174E5FC7}"/>
          </ac:spMkLst>
        </pc:spChg>
        <pc:spChg chg="add mod">
          <ac:chgData name="Takeuchi, Koichiro" userId="b3848a05-443b-4434-8fa5-7398ca0c03c9" providerId="ADAL" clId="{CB223349-29E1-400D-B419-E90CA0AB3E89}" dt="2024-06-20T03:48:19.519" v="4346"/>
          <ac:spMkLst>
            <pc:docMk/>
            <pc:sldMk cId="1843778601" sldId="2147480819"/>
            <ac:spMk id="42" creationId="{892BEEF0-B4C9-63B7-C49F-7CD830B9712E}"/>
          </ac:spMkLst>
        </pc:spChg>
        <pc:spChg chg="add mod">
          <ac:chgData name="Takeuchi, Koichiro" userId="b3848a05-443b-4434-8fa5-7398ca0c03c9" providerId="ADAL" clId="{CB223349-29E1-400D-B419-E90CA0AB3E89}" dt="2024-06-20T03:48:19.519" v="4346"/>
          <ac:spMkLst>
            <pc:docMk/>
            <pc:sldMk cId="1843778601" sldId="2147480819"/>
            <ac:spMk id="43" creationId="{EC0BAFDD-31E0-C4F8-F218-5601A56BE807}"/>
          </ac:spMkLst>
        </pc:spChg>
        <pc:spChg chg="add mod">
          <ac:chgData name="Takeuchi, Koichiro" userId="b3848a05-443b-4434-8fa5-7398ca0c03c9" providerId="ADAL" clId="{CB223349-29E1-400D-B419-E90CA0AB3E89}" dt="2024-06-20T03:48:19.519" v="4346"/>
          <ac:spMkLst>
            <pc:docMk/>
            <pc:sldMk cId="1843778601" sldId="2147480819"/>
            <ac:spMk id="58" creationId="{855B41CE-9C02-BE04-00A9-71198A409EB9}"/>
          </ac:spMkLst>
        </pc:spChg>
        <pc:picChg chg="add mod">
          <ac:chgData name="Takeuchi, Koichiro" userId="b3848a05-443b-4434-8fa5-7398ca0c03c9" providerId="ADAL" clId="{CB223349-29E1-400D-B419-E90CA0AB3E89}" dt="2024-06-20T03:48:47.865" v="4410" actId="12788"/>
          <ac:picMkLst>
            <pc:docMk/>
            <pc:sldMk cId="1843778601" sldId="2147480819"/>
            <ac:picMk id="85" creationId="{0B577D8B-8FA7-12D3-A004-87A758ED8FF3}"/>
          </ac:picMkLst>
        </pc:picChg>
        <pc:cxnChg chg="add mod">
          <ac:chgData name="Takeuchi, Koichiro" userId="b3848a05-443b-4434-8fa5-7398ca0c03c9" providerId="ADAL" clId="{CB223349-29E1-400D-B419-E90CA0AB3E89}" dt="2024-06-20T03:48:19.519" v="4346"/>
          <ac:cxnSpMkLst>
            <pc:docMk/>
            <pc:sldMk cId="1843778601" sldId="2147480819"/>
            <ac:cxnSpMk id="25" creationId="{C0628727-67D9-90B1-30B6-1EBDB69DB491}"/>
          </ac:cxnSpMkLst>
        </pc:cxnChg>
        <pc:cxnChg chg="add mod">
          <ac:chgData name="Takeuchi, Koichiro" userId="b3848a05-443b-4434-8fa5-7398ca0c03c9" providerId="ADAL" clId="{CB223349-29E1-400D-B419-E90CA0AB3E89}" dt="2024-06-20T03:48:19.519" v="4346"/>
          <ac:cxnSpMkLst>
            <pc:docMk/>
            <pc:sldMk cId="1843778601" sldId="2147480819"/>
            <ac:cxnSpMk id="44" creationId="{925ADD59-148A-1A2C-CA43-D6F4226631E8}"/>
          </ac:cxnSpMkLst>
        </pc:cxnChg>
        <pc:cxnChg chg="add mod">
          <ac:chgData name="Takeuchi, Koichiro" userId="b3848a05-443b-4434-8fa5-7398ca0c03c9" providerId="ADAL" clId="{CB223349-29E1-400D-B419-E90CA0AB3E89}" dt="2024-06-20T03:48:19.519" v="4346"/>
          <ac:cxnSpMkLst>
            <pc:docMk/>
            <pc:sldMk cId="1843778601" sldId="2147480819"/>
            <ac:cxnSpMk id="45" creationId="{C32EC79C-C12E-6219-5320-EF7C3A9B27F5}"/>
          </ac:cxnSpMkLst>
        </pc:cxnChg>
        <pc:cxnChg chg="add mod">
          <ac:chgData name="Takeuchi, Koichiro" userId="b3848a05-443b-4434-8fa5-7398ca0c03c9" providerId="ADAL" clId="{CB223349-29E1-400D-B419-E90CA0AB3E89}" dt="2024-06-20T03:48:19.519" v="4346"/>
          <ac:cxnSpMkLst>
            <pc:docMk/>
            <pc:sldMk cId="1843778601" sldId="2147480819"/>
            <ac:cxnSpMk id="46" creationId="{00974BFE-A3AC-2950-33D6-98A3C0C5E91D}"/>
          </ac:cxnSpMkLst>
        </pc:cxnChg>
        <pc:cxnChg chg="add mod">
          <ac:chgData name="Takeuchi, Koichiro" userId="b3848a05-443b-4434-8fa5-7398ca0c03c9" providerId="ADAL" clId="{CB223349-29E1-400D-B419-E90CA0AB3E89}" dt="2024-06-20T03:48:19.519" v="4346"/>
          <ac:cxnSpMkLst>
            <pc:docMk/>
            <pc:sldMk cId="1843778601" sldId="2147480819"/>
            <ac:cxnSpMk id="47" creationId="{DC35D3B9-551B-E025-B5FA-7466BDA746E7}"/>
          </ac:cxnSpMkLst>
        </pc:cxnChg>
        <pc:cxnChg chg="add mod">
          <ac:chgData name="Takeuchi, Koichiro" userId="b3848a05-443b-4434-8fa5-7398ca0c03c9" providerId="ADAL" clId="{CB223349-29E1-400D-B419-E90CA0AB3E89}" dt="2024-06-20T03:48:19.519" v="4346"/>
          <ac:cxnSpMkLst>
            <pc:docMk/>
            <pc:sldMk cId="1843778601" sldId="2147480819"/>
            <ac:cxnSpMk id="48" creationId="{7AB18CF6-8903-01BE-4D5D-134FAEFB03FF}"/>
          </ac:cxnSpMkLst>
        </pc:cxnChg>
        <pc:cxnChg chg="add mod">
          <ac:chgData name="Takeuchi, Koichiro" userId="b3848a05-443b-4434-8fa5-7398ca0c03c9" providerId="ADAL" clId="{CB223349-29E1-400D-B419-E90CA0AB3E89}" dt="2024-06-20T03:48:19.519" v="4346"/>
          <ac:cxnSpMkLst>
            <pc:docMk/>
            <pc:sldMk cId="1843778601" sldId="2147480819"/>
            <ac:cxnSpMk id="49" creationId="{24DED846-C56C-D14C-28C6-9D180B9DD6F5}"/>
          </ac:cxnSpMkLst>
        </pc:cxnChg>
        <pc:cxnChg chg="add mod">
          <ac:chgData name="Takeuchi, Koichiro" userId="b3848a05-443b-4434-8fa5-7398ca0c03c9" providerId="ADAL" clId="{CB223349-29E1-400D-B419-E90CA0AB3E89}" dt="2024-06-20T03:48:19.519" v="4346"/>
          <ac:cxnSpMkLst>
            <pc:docMk/>
            <pc:sldMk cId="1843778601" sldId="2147480819"/>
            <ac:cxnSpMk id="50" creationId="{EC995503-5C63-6ADD-2FC0-158B16DEC374}"/>
          </ac:cxnSpMkLst>
        </pc:cxnChg>
        <pc:cxnChg chg="add mod">
          <ac:chgData name="Takeuchi, Koichiro" userId="b3848a05-443b-4434-8fa5-7398ca0c03c9" providerId="ADAL" clId="{CB223349-29E1-400D-B419-E90CA0AB3E89}" dt="2024-06-20T03:48:19.519" v="4346"/>
          <ac:cxnSpMkLst>
            <pc:docMk/>
            <pc:sldMk cId="1843778601" sldId="2147480819"/>
            <ac:cxnSpMk id="51" creationId="{92F35994-2CF7-0FB1-00C2-C5B1C2B7CEBD}"/>
          </ac:cxnSpMkLst>
        </pc:cxnChg>
        <pc:cxnChg chg="add mod">
          <ac:chgData name="Takeuchi, Koichiro" userId="b3848a05-443b-4434-8fa5-7398ca0c03c9" providerId="ADAL" clId="{CB223349-29E1-400D-B419-E90CA0AB3E89}" dt="2024-06-20T03:48:19.519" v="4346"/>
          <ac:cxnSpMkLst>
            <pc:docMk/>
            <pc:sldMk cId="1843778601" sldId="2147480819"/>
            <ac:cxnSpMk id="52" creationId="{12FAFB26-3058-1B16-6A65-69A462943A61}"/>
          </ac:cxnSpMkLst>
        </pc:cxnChg>
        <pc:cxnChg chg="add mod">
          <ac:chgData name="Takeuchi, Koichiro" userId="b3848a05-443b-4434-8fa5-7398ca0c03c9" providerId="ADAL" clId="{CB223349-29E1-400D-B419-E90CA0AB3E89}" dt="2024-06-20T03:48:19.519" v="4346"/>
          <ac:cxnSpMkLst>
            <pc:docMk/>
            <pc:sldMk cId="1843778601" sldId="2147480819"/>
            <ac:cxnSpMk id="53" creationId="{7E7390A7-73B6-77B9-2873-73B2326B53AC}"/>
          </ac:cxnSpMkLst>
        </pc:cxnChg>
        <pc:cxnChg chg="add mod">
          <ac:chgData name="Takeuchi, Koichiro" userId="b3848a05-443b-4434-8fa5-7398ca0c03c9" providerId="ADAL" clId="{CB223349-29E1-400D-B419-E90CA0AB3E89}" dt="2024-06-20T03:48:19.519" v="4346"/>
          <ac:cxnSpMkLst>
            <pc:docMk/>
            <pc:sldMk cId="1843778601" sldId="2147480819"/>
            <ac:cxnSpMk id="54" creationId="{77F93647-70BE-EAB5-E4B4-838906E6C8A1}"/>
          </ac:cxnSpMkLst>
        </pc:cxnChg>
        <pc:cxnChg chg="add mod">
          <ac:chgData name="Takeuchi, Koichiro" userId="b3848a05-443b-4434-8fa5-7398ca0c03c9" providerId="ADAL" clId="{CB223349-29E1-400D-B419-E90CA0AB3E89}" dt="2024-06-20T03:48:19.519" v="4346"/>
          <ac:cxnSpMkLst>
            <pc:docMk/>
            <pc:sldMk cId="1843778601" sldId="2147480819"/>
            <ac:cxnSpMk id="55" creationId="{44EB4AE0-83EC-A97D-29FC-27DEB312E10C}"/>
          </ac:cxnSpMkLst>
        </pc:cxnChg>
        <pc:cxnChg chg="add mod">
          <ac:chgData name="Takeuchi, Koichiro" userId="b3848a05-443b-4434-8fa5-7398ca0c03c9" providerId="ADAL" clId="{CB223349-29E1-400D-B419-E90CA0AB3E89}" dt="2024-06-20T03:48:19.519" v="4346"/>
          <ac:cxnSpMkLst>
            <pc:docMk/>
            <pc:sldMk cId="1843778601" sldId="2147480819"/>
            <ac:cxnSpMk id="56" creationId="{124A9587-CF83-7B3B-9009-6450AE7A0C25}"/>
          </ac:cxnSpMkLst>
        </pc:cxnChg>
        <pc:cxnChg chg="add mod">
          <ac:chgData name="Takeuchi, Koichiro" userId="b3848a05-443b-4434-8fa5-7398ca0c03c9" providerId="ADAL" clId="{CB223349-29E1-400D-B419-E90CA0AB3E89}" dt="2024-06-20T03:48:19.519" v="4346"/>
          <ac:cxnSpMkLst>
            <pc:docMk/>
            <pc:sldMk cId="1843778601" sldId="2147480819"/>
            <ac:cxnSpMk id="57" creationId="{BFA82194-5618-1145-6BD6-B984EED72FC5}"/>
          </ac:cxnSpMkLst>
        </pc:cxnChg>
        <pc:cxnChg chg="add mod">
          <ac:chgData name="Takeuchi, Koichiro" userId="b3848a05-443b-4434-8fa5-7398ca0c03c9" providerId="ADAL" clId="{CB223349-29E1-400D-B419-E90CA0AB3E89}" dt="2024-06-20T03:48:19.519" v="4346"/>
          <ac:cxnSpMkLst>
            <pc:docMk/>
            <pc:sldMk cId="1843778601" sldId="2147480819"/>
            <ac:cxnSpMk id="59" creationId="{B5E93299-028A-FAF1-6EB4-3387DD3A0CF7}"/>
          </ac:cxnSpMkLst>
        </pc:cxnChg>
        <pc:cxnChg chg="add mod">
          <ac:chgData name="Takeuchi, Koichiro" userId="b3848a05-443b-4434-8fa5-7398ca0c03c9" providerId="ADAL" clId="{CB223349-29E1-400D-B419-E90CA0AB3E89}" dt="2024-06-20T03:48:19.519" v="4346"/>
          <ac:cxnSpMkLst>
            <pc:docMk/>
            <pc:sldMk cId="1843778601" sldId="2147480819"/>
            <ac:cxnSpMk id="60" creationId="{B22B5B54-8F46-616C-2D88-F4F227D0D209}"/>
          </ac:cxnSpMkLst>
        </pc:cxnChg>
        <pc:cxnChg chg="add mod">
          <ac:chgData name="Takeuchi, Koichiro" userId="b3848a05-443b-4434-8fa5-7398ca0c03c9" providerId="ADAL" clId="{CB223349-29E1-400D-B419-E90CA0AB3E89}" dt="2024-06-20T03:48:19.519" v="4346"/>
          <ac:cxnSpMkLst>
            <pc:docMk/>
            <pc:sldMk cId="1843778601" sldId="2147480819"/>
            <ac:cxnSpMk id="61" creationId="{AA651ECD-4986-633B-6BCE-2805F8073B7D}"/>
          </ac:cxnSpMkLst>
        </pc:cxnChg>
        <pc:cxnChg chg="add mod">
          <ac:chgData name="Takeuchi, Koichiro" userId="b3848a05-443b-4434-8fa5-7398ca0c03c9" providerId="ADAL" clId="{CB223349-29E1-400D-B419-E90CA0AB3E89}" dt="2024-06-20T03:48:19.519" v="4346"/>
          <ac:cxnSpMkLst>
            <pc:docMk/>
            <pc:sldMk cId="1843778601" sldId="2147480819"/>
            <ac:cxnSpMk id="62" creationId="{F0A484FE-63A5-64C2-7C20-E66B7B8F5197}"/>
          </ac:cxnSpMkLst>
        </pc:cxnChg>
        <pc:cxnChg chg="add mod">
          <ac:chgData name="Takeuchi, Koichiro" userId="b3848a05-443b-4434-8fa5-7398ca0c03c9" providerId="ADAL" clId="{CB223349-29E1-400D-B419-E90CA0AB3E89}" dt="2024-06-20T03:48:19.519" v="4346"/>
          <ac:cxnSpMkLst>
            <pc:docMk/>
            <pc:sldMk cId="1843778601" sldId="2147480819"/>
            <ac:cxnSpMk id="63" creationId="{BCBD158F-D411-950B-4D96-078B2CC38ECC}"/>
          </ac:cxnSpMkLst>
        </pc:cxnChg>
        <pc:cxnChg chg="add mod">
          <ac:chgData name="Takeuchi, Koichiro" userId="b3848a05-443b-4434-8fa5-7398ca0c03c9" providerId="ADAL" clId="{CB223349-29E1-400D-B419-E90CA0AB3E89}" dt="2024-06-20T03:48:19.519" v="4346"/>
          <ac:cxnSpMkLst>
            <pc:docMk/>
            <pc:sldMk cId="1843778601" sldId="2147480819"/>
            <ac:cxnSpMk id="64" creationId="{18BC3A53-E735-91E0-9300-809DF70CF74B}"/>
          </ac:cxnSpMkLst>
        </pc:cxnChg>
        <pc:cxnChg chg="add mod">
          <ac:chgData name="Takeuchi, Koichiro" userId="b3848a05-443b-4434-8fa5-7398ca0c03c9" providerId="ADAL" clId="{CB223349-29E1-400D-B419-E90CA0AB3E89}" dt="2024-06-20T03:48:19.519" v="4346"/>
          <ac:cxnSpMkLst>
            <pc:docMk/>
            <pc:sldMk cId="1843778601" sldId="2147480819"/>
            <ac:cxnSpMk id="65" creationId="{D9B3FA31-3C4F-3B74-3E14-2D72F5EEE23F}"/>
          </ac:cxnSpMkLst>
        </pc:cxnChg>
        <pc:cxnChg chg="add mod">
          <ac:chgData name="Takeuchi, Koichiro" userId="b3848a05-443b-4434-8fa5-7398ca0c03c9" providerId="ADAL" clId="{CB223349-29E1-400D-B419-E90CA0AB3E89}" dt="2024-06-20T03:48:19.519" v="4346"/>
          <ac:cxnSpMkLst>
            <pc:docMk/>
            <pc:sldMk cId="1843778601" sldId="2147480819"/>
            <ac:cxnSpMk id="66" creationId="{04F80469-C0E8-9DF6-1F49-FE6820319892}"/>
          </ac:cxnSpMkLst>
        </pc:cxnChg>
        <pc:cxnChg chg="add mod">
          <ac:chgData name="Takeuchi, Koichiro" userId="b3848a05-443b-4434-8fa5-7398ca0c03c9" providerId="ADAL" clId="{CB223349-29E1-400D-B419-E90CA0AB3E89}" dt="2024-06-20T03:48:19.519" v="4346"/>
          <ac:cxnSpMkLst>
            <pc:docMk/>
            <pc:sldMk cId="1843778601" sldId="2147480819"/>
            <ac:cxnSpMk id="67" creationId="{13F05D0B-A26F-8E35-DF50-A720DEC8E874}"/>
          </ac:cxnSpMkLst>
        </pc:cxnChg>
        <pc:cxnChg chg="add mod">
          <ac:chgData name="Takeuchi, Koichiro" userId="b3848a05-443b-4434-8fa5-7398ca0c03c9" providerId="ADAL" clId="{CB223349-29E1-400D-B419-E90CA0AB3E89}" dt="2024-06-20T03:48:19.519" v="4346"/>
          <ac:cxnSpMkLst>
            <pc:docMk/>
            <pc:sldMk cId="1843778601" sldId="2147480819"/>
            <ac:cxnSpMk id="68" creationId="{BD16AB76-979C-9924-6CCD-EC4643C3C05E}"/>
          </ac:cxnSpMkLst>
        </pc:cxnChg>
        <pc:cxnChg chg="add mod">
          <ac:chgData name="Takeuchi, Koichiro" userId="b3848a05-443b-4434-8fa5-7398ca0c03c9" providerId="ADAL" clId="{CB223349-29E1-400D-B419-E90CA0AB3E89}" dt="2024-06-20T03:48:19.519" v="4346"/>
          <ac:cxnSpMkLst>
            <pc:docMk/>
            <pc:sldMk cId="1843778601" sldId="2147480819"/>
            <ac:cxnSpMk id="69" creationId="{14371315-0475-7AA7-D868-F463EE3D5159}"/>
          </ac:cxnSpMkLst>
        </pc:cxnChg>
        <pc:cxnChg chg="add mod">
          <ac:chgData name="Takeuchi, Koichiro" userId="b3848a05-443b-4434-8fa5-7398ca0c03c9" providerId="ADAL" clId="{CB223349-29E1-400D-B419-E90CA0AB3E89}" dt="2024-06-20T03:48:19.519" v="4346"/>
          <ac:cxnSpMkLst>
            <pc:docMk/>
            <pc:sldMk cId="1843778601" sldId="2147480819"/>
            <ac:cxnSpMk id="70" creationId="{F2A0DB7D-DD30-71BA-4562-4328D60C76BE}"/>
          </ac:cxnSpMkLst>
        </pc:cxnChg>
        <pc:cxnChg chg="add mod">
          <ac:chgData name="Takeuchi, Koichiro" userId="b3848a05-443b-4434-8fa5-7398ca0c03c9" providerId="ADAL" clId="{CB223349-29E1-400D-B419-E90CA0AB3E89}" dt="2024-06-20T03:48:19.519" v="4346"/>
          <ac:cxnSpMkLst>
            <pc:docMk/>
            <pc:sldMk cId="1843778601" sldId="2147480819"/>
            <ac:cxnSpMk id="71" creationId="{26444070-3E11-DBC9-1EB6-A75A77E7DCCC}"/>
          </ac:cxnSpMkLst>
        </pc:cxnChg>
        <pc:cxnChg chg="add mod">
          <ac:chgData name="Takeuchi, Koichiro" userId="b3848a05-443b-4434-8fa5-7398ca0c03c9" providerId="ADAL" clId="{CB223349-29E1-400D-B419-E90CA0AB3E89}" dt="2024-06-20T03:48:19.519" v="4346"/>
          <ac:cxnSpMkLst>
            <pc:docMk/>
            <pc:sldMk cId="1843778601" sldId="2147480819"/>
            <ac:cxnSpMk id="72" creationId="{C067922A-75CD-7344-AB8A-0687E4CF972F}"/>
          </ac:cxnSpMkLst>
        </pc:cxnChg>
        <pc:cxnChg chg="add mod">
          <ac:chgData name="Takeuchi, Koichiro" userId="b3848a05-443b-4434-8fa5-7398ca0c03c9" providerId="ADAL" clId="{CB223349-29E1-400D-B419-E90CA0AB3E89}" dt="2024-06-20T03:48:19.519" v="4346"/>
          <ac:cxnSpMkLst>
            <pc:docMk/>
            <pc:sldMk cId="1843778601" sldId="2147480819"/>
            <ac:cxnSpMk id="73" creationId="{C2248A74-37C8-6772-6B99-6CB57886C4CD}"/>
          </ac:cxnSpMkLst>
        </pc:cxnChg>
        <pc:cxnChg chg="add mod">
          <ac:chgData name="Takeuchi, Koichiro" userId="b3848a05-443b-4434-8fa5-7398ca0c03c9" providerId="ADAL" clId="{CB223349-29E1-400D-B419-E90CA0AB3E89}" dt="2024-06-20T03:48:19.519" v="4346"/>
          <ac:cxnSpMkLst>
            <pc:docMk/>
            <pc:sldMk cId="1843778601" sldId="2147480819"/>
            <ac:cxnSpMk id="74" creationId="{A4CE7A28-1F10-FACF-D53D-064B7A3A87F4}"/>
          </ac:cxnSpMkLst>
        </pc:cxnChg>
        <pc:cxnChg chg="add mod">
          <ac:chgData name="Takeuchi, Koichiro" userId="b3848a05-443b-4434-8fa5-7398ca0c03c9" providerId="ADAL" clId="{CB223349-29E1-400D-B419-E90CA0AB3E89}" dt="2024-06-20T03:48:19.519" v="4346"/>
          <ac:cxnSpMkLst>
            <pc:docMk/>
            <pc:sldMk cId="1843778601" sldId="2147480819"/>
            <ac:cxnSpMk id="75" creationId="{12773A69-DAA0-0739-E9EF-87C2A48443FD}"/>
          </ac:cxnSpMkLst>
        </pc:cxnChg>
        <pc:cxnChg chg="add mod">
          <ac:chgData name="Takeuchi, Koichiro" userId="b3848a05-443b-4434-8fa5-7398ca0c03c9" providerId="ADAL" clId="{CB223349-29E1-400D-B419-E90CA0AB3E89}" dt="2024-06-20T03:48:19.519" v="4346"/>
          <ac:cxnSpMkLst>
            <pc:docMk/>
            <pc:sldMk cId="1843778601" sldId="2147480819"/>
            <ac:cxnSpMk id="76" creationId="{775323CE-0621-A5B4-663A-33FC19551A95}"/>
          </ac:cxnSpMkLst>
        </pc:cxnChg>
        <pc:cxnChg chg="add mod">
          <ac:chgData name="Takeuchi, Koichiro" userId="b3848a05-443b-4434-8fa5-7398ca0c03c9" providerId="ADAL" clId="{CB223349-29E1-400D-B419-E90CA0AB3E89}" dt="2024-06-20T03:48:19.519" v="4346"/>
          <ac:cxnSpMkLst>
            <pc:docMk/>
            <pc:sldMk cId="1843778601" sldId="2147480819"/>
            <ac:cxnSpMk id="77" creationId="{9594E166-0EBC-30DC-B111-BFA5E0BBC6E5}"/>
          </ac:cxnSpMkLst>
        </pc:cxnChg>
        <pc:cxnChg chg="add mod">
          <ac:chgData name="Takeuchi, Koichiro" userId="b3848a05-443b-4434-8fa5-7398ca0c03c9" providerId="ADAL" clId="{CB223349-29E1-400D-B419-E90CA0AB3E89}" dt="2024-06-20T03:48:19.519" v="4346"/>
          <ac:cxnSpMkLst>
            <pc:docMk/>
            <pc:sldMk cId="1843778601" sldId="2147480819"/>
            <ac:cxnSpMk id="78" creationId="{F4766733-6ECD-BE7D-6CE3-47A25E416BB7}"/>
          </ac:cxnSpMkLst>
        </pc:cxnChg>
        <pc:cxnChg chg="add mod">
          <ac:chgData name="Takeuchi, Koichiro" userId="b3848a05-443b-4434-8fa5-7398ca0c03c9" providerId="ADAL" clId="{CB223349-29E1-400D-B419-E90CA0AB3E89}" dt="2024-06-20T03:48:19.519" v="4346"/>
          <ac:cxnSpMkLst>
            <pc:docMk/>
            <pc:sldMk cId="1843778601" sldId="2147480819"/>
            <ac:cxnSpMk id="79" creationId="{A87B2E7B-5772-1854-64D4-7A3DB35B8E16}"/>
          </ac:cxnSpMkLst>
        </pc:cxnChg>
        <pc:cxnChg chg="add mod">
          <ac:chgData name="Takeuchi, Koichiro" userId="b3848a05-443b-4434-8fa5-7398ca0c03c9" providerId="ADAL" clId="{CB223349-29E1-400D-B419-E90CA0AB3E89}" dt="2024-06-20T03:48:19.519" v="4346"/>
          <ac:cxnSpMkLst>
            <pc:docMk/>
            <pc:sldMk cId="1843778601" sldId="2147480819"/>
            <ac:cxnSpMk id="80" creationId="{91F763F8-9E1A-FCF2-B12E-5DE01D4146C6}"/>
          </ac:cxnSpMkLst>
        </pc:cxnChg>
        <pc:cxnChg chg="add mod">
          <ac:chgData name="Takeuchi, Koichiro" userId="b3848a05-443b-4434-8fa5-7398ca0c03c9" providerId="ADAL" clId="{CB223349-29E1-400D-B419-E90CA0AB3E89}" dt="2024-06-20T03:48:19.519" v="4346"/>
          <ac:cxnSpMkLst>
            <pc:docMk/>
            <pc:sldMk cId="1843778601" sldId="2147480819"/>
            <ac:cxnSpMk id="81" creationId="{B093C13B-FCE3-60BC-8912-216E2DE9549A}"/>
          </ac:cxnSpMkLst>
        </pc:cxnChg>
        <pc:cxnChg chg="add mod">
          <ac:chgData name="Takeuchi, Koichiro" userId="b3848a05-443b-4434-8fa5-7398ca0c03c9" providerId="ADAL" clId="{CB223349-29E1-400D-B419-E90CA0AB3E89}" dt="2024-06-20T03:48:19.519" v="4346"/>
          <ac:cxnSpMkLst>
            <pc:docMk/>
            <pc:sldMk cId="1843778601" sldId="2147480819"/>
            <ac:cxnSpMk id="82" creationId="{1E2497BA-45A6-287D-4689-2DA38B5C363E}"/>
          </ac:cxnSpMkLst>
        </pc:cxnChg>
        <pc:cxnChg chg="add mod">
          <ac:chgData name="Takeuchi, Koichiro" userId="b3848a05-443b-4434-8fa5-7398ca0c03c9" providerId="ADAL" clId="{CB223349-29E1-400D-B419-E90CA0AB3E89}" dt="2024-06-20T03:48:19.519" v="4346"/>
          <ac:cxnSpMkLst>
            <pc:docMk/>
            <pc:sldMk cId="1843778601" sldId="2147480819"/>
            <ac:cxnSpMk id="83" creationId="{604BC228-F34A-E393-4059-56E5AFF632D3}"/>
          </ac:cxnSpMkLst>
        </pc:cxnChg>
        <pc:cxnChg chg="add mod">
          <ac:chgData name="Takeuchi, Koichiro" userId="b3848a05-443b-4434-8fa5-7398ca0c03c9" providerId="ADAL" clId="{CB223349-29E1-400D-B419-E90CA0AB3E89}" dt="2024-06-20T03:48:19.519" v="4346"/>
          <ac:cxnSpMkLst>
            <pc:docMk/>
            <pc:sldMk cId="1843778601" sldId="2147480819"/>
            <ac:cxnSpMk id="84" creationId="{3318C6D9-3085-0DB1-EABA-78A2E5F7EAF0}"/>
          </ac:cxnSpMkLst>
        </pc:cxnChg>
      </pc:sldChg>
      <pc:sldChg chg="new del">
        <pc:chgData name="Takeuchi, Koichiro" userId="b3848a05-443b-4434-8fa5-7398ca0c03c9" providerId="ADAL" clId="{CB223349-29E1-400D-B419-E90CA0AB3E89}" dt="2024-06-20T03:49:51.101" v="4502" actId="680"/>
        <pc:sldMkLst>
          <pc:docMk/>
          <pc:sldMk cId="446843299" sldId="2147480820"/>
        </pc:sldMkLst>
      </pc:sldChg>
      <pc:sldChg chg="addSp delSp modSp new mod ord">
        <pc:chgData name="Takeuchi, Koichiro" userId="b3848a05-443b-4434-8fa5-7398ca0c03c9" providerId="ADAL" clId="{CB223349-29E1-400D-B419-E90CA0AB3E89}" dt="2024-06-20T04:03:29.606" v="5481" actId="1076"/>
        <pc:sldMkLst>
          <pc:docMk/>
          <pc:sldMk cId="2651279901" sldId="2147480820"/>
        </pc:sldMkLst>
        <pc:spChg chg="mod">
          <ac:chgData name="Takeuchi, Koichiro" userId="b3848a05-443b-4434-8fa5-7398ca0c03c9" providerId="ADAL" clId="{CB223349-29E1-400D-B419-E90CA0AB3E89}" dt="2024-06-20T03:52:21.170" v="4569" actId="20577"/>
          <ac:spMkLst>
            <pc:docMk/>
            <pc:sldMk cId="2651279901" sldId="2147480820"/>
            <ac:spMk id="2" creationId="{6773D6D6-FBBC-3EE2-F52D-C8260CCC2FD5}"/>
          </ac:spMkLst>
        </pc:spChg>
        <pc:spChg chg="mod">
          <ac:chgData name="Takeuchi, Koichiro" userId="b3848a05-443b-4434-8fa5-7398ca0c03c9" providerId="ADAL" clId="{CB223349-29E1-400D-B419-E90CA0AB3E89}" dt="2024-06-20T03:55:28.598" v="4975" actId="20577"/>
          <ac:spMkLst>
            <pc:docMk/>
            <pc:sldMk cId="2651279901" sldId="2147480820"/>
            <ac:spMk id="3" creationId="{07EE764C-2C89-9D5A-CAEB-FF8B33D0FE2A}"/>
          </ac:spMkLst>
        </pc:spChg>
        <pc:spChg chg="add mod">
          <ac:chgData name="Takeuchi, Koichiro" userId="b3848a05-443b-4434-8fa5-7398ca0c03c9" providerId="ADAL" clId="{CB223349-29E1-400D-B419-E90CA0AB3E89}" dt="2024-06-20T03:53:05.291" v="4590"/>
          <ac:spMkLst>
            <pc:docMk/>
            <pc:sldMk cId="2651279901" sldId="2147480820"/>
            <ac:spMk id="7" creationId="{FDF47047-12E4-A497-44B5-941BF0C95DD7}"/>
          </ac:spMkLst>
        </pc:spChg>
        <pc:spChg chg="add mod">
          <ac:chgData name="Takeuchi, Koichiro" userId="b3848a05-443b-4434-8fa5-7398ca0c03c9" providerId="ADAL" clId="{CB223349-29E1-400D-B419-E90CA0AB3E89}" dt="2024-06-20T03:53:05.291" v="4590"/>
          <ac:spMkLst>
            <pc:docMk/>
            <pc:sldMk cId="2651279901" sldId="2147480820"/>
            <ac:spMk id="8" creationId="{518C939A-4D9A-DA3E-322F-D94C5474274E}"/>
          </ac:spMkLst>
        </pc:spChg>
        <pc:spChg chg="add mod">
          <ac:chgData name="Takeuchi, Koichiro" userId="b3848a05-443b-4434-8fa5-7398ca0c03c9" providerId="ADAL" clId="{CB223349-29E1-400D-B419-E90CA0AB3E89}" dt="2024-06-20T03:53:05.291" v="4590"/>
          <ac:spMkLst>
            <pc:docMk/>
            <pc:sldMk cId="2651279901" sldId="2147480820"/>
            <ac:spMk id="9" creationId="{7A61A31A-DD34-495B-BC55-AA891AED97F2}"/>
          </ac:spMkLst>
        </pc:spChg>
        <pc:spChg chg="add mod">
          <ac:chgData name="Takeuchi, Koichiro" userId="b3848a05-443b-4434-8fa5-7398ca0c03c9" providerId="ADAL" clId="{CB223349-29E1-400D-B419-E90CA0AB3E89}" dt="2024-06-20T03:53:05.291" v="4590"/>
          <ac:spMkLst>
            <pc:docMk/>
            <pc:sldMk cId="2651279901" sldId="2147480820"/>
            <ac:spMk id="10" creationId="{26997FDD-A655-A5FA-3EB2-13799343BBB2}"/>
          </ac:spMkLst>
        </pc:spChg>
        <pc:spChg chg="add mod">
          <ac:chgData name="Takeuchi, Koichiro" userId="b3848a05-443b-4434-8fa5-7398ca0c03c9" providerId="ADAL" clId="{CB223349-29E1-400D-B419-E90CA0AB3E89}" dt="2024-06-20T03:53:05.291" v="4590"/>
          <ac:spMkLst>
            <pc:docMk/>
            <pc:sldMk cId="2651279901" sldId="2147480820"/>
            <ac:spMk id="11" creationId="{E9F8F2A2-2427-1723-8AAB-16520AFEB231}"/>
          </ac:spMkLst>
        </pc:spChg>
        <pc:spChg chg="add mod">
          <ac:chgData name="Takeuchi, Koichiro" userId="b3848a05-443b-4434-8fa5-7398ca0c03c9" providerId="ADAL" clId="{CB223349-29E1-400D-B419-E90CA0AB3E89}" dt="2024-06-20T03:53:05.291" v="4590"/>
          <ac:spMkLst>
            <pc:docMk/>
            <pc:sldMk cId="2651279901" sldId="2147480820"/>
            <ac:spMk id="12" creationId="{CF2E5D1F-8D23-F0F2-E55D-E0390FF416D9}"/>
          </ac:spMkLst>
        </pc:spChg>
        <pc:spChg chg="add mod">
          <ac:chgData name="Takeuchi, Koichiro" userId="b3848a05-443b-4434-8fa5-7398ca0c03c9" providerId="ADAL" clId="{CB223349-29E1-400D-B419-E90CA0AB3E89}" dt="2024-06-20T03:53:05.291" v="4590"/>
          <ac:spMkLst>
            <pc:docMk/>
            <pc:sldMk cId="2651279901" sldId="2147480820"/>
            <ac:spMk id="13" creationId="{F897A439-756E-0BF9-FAFC-CBB722439986}"/>
          </ac:spMkLst>
        </pc:spChg>
        <pc:spChg chg="add mod">
          <ac:chgData name="Takeuchi, Koichiro" userId="b3848a05-443b-4434-8fa5-7398ca0c03c9" providerId="ADAL" clId="{CB223349-29E1-400D-B419-E90CA0AB3E89}" dt="2024-06-20T03:53:05.291" v="4590"/>
          <ac:spMkLst>
            <pc:docMk/>
            <pc:sldMk cId="2651279901" sldId="2147480820"/>
            <ac:spMk id="14" creationId="{BB12C889-7D1B-CD8E-A873-01CAF84323BE}"/>
          </ac:spMkLst>
        </pc:spChg>
        <pc:spChg chg="add mod">
          <ac:chgData name="Takeuchi, Koichiro" userId="b3848a05-443b-4434-8fa5-7398ca0c03c9" providerId="ADAL" clId="{CB223349-29E1-400D-B419-E90CA0AB3E89}" dt="2024-06-20T03:53:05.291" v="4590"/>
          <ac:spMkLst>
            <pc:docMk/>
            <pc:sldMk cId="2651279901" sldId="2147480820"/>
            <ac:spMk id="15" creationId="{5B246C99-52B6-3731-A380-A3AF64DE8AD4}"/>
          </ac:spMkLst>
        </pc:spChg>
        <pc:spChg chg="add mod">
          <ac:chgData name="Takeuchi, Koichiro" userId="b3848a05-443b-4434-8fa5-7398ca0c03c9" providerId="ADAL" clId="{CB223349-29E1-400D-B419-E90CA0AB3E89}" dt="2024-06-20T03:56:39.261" v="5086" actId="554"/>
          <ac:spMkLst>
            <pc:docMk/>
            <pc:sldMk cId="2651279901" sldId="2147480820"/>
            <ac:spMk id="16" creationId="{4C08273A-49A8-F956-F9FF-38ED3061670A}"/>
          </ac:spMkLst>
        </pc:spChg>
        <pc:spChg chg="add mod">
          <ac:chgData name="Takeuchi, Koichiro" userId="b3848a05-443b-4434-8fa5-7398ca0c03c9" providerId="ADAL" clId="{CB223349-29E1-400D-B419-E90CA0AB3E89}" dt="2024-06-20T03:56:15.994" v="5040" actId="20577"/>
          <ac:spMkLst>
            <pc:docMk/>
            <pc:sldMk cId="2651279901" sldId="2147480820"/>
            <ac:spMk id="17" creationId="{36CA6A0A-BE4D-D213-63A0-ED52BD19C887}"/>
          </ac:spMkLst>
        </pc:spChg>
        <pc:spChg chg="add mod">
          <ac:chgData name="Takeuchi, Koichiro" userId="b3848a05-443b-4434-8fa5-7398ca0c03c9" providerId="ADAL" clId="{CB223349-29E1-400D-B419-E90CA0AB3E89}" dt="2024-06-20T03:53:52.077" v="4634" actId="555"/>
          <ac:spMkLst>
            <pc:docMk/>
            <pc:sldMk cId="2651279901" sldId="2147480820"/>
            <ac:spMk id="18" creationId="{B90BE05D-6D14-5451-9345-2215853C7B00}"/>
          </ac:spMkLst>
        </pc:spChg>
        <pc:spChg chg="add mod">
          <ac:chgData name="Takeuchi, Koichiro" userId="b3848a05-443b-4434-8fa5-7398ca0c03c9" providerId="ADAL" clId="{CB223349-29E1-400D-B419-E90CA0AB3E89}" dt="2024-06-20T03:55:57.873" v="5003" actId="552"/>
          <ac:spMkLst>
            <pc:docMk/>
            <pc:sldMk cId="2651279901" sldId="2147480820"/>
            <ac:spMk id="19" creationId="{718AE84C-99CC-2757-5D9A-0BA7D6FF7D6C}"/>
          </ac:spMkLst>
        </pc:spChg>
        <pc:spChg chg="add mod">
          <ac:chgData name="Takeuchi, Koichiro" userId="b3848a05-443b-4434-8fa5-7398ca0c03c9" providerId="ADAL" clId="{CB223349-29E1-400D-B419-E90CA0AB3E89}" dt="2024-06-20T03:53:57.511" v="4636" actId="12789"/>
          <ac:spMkLst>
            <pc:docMk/>
            <pc:sldMk cId="2651279901" sldId="2147480820"/>
            <ac:spMk id="20" creationId="{BABF7057-DA21-C418-CF06-AB8856DF8158}"/>
          </ac:spMkLst>
        </pc:spChg>
        <pc:spChg chg="add mod">
          <ac:chgData name="Takeuchi, Koichiro" userId="b3848a05-443b-4434-8fa5-7398ca0c03c9" providerId="ADAL" clId="{CB223349-29E1-400D-B419-E90CA0AB3E89}" dt="2024-06-20T03:56:00.704" v="5004" actId="12789"/>
          <ac:spMkLst>
            <pc:docMk/>
            <pc:sldMk cId="2651279901" sldId="2147480820"/>
            <ac:spMk id="21" creationId="{427714C4-2813-303B-8EA8-C7BC307352E9}"/>
          </ac:spMkLst>
        </pc:spChg>
        <pc:spChg chg="add mod">
          <ac:chgData name="Takeuchi, Koichiro" userId="b3848a05-443b-4434-8fa5-7398ca0c03c9" providerId="ADAL" clId="{CB223349-29E1-400D-B419-E90CA0AB3E89}" dt="2024-06-20T03:56:34.916" v="5085" actId="20577"/>
          <ac:spMkLst>
            <pc:docMk/>
            <pc:sldMk cId="2651279901" sldId="2147480820"/>
            <ac:spMk id="22" creationId="{16FED767-720E-CBFA-8C0D-A46030E24CA1}"/>
          </ac:spMkLst>
        </pc:spChg>
        <pc:spChg chg="add mod">
          <ac:chgData name="Takeuchi, Koichiro" userId="b3848a05-443b-4434-8fa5-7398ca0c03c9" providerId="ADAL" clId="{CB223349-29E1-400D-B419-E90CA0AB3E89}" dt="2024-06-20T03:56:48.385" v="5089" actId="12789"/>
          <ac:spMkLst>
            <pc:docMk/>
            <pc:sldMk cId="2651279901" sldId="2147480820"/>
            <ac:spMk id="23" creationId="{1AAD1154-FA36-E802-AB4B-08412244FB06}"/>
          </ac:spMkLst>
        </pc:spChg>
        <pc:spChg chg="add mod">
          <ac:chgData name="Takeuchi, Koichiro" userId="b3848a05-443b-4434-8fa5-7398ca0c03c9" providerId="ADAL" clId="{CB223349-29E1-400D-B419-E90CA0AB3E89}" dt="2024-06-20T03:58:46.858" v="5269" actId="20577"/>
          <ac:spMkLst>
            <pc:docMk/>
            <pc:sldMk cId="2651279901" sldId="2147480820"/>
            <ac:spMk id="24" creationId="{14D8B22C-DCE4-3AE7-EB3E-217058D83650}"/>
          </ac:spMkLst>
        </pc:spChg>
        <pc:spChg chg="add mod">
          <ac:chgData name="Takeuchi, Koichiro" userId="b3848a05-443b-4434-8fa5-7398ca0c03c9" providerId="ADAL" clId="{CB223349-29E1-400D-B419-E90CA0AB3E89}" dt="2024-06-20T03:55:43.903" v="4999" actId="14100"/>
          <ac:spMkLst>
            <pc:docMk/>
            <pc:sldMk cId="2651279901" sldId="2147480820"/>
            <ac:spMk id="25" creationId="{B33E6508-CCFC-497B-9AF4-49634DE2BE16}"/>
          </ac:spMkLst>
        </pc:spChg>
        <pc:spChg chg="add del mod">
          <ac:chgData name="Takeuchi, Koichiro" userId="b3848a05-443b-4434-8fa5-7398ca0c03c9" providerId="ADAL" clId="{CB223349-29E1-400D-B419-E90CA0AB3E89}" dt="2024-06-20T03:59:24.816" v="5270" actId="478"/>
          <ac:spMkLst>
            <pc:docMk/>
            <pc:sldMk cId="2651279901" sldId="2147480820"/>
            <ac:spMk id="26" creationId="{10CDE368-3FD9-0EDC-0FC4-911B315098D3}"/>
          </ac:spMkLst>
        </pc:spChg>
        <pc:spChg chg="add mod">
          <ac:chgData name="Takeuchi, Koichiro" userId="b3848a05-443b-4434-8fa5-7398ca0c03c9" providerId="ADAL" clId="{CB223349-29E1-400D-B419-E90CA0AB3E89}" dt="2024-06-20T04:03:29.606" v="5481" actId="1076"/>
          <ac:spMkLst>
            <pc:docMk/>
            <pc:sldMk cId="2651279901" sldId="2147480820"/>
            <ac:spMk id="27" creationId="{9B6CA229-56C7-3A78-C876-0D4CE1BE1B49}"/>
          </ac:spMkLst>
        </pc:spChg>
      </pc:sldChg>
      <pc:sldChg chg="addSp delSp modSp add mod">
        <pc:chgData name="Takeuchi, Koichiro" userId="b3848a05-443b-4434-8fa5-7398ca0c03c9" providerId="ADAL" clId="{CB223349-29E1-400D-B419-E90CA0AB3E89}" dt="2024-06-20T04:13:58.838" v="6228" actId="14100"/>
        <pc:sldMkLst>
          <pc:docMk/>
          <pc:sldMk cId="1893746339" sldId="2147480821"/>
        </pc:sldMkLst>
        <pc:spChg chg="mod">
          <ac:chgData name="Takeuchi, Koichiro" userId="b3848a05-443b-4434-8fa5-7398ca0c03c9" providerId="ADAL" clId="{CB223349-29E1-400D-B419-E90CA0AB3E89}" dt="2024-06-20T04:06:10.374" v="5549" actId="20577"/>
          <ac:spMkLst>
            <pc:docMk/>
            <pc:sldMk cId="1893746339" sldId="2147480821"/>
            <ac:spMk id="2" creationId="{6773D6D6-FBBC-3EE2-F52D-C8260CCC2FD5}"/>
          </ac:spMkLst>
        </pc:spChg>
        <pc:spChg chg="del">
          <ac:chgData name="Takeuchi, Koichiro" userId="b3848a05-443b-4434-8fa5-7398ca0c03c9" providerId="ADAL" clId="{CB223349-29E1-400D-B419-E90CA0AB3E89}" dt="2024-06-20T04:05:06.045" v="5530" actId="478"/>
          <ac:spMkLst>
            <pc:docMk/>
            <pc:sldMk cId="1893746339" sldId="2147480821"/>
            <ac:spMk id="3" creationId="{07EE764C-2C89-9D5A-CAEB-FF8B33D0FE2A}"/>
          </ac:spMkLst>
        </pc:spChg>
        <pc:spChg chg="del">
          <ac:chgData name="Takeuchi, Koichiro" userId="b3848a05-443b-4434-8fa5-7398ca0c03c9" providerId="ADAL" clId="{CB223349-29E1-400D-B419-E90CA0AB3E89}" dt="2024-06-20T04:06:03.276" v="5534" actId="478"/>
          <ac:spMkLst>
            <pc:docMk/>
            <pc:sldMk cId="1893746339" sldId="2147480821"/>
            <ac:spMk id="4" creationId="{5EE5056A-D6E3-6545-93AF-4C28E0238760}"/>
          </ac:spMkLst>
        </pc:spChg>
        <pc:spChg chg="add del mod">
          <ac:chgData name="Takeuchi, Koichiro" userId="b3848a05-443b-4434-8fa5-7398ca0c03c9" providerId="ADAL" clId="{CB223349-29E1-400D-B419-E90CA0AB3E89}" dt="2024-06-20T04:05:09.925" v="5531" actId="478"/>
          <ac:spMkLst>
            <pc:docMk/>
            <pc:sldMk cId="1893746339" sldId="2147480821"/>
            <ac:spMk id="8" creationId="{059D0668-2482-0B80-6AD9-89BE2B174A0E}"/>
          </ac:spMkLst>
        </pc:spChg>
        <pc:spChg chg="add mod">
          <ac:chgData name="Takeuchi, Koichiro" userId="b3848a05-443b-4434-8fa5-7398ca0c03c9" providerId="ADAL" clId="{CB223349-29E1-400D-B419-E90CA0AB3E89}" dt="2024-06-20T04:05:24.127" v="5533"/>
          <ac:spMkLst>
            <pc:docMk/>
            <pc:sldMk cId="1893746339" sldId="2147480821"/>
            <ac:spMk id="10" creationId="{11BDC453-95DE-C968-3AF4-81AFDA34027A}"/>
          </ac:spMkLst>
        </pc:spChg>
        <pc:spChg chg="add mod">
          <ac:chgData name="Takeuchi, Koichiro" userId="b3848a05-443b-4434-8fa5-7398ca0c03c9" providerId="ADAL" clId="{CB223349-29E1-400D-B419-E90CA0AB3E89}" dt="2024-06-20T04:05:24.127" v="5533"/>
          <ac:spMkLst>
            <pc:docMk/>
            <pc:sldMk cId="1893746339" sldId="2147480821"/>
            <ac:spMk id="11" creationId="{3926318C-5337-ECE0-5DB0-45CBE5BD2061}"/>
          </ac:spMkLst>
        </pc:spChg>
        <pc:spChg chg="mod">
          <ac:chgData name="Takeuchi, Koichiro" userId="b3848a05-443b-4434-8fa5-7398ca0c03c9" providerId="ADAL" clId="{CB223349-29E1-400D-B419-E90CA0AB3E89}" dt="2024-06-20T04:06:13.244" v="5550"/>
          <ac:spMkLst>
            <pc:docMk/>
            <pc:sldMk cId="1893746339" sldId="2147480821"/>
            <ac:spMk id="13" creationId="{A61A0D45-35DB-D577-A4F8-253261187066}"/>
          </ac:spMkLst>
        </pc:spChg>
        <pc:spChg chg="mod">
          <ac:chgData name="Takeuchi, Koichiro" userId="b3848a05-443b-4434-8fa5-7398ca0c03c9" providerId="ADAL" clId="{CB223349-29E1-400D-B419-E90CA0AB3E89}" dt="2024-06-20T04:06:51.539" v="5590" actId="14100"/>
          <ac:spMkLst>
            <pc:docMk/>
            <pc:sldMk cId="1893746339" sldId="2147480821"/>
            <ac:spMk id="14" creationId="{34EF388C-5D0C-FB32-CEF5-9FECE2F25097}"/>
          </ac:spMkLst>
        </pc:spChg>
        <pc:spChg chg="del">
          <ac:chgData name="Takeuchi, Koichiro" userId="b3848a05-443b-4434-8fa5-7398ca0c03c9" providerId="ADAL" clId="{CB223349-29E1-400D-B419-E90CA0AB3E89}" dt="2024-06-20T04:05:12.783" v="5532" actId="478"/>
          <ac:spMkLst>
            <pc:docMk/>
            <pc:sldMk cId="1893746339" sldId="2147480821"/>
            <ac:spMk id="16" creationId="{4C08273A-49A8-F956-F9FF-38ED3061670A}"/>
          </ac:spMkLst>
        </pc:spChg>
        <pc:spChg chg="del">
          <ac:chgData name="Takeuchi, Koichiro" userId="b3848a05-443b-4434-8fa5-7398ca0c03c9" providerId="ADAL" clId="{CB223349-29E1-400D-B419-E90CA0AB3E89}" dt="2024-06-20T04:05:12.783" v="5532" actId="478"/>
          <ac:spMkLst>
            <pc:docMk/>
            <pc:sldMk cId="1893746339" sldId="2147480821"/>
            <ac:spMk id="17" creationId="{36CA6A0A-BE4D-D213-63A0-ED52BD19C887}"/>
          </ac:spMkLst>
        </pc:spChg>
        <pc:spChg chg="del">
          <ac:chgData name="Takeuchi, Koichiro" userId="b3848a05-443b-4434-8fa5-7398ca0c03c9" providerId="ADAL" clId="{CB223349-29E1-400D-B419-E90CA0AB3E89}" dt="2024-06-20T04:05:12.783" v="5532" actId="478"/>
          <ac:spMkLst>
            <pc:docMk/>
            <pc:sldMk cId="1893746339" sldId="2147480821"/>
            <ac:spMk id="18" creationId="{B90BE05D-6D14-5451-9345-2215853C7B00}"/>
          </ac:spMkLst>
        </pc:spChg>
        <pc:spChg chg="del">
          <ac:chgData name="Takeuchi, Koichiro" userId="b3848a05-443b-4434-8fa5-7398ca0c03c9" providerId="ADAL" clId="{CB223349-29E1-400D-B419-E90CA0AB3E89}" dt="2024-06-20T04:05:12.783" v="5532" actId="478"/>
          <ac:spMkLst>
            <pc:docMk/>
            <pc:sldMk cId="1893746339" sldId="2147480821"/>
            <ac:spMk id="19" creationId="{718AE84C-99CC-2757-5D9A-0BA7D6FF7D6C}"/>
          </ac:spMkLst>
        </pc:spChg>
        <pc:spChg chg="del">
          <ac:chgData name="Takeuchi, Koichiro" userId="b3848a05-443b-4434-8fa5-7398ca0c03c9" providerId="ADAL" clId="{CB223349-29E1-400D-B419-E90CA0AB3E89}" dt="2024-06-20T04:05:12.783" v="5532" actId="478"/>
          <ac:spMkLst>
            <pc:docMk/>
            <pc:sldMk cId="1893746339" sldId="2147480821"/>
            <ac:spMk id="20" creationId="{BABF7057-DA21-C418-CF06-AB8856DF8158}"/>
          </ac:spMkLst>
        </pc:spChg>
        <pc:spChg chg="del">
          <ac:chgData name="Takeuchi, Koichiro" userId="b3848a05-443b-4434-8fa5-7398ca0c03c9" providerId="ADAL" clId="{CB223349-29E1-400D-B419-E90CA0AB3E89}" dt="2024-06-20T04:05:12.783" v="5532" actId="478"/>
          <ac:spMkLst>
            <pc:docMk/>
            <pc:sldMk cId="1893746339" sldId="2147480821"/>
            <ac:spMk id="21" creationId="{427714C4-2813-303B-8EA8-C7BC307352E9}"/>
          </ac:spMkLst>
        </pc:spChg>
        <pc:spChg chg="del">
          <ac:chgData name="Takeuchi, Koichiro" userId="b3848a05-443b-4434-8fa5-7398ca0c03c9" providerId="ADAL" clId="{CB223349-29E1-400D-B419-E90CA0AB3E89}" dt="2024-06-20T04:05:12.783" v="5532" actId="478"/>
          <ac:spMkLst>
            <pc:docMk/>
            <pc:sldMk cId="1893746339" sldId="2147480821"/>
            <ac:spMk id="22" creationId="{16FED767-720E-CBFA-8C0D-A46030E24CA1}"/>
          </ac:spMkLst>
        </pc:spChg>
        <pc:spChg chg="del">
          <ac:chgData name="Takeuchi, Koichiro" userId="b3848a05-443b-4434-8fa5-7398ca0c03c9" providerId="ADAL" clId="{CB223349-29E1-400D-B419-E90CA0AB3E89}" dt="2024-06-20T04:05:12.783" v="5532" actId="478"/>
          <ac:spMkLst>
            <pc:docMk/>
            <pc:sldMk cId="1893746339" sldId="2147480821"/>
            <ac:spMk id="23" creationId="{1AAD1154-FA36-E802-AB4B-08412244FB06}"/>
          </ac:spMkLst>
        </pc:spChg>
        <pc:spChg chg="del">
          <ac:chgData name="Takeuchi, Koichiro" userId="b3848a05-443b-4434-8fa5-7398ca0c03c9" providerId="ADAL" clId="{CB223349-29E1-400D-B419-E90CA0AB3E89}" dt="2024-06-20T04:05:12.783" v="5532" actId="478"/>
          <ac:spMkLst>
            <pc:docMk/>
            <pc:sldMk cId="1893746339" sldId="2147480821"/>
            <ac:spMk id="24" creationId="{14D8B22C-DCE4-3AE7-EB3E-217058D83650}"/>
          </ac:spMkLst>
        </pc:spChg>
        <pc:spChg chg="del">
          <ac:chgData name="Takeuchi, Koichiro" userId="b3848a05-443b-4434-8fa5-7398ca0c03c9" providerId="ADAL" clId="{CB223349-29E1-400D-B419-E90CA0AB3E89}" dt="2024-06-20T04:05:12.783" v="5532" actId="478"/>
          <ac:spMkLst>
            <pc:docMk/>
            <pc:sldMk cId="1893746339" sldId="2147480821"/>
            <ac:spMk id="25" creationId="{B33E6508-CCFC-497B-9AF4-49634DE2BE16}"/>
          </ac:spMkLst>
        </pc:spChg>
        <pc:spChg chg="mod topLvl">
          <ac:chgData name="Takeuchi, Koichiro" userId="b3848a05-443b-4434-8fa5-7398ca0c03c9" providerId="ADAL" clId="{CB223349-29E1-400D-B419-E90CA0AB3E89}" dt="2024-06-20T04:09:40.826" v="5876" actId="164"/>
          <ac:spMkLst>
            <pc:docMk/>
            <pc:sldMk cId="1893746339" sldId="2147480821"/>
            <ac:spMk id="26" creationId="{DB164C8C-C05C-2275-C4CD-FFFC1A91D2AA}"/>
          </ac:spMkLst>
        </pc:spChg>
        <pc:spChg chg="del">
          <ac:chgData name="Takeuchi, Koichiro" userId="b3848a05-443b-4434-8fa5-7398ca0c03c9" providerId="ADAL" clId="{CB223349-29E1-400D-B419-E90CA0AB3E89}" dt="2024-06-20T04:05:12.783" v="5532" actId="478"/>
          <ac:spMkLst>
            <pc:docMk/>
            <pc:sldMk cId="1893746339" sldId="2147480821"/>
            <ac:spMk id="27" creationId="{9B6CA229-56C7-3A78-C876-0D4CE1BE1B49}"/>
          </ac:spMkLst>
        </pc:spChg>
        <pc:spChg chg="mod topLvl">
          <ac:chgData name="Takeuchi, Koichiro" userId="b3848a05-443b-4434-8fa5-7398ca0c03c9" providerId="ADAL" clId="{CB223349-29E1-400D-B419-E90CA0AB3E89}" dt="2024-06-20T04:09:40.826" v="5876" actId="164"/>
          <ac:spMkLst>
            <pc:docMk/>
            <pc:sldMk cId="1893746339" sldId="2147480821"/>
            <ac:spMk id="28" creationId="{DE1912D2-A8B7-196D-8C16-E7A8954495EB}"/>
          </ac:spMkLst>
        </pc:spChg>
        <pc:spChg chg="mod topLvl">
          <ac:chgData name="Takeuchi, Koichiro" userId="b3848a05-443b-4434-8fa5-7398ca0c03c9" providerId="ADAL" clId="{CB223349-29E1-400D-B419-E90CA0AB3E89}" dt="2024-06-20T04:09:39.649" v="5875" actId="164"/>
          <ac:spMkLst>
            <pc:docMk/>
            <pc:sldMk cId="1893746339" sldId="2147480821"/>
            <ac:spMk id="30" creationId="{8D391709-0CAF-60C0-1914-68E326F47D8F}"/>
          </ac:spMkLst>
        </pc:spChg>
        <pc:spChg chg="mod topLvl">
          <ac:chgData name="Takeuchi, Koichiro" userId="b3848a05-443b-4434-8fa5-7398ca0c03c9" providerId="ADAL" clId="{CB223349-29E1-400D-B419-E90CA0AB3E89}" dt="2024-06-20T04:11:37.261" v="5943" actId="113"/>
          <ac:spMkLst>
            <pc:docMk/>
            <pc:sldMk cId="1893746339" sldId="2147480821"/>
            <ac:spMk id="31" creationId="{BA251428-C707-C629-9F63-91FE15DDFDF9}"/>
          </ac:spMkLst>
        </pc:spChg>
        <pc:spChg chg="mod topLvl">
          <ac:chgData name="Takeuchi, Koichiro" userId="b3848a05-443b-4434-8fa5-7398ca0c03c9" providerId="ADAL" clId="{CB223349-29E1-400D-B419-E90CA0AB3E89}" dt="2024-06-20T04:09:38.226" v="5874" actId="164"/>
          <ac:spMkLst>
            <pc:docMk/>
            <pc:sldMk cId="1893746339" sldId="2147480821"/>
            <ac:spMk id="33" creationId="{30FA2BF0-A341-96A1-D985-6C18EF2310CE}"/>
          </ac:spMkLst>
        </pc:spChg>
        <pc:spChg chg="mod topLvl">
          <ac:chgData name="Takeuchi, Koichiro" userId="b3848a05-443b-4434-8fa5-7398ca0c03c9" providerId="ADAL" clId="{CB223349-29E1-400D-B419-E90CA0AB3E89}" dt="2024-06-20T04:09:38.226" v="5874" actId="164"/>
          <ac:spMkLst>
            <pc:docMk/>
            <pc:sldMk cId="1893746339" sldId="2147480821"/>
            <ac:spMk id="34" creationId="{292C09F4-B267-B029-DC3D-3C75467C88B8}"/>
          </ac:spMkLst>
        </pc:spChg>
        <pc:spChg chg="mod">
          <ac:chgData name="Takeuchi, Koichiro" userId="b3848a05-443b-4434-8fa5-7398ca0c03c9" providerId="ADAL" clId="{CB223349-29E1-400D-B419-E90CA0AB3E89}" dt="2024-06-20T04:10:27.879" v="5921" actId="20577"/>
          <ac:spMkLst>
            <pc:docMk/>
            <pc:sldMk cId="1893746339" sldId="2147480821"/>
            <ac:spMk id="36" creationId="{D7C21D3A-67B9-EFAE-5777-6B03AFFC674E}"/>
          </ac:spMkLst>
        </pc:spChg>
        <pc:spChg chg="mod">
          <ac:chgData name="Takeuchi, Koichiro" userId="b3848a05-443b-4434-8fa5-7398ca0c03c9" providerId="ADAL" clId="{CB223349-29E1-400D-B419-E90CA0AB3E89}" dt="2024-06-20T04:06:13.244" v="5550"/>
          <ac:spMkLst>
            <pc:docMk/>
            <pc:sldMk cId="1893746339" sldId="2147480821"/>
            <ac:spMk id="37" creationId="{DC67FB5E-E9D1-A3BA-C9E1-818F1F818D92}"/>
          </ac:spMkLst>
        </pc:spChg>
        <pc:spChg chg="mod">
          <ac:chgData name="Takeuchi, Koichiro" userId="b3848a05-443b-4434-8fa5-7398ca0c03c9" providerId="ADAL" clId="{CB223349-29E1-400D-B419-E90CA0AB3E89}" dt="2024-06-20T04:06:13.244" v="5550"/>
          <ac:spMkLst>
            <pc:docMk/>
            <pc:sldMk cId="1893746339" sldId="2147480821"/>
            <ac:spMk id="39" creationId="{34C47894-76E0-6CA7-0F21-8ECC1EA77833}"/>
          </ac:spMkLst>
        </pc:spChg>
        <pc:spChg chg="mod">
          <ac:chgData name="Takeuchi, Koichiro" userId="b3848a05-443b-4434-8fa5-7398ca0c03c9" providerId="ADAL" clId="{CB223349-29E1-400D-B419-E90CA0AB3E89}" dt="2024-06-20T04:06:13.244" v="5550"/>
          <ac:spMkLst>
            <pc:docMk/>
            <pc:sldMk cId="1893746339" sldId="2147480821"/>
            <ac:spMk id="40" creationId="{04C11DD0-9300-6909-A3DE-3A412836C9F5}"/>
          </ac:spMkLst>
        </pc:spChg>
        <pc:spChg chg="add del mod">
          <ac:chgData name="Takeuchi, Koichiro" userId="b3848a05-443b-4434-8fa5-7398ca0c03c9" providerId="ADAL" clId="{CB223349-29E1-400D-B419-E90CA0AB3E89}" dt="2024-06-20T04:06:27.082" v="5552" actId="478"/>
          <ac:spMkLst>
            <pc:docMk/>
            <pc:sldMk cId="1893746339" sldId="2147480821"/>
            <ac:spMk id="41" creationId="{97ECAF50-97F7-022C-CF10-60628EDF692C}"/>
          </ac:spMkLst>
        </pc:spChg>
        <pc:spChg chg="add del mod">
          <ac:chgData name="Takeuchi, Koichiro" userId="b3848a05-443b-4434-8fa5-7398ca0c03c9" providerId="ADAL" clId="{CB223349-29E1-400D-B419-E90CA0AB3E89}" dt="2024-06-20T04:06:27.082" v="5552" actId="478"/>
          <ac:spMkLst>
            <pc:docMk/>
            <pc:sldMk cId="1893746339" sldId="2147480821"/>
            <ac:spMk id="43" creationId="{17EB2ACF-5EC4-A1C8-DB41-FA8B6693DB3D}"/>
          </ac:spMkLst>
        </pc:spChg>
        <pc:spChg chg="add del mod">
          <ac:chgData name="Takeuchi, Koichiro" userId="b3848a05-443b-4434-8fa5-7398ca0c03c9" providerId="ADAL" clId="{CB223349-29E1-400D-B419-E90CA0AB3E89}" dt="2024-06-20T04:06:27.082" v="5552" actId="478"/>
          <ac:spMkLst>
            <pc:docMk/>
            <pc:sldMk cId="1893746339" sldId="2147480821"/>
            <ac:spMk id="45" creationId="{1030A8D6-FD02-AC83-6797-82B0D104003E}"/>
          </ac:spMkLst>
        </pc:spChg>
        <pc:spChg chg="add del mod">
          <ac:chgData name="Takeuchi, Koichiro" userId="b3848a05-443b-4434-8fa5-7398ca0c03c9" providerId="ADAL" clId="{CB223349-29E1-400D-B419-E90CA0AB3E89}" dt="2024-06-20T04:09:57.625" v="5881" actId="478"/>
          <ac:spMkLst>
            <pc:docMk/>
            <pc:sldMk cId="1893746339" sldId="2147480821"/>
            <ac:spMk id="47" creationId="{6AA969E7-B75E-DD51-37F0-B4ACD23E98CD}"/>
          </ac:spMkLst>
        </pc:spChg>
        <pc:spChg chg="add del mod">
          <ac:chgData name="Takeuchi, Koichiro" userId="b3848a05-443b-4434-8fa5-7398ca0c03c9" providerId="ADAL" clId="{CB223349-29E1-400D-B419-E90CA0AB3E89}" dt="2024-06-20T04:06:35.797" v="5554" actId="478"/>
          <ac:spMkLst>
            <pc:docMk/>
            <pc:sldMk cId="1893746339" sldId="2147480821"/>
            <ac:spMk id="49" creationId="{F8B183AE-41D7-F53C-EA89-A47E3FCB6C7B}"/>
          </ac:spMkLst>
        </pc:spChg>
        <pc:spChg chg="add del mod">
          <ac:chgData name="Takeuchi, Koichiro" userId="b3848a05-443b-4434-8fa5-7398ca0c03c9" providerId="ADAL" clId="{CB223349-29E1-400D-B419-E90CA0AB3E89}" dt="2024-06-20T04:06:31.815" v="5553" actId="478"/>
          <ac:spMkLst>
            <pc:docMk/>
            <pc:sldMk cId="1893746339" sldId="2147480821"/>
            <ac:spMk id="51" creationId="{E9631E20-480A-4A7E-6259-1EF97EB683F4}"/>
          </ac:spMkLst>
        </pc:spChg>
        <pc:spChg chg="add del mod">
          <ac:chgData name="Takeuchi, Koichiro" userId="b3848a05-443b-4434-8fa5-7398ca0c03c9" providerId="ADAL" clId="{CB223349-29E1-400D-B419-E90CA0AB3E89}" dt="2024-06-20T04:06:31.815" v="5553" actId="478"/>
          <ac:spMkLst>
            <pc:docMk/>
            <pc:sldMk cId="1893746339" sldId="2147480821"/>
            <ac:spMk id="53" creationId="{9AA35C45-2568-79EB-31CD-71C00A6BC7B6}"/>
          </ac:spMkLst>
        </pc:spChg>
        <pc:spChg chg="add del mod">
          <ac:chgData name="Takeuchi, Koichiro" userId="b3848a05-443b-4434-8fa5-7398ca0c03c9" providerId="ADAL" clId="{CB223349-29E1-400D-B419-E90CA0AB3E89}" dt="2024-06-20T04:10:16.800" v="5913" actId="478"/>
          <ac:spMkLst>
            <pc:docMk/>
            <pc:sldMk cId="1893746339" sldId="2147480821"/>
            <ac:spMk id="55" creationId="{CBF88DC7-E4D2-DD11-7C59-653DE1449327}"/>
          </ac:spMkLst>
        </pc:spChg>
        <pc:spChg chg="add mod">
          <ac:chgData name="Takeuchi, Koichiro" userId="b3848a05-443b-4434-8fa5-7398ca0c03c9" providerId="ADAL" clId="{CB223349-29E1-400D-B419-E90CA0AB3E89}" dt="2024-06-20T04:07:38.970" v="5619" actId="14100"/>
          <ac:spMkLst>
            <pc:docMk/>
            <pc:sldMk cId="1893746339" sldId="2147480821"/>
            <ac:spMk id="57" creationId="{DB93E31A-8906-B7AD-9D0B-E05778922043}"/>
          </ac:spMkLst>
        </pc:spChg>
        <pc:spChg chg="add mod">
          <ac:chgData name="Takeuchi, Koichiro" userId="b3848a05-443b-4434-8fa5-7398ca0c03c9" providerId="ADAL" clId="{CB223349-29E1-400D-B419-E90CA0AB3E89}" dt="2024-06-20T04:08:36.277" v="5794" actId="1037"/>
          <ac:spMkLst>
            <pc:docMk/>
            <pc:sldMk cId="1893746339" sldId="2147480821"/>
            <ac:spMk id="58" creationId="{14E207EF-A96F-26F1-BADE-908FD601434B}"/>
          </ac:spMkLst>
        </pc:spChg>
        <pc:spChg chg="add mod">
          <ac:chgData name="Takeuchi, Koichiro" userId="b3848a05-443b-4434-8fa5-7398ca0c03c9" providerId="ADAL" clId="{CB223349-29E1-400D-B419-E90CA0AB3E89}" dt="2024-06-20T04:12:14.549" v="5993" actId="14100"/>
          <ac:spMkLst>
            <pc:docMk/>
            <pc:sldMk cId="1893746339" sldId="2147480821"/>
            <ac:spMk id="79" creationId="{BCD22273-24E4-835D-C809-402809125B1B}"/>
          </ac:spMkLst>
        </pc:spChg>
        <pc:spChg chg="add mod">
          <ac:chgData name="Takeuchi, Koichiro" userId="b3848a05-443b-4434-8fa5-7398ca0c03c9" providerId="ADAL" clId="{CB223349-29E1-400D-B419-E90CA0AB3E89}" dt="2024-06-20T04:12:51.136" v="6034" actId="20577"/>
          <ac:spMkLst>
            <pc:docMk/>
            <pc:sldMk cId="1893746339" sldId="2147480821"/>
            <ac:spMk id="82" creationId="{A349E4FA-5E44-9B06-4AE8-77DE7D934DBD}"/>
          </ac:spMkLst>
        </pc:spChg>
        <pc:spChg chg="add mod">
          <ac:chgData name="Takeuchi, Koichiro" userId="b3848a05-443b-4434-8fa5-7398ca0c03c9" providerId="ADAL" clId="{CB223349-29E1-400D-B419-E90CA0AB3E89}" dt="2024-06-20T04:13:16.055" v="6093" actId="20577"/>
          <ac:spMkLst>
            <pc:docMk/>
            <pc:sldMk cId="1893746339" sldId="2147480821"/>
            <ac:spMk id="86" creationId="{A5BD3B82-F0BA-A709-D655-318F6A95A239}"/>
          </ac:spMkLst>
        </pc:spChg>
        <pc:spChg chg="add mod">
          <ac:chgData name="Takeuchi, Koichiro" userId="b3848a05-443b-4434-8fa5-7398ca0c03c9" providerId="ADAL" clId="{CB223349-29E1-400D-B419-E90CA0AB3E89}" dt="2024-06-20T04:13:51.156" v="6225" actId="14100"/>
          <ac:spMkLst>
            <pc:docMk/>
            <pc:sldMk cId="1893746339" sldId="2147480821"/>
            <ac:spMk id="89" creationId="{571663E2-C0D2-BDF6-917F-F01987C397E5}"/>
          </ac:spMkLst>
        </pc:spChg>
        <pc:grpChg chg="add mod">
          <ac:chgData name="Takeuchi, Koichiro" userId="b3848a05-443b-4434-8fa5-7398ca0c03c9" providerId="ADAL" clId="{CB223349-29E1-400D-B419-E90CA0AB3E89}" dt="2024-06-20T04:10:32.710" v="5922" actId="12788"/>
          <ac:grpSpMkLst>
            <pc:docMk/>
            <pc:sldMk cId="1893746339" sldId="2147480821"/>
            <ac:grpSpMk id="12" creationId="{0F368D00-096E-CE4C-3B34-E46469058135}"/>
          </ac:grpSpMkLst>
        </pc:grpChg>
        <pc:grpChg chg="add del mod">
          <ac:chgData name="Takeuchi, Koichiro" userId="b3848a05-443b-4434-8fa5-7398ca0c03c9" providerId="ADAL" clId="{CB223349-29E1-400D-B419-E90CA0AB3E89}" dt="2024-06-20T04:09:29.255" v="5870" actId="165"/>
          <ac:grpSpMkLst>
            <pc:docMk/>
            <pc:sldMk cId="1893746339" sldId="2147480821"/>
            <ac:grpSpMk id="15" creationId="{AE83C852-6301-C82C-7AE8-00699B5F023E}"/>
          </ac:grpSpMkLst>
        </pc:grpChg>
        <pc:grpChg chg="add del mod">
          <ac:chgData name="Takeuchi, Koichiro" userId="b3848a05-443b-4434-8fa5-7398ca0c03c9" providerId="ADAL" clId="{CB223349-29E1-400D-B419-E90CA0AB3E89}" dt="2024-06-20T04:09:24.740" v="5868" actId="165"/>
          <ac:grpSpMkLst>
            <pc:docMk/>
            <pc:sldMk cId="1893746339" sldId="2147480821"/>
            <ac:grpSpMk id="29" creationId="{B0EE9ACA-89E1-9DF9-EB26-D32A9E63B654}"/>
          </ac:grpSpMkLst>
        </pc:grpChg>
        <pc:grpChg chg="add del mod">
          <ac:chgData name="Takeuchi, Koichiro" userId="b3848a05-443b-4434-8fa5-7398ca0c03c9" providerId="ADAL" clId="{CB223349-29E1-400D-B419-E90CA0AB3E89}" dt="2024-06-20T04:09:12.629" v="5864" actId="165"/>
          <ac:grpSpMkLst>
            <pc:docMk/>
            <pc:sldMk cId="1893746339" sldId="2147480821"/>
            <ac:grpSpMk id="32" creationId="{0BDF451D-1755-DC1B-9781-4F2FE66E4F68}"/>
          </ac:grpSpMkLst>
        </pc:grpChg>
        <pc:grpChg chg="add mod">
          <ac:chgData name="Takeuchi, Koichiro" userId="b3848a05-443b-4434-8fa5-7398ca0c03c9" providerId="ADAL" clId="{CB223349-29E1-400D-B419-E90CA0AB3E89}" dt="2024-06-20T04:10:39.372" v="5924" actId="164"/>
          <ac:grpSpMkLst>
            <pc:docMk/>
            <pc:sldMk cId="1893746339" sldId="2147480821"/>
            <ac:grpSpMk id="35" creationId="{CF5B3AFC-F58B-6225-274D-33676506F60F}"/>
          </ac:grpSpMkLst>
        </pc:grpChg>
        <pc:grpChg chg="add mod">
          <ac:chgData name="Takeuchi, Koichiro" userId="b3848a05-443b-4434-8fa5-7398ca0c03c9" providerId="ADAL" clId="{CB223349-29E1-400D-B419-E90CA0AB3E89}" dt="2024-06-20T04:10:39.372" v="5924" actId="164"/>
          <ac:grpSpMkLst>
            <pc:docMk/>
            <pc:sldMk cId="1893746339" sldId="2147480821"/>
            <ac:grpSpMk id="38" creationId="{45416343-BC28-1091-82B5-B32CADD32CBD}"/>
          </ac:grpSpMkLst>
        </pc:grpChg>
        <pc:grpChg chg="add mod">
          <ac:chgData name="Takeuchi, Koichiro" userId="b3848a05-443b-4434-8fa5-7398ca0c03c9" providerId="ADAL" clId="{CB223349-29E1-400D-B419-E90CA0AB3E89}" dt="2024-06-20T04:09:48.866" v="5879" actId="164"/>
          <ac:grpSpMkLst>
            <pc:docMk/>
            <pc:sldMk cId="1893746339" sldId="2147480821"/>
            <ac:grpSpMk id="59" creationId="{3967C81B-EC18-62E2-7C0C-103877508720}"/>
          </ac:grpSpMkLst>
        </pc:grpChg>
        <pc:grpChg chg="add mod">
          <ac:chgData name="Takeuchi, Koichiro" userId="b3848a05-443b-4434-8fa5-7398ca0c03c9" providerId="ADAL" clId="{CB223349-29E1-400D-B419-E90CA0AB3E89}" dt="2024-06-20T04:09:48.866" v="5879" actId="164"/>
          <ac:grpSpMkLst>
            <pc:docMk/>
            <pc:sldMk cId="1893746339" sldId="2147480821"/>
            <ac:grpSpMk id="60" creationId="{C8D4ECDB-3215-7676-E8A0-119D6C86A1BA}"/>
          </ac:grpSpMkLst>
        </pc:grpChg>
        <pc:grpChg chg="add mod">
          <ac:chgData name="Takeuchi, Koichiro" userId="b3848a05-443b-4434-8fa5-7398ca0c03c9" providerId="ADAL" clId="{CB223349-29E1-400D-B419-E90CA0AB3E89}" dt="2024-06-20T04:09:48.866" v="5879" actId="164"/>
          <ac:grpSpMkLst>
            <pc:docMk/>
            <pc:sldMk cId="1893746339" sldId="2147480821"/>
            <ac:grpSpMk id="61" creationId="{3C3B6F98-3CAF-D86C-8794-B3A0791654D2}"/>
          </ac:grpSpMkLst>
        </pc:grpChg>
        <pc:grpChg chg="add mod">
          <ac:chgData name="Takeuchi, Koichiro" userId="b3848a05-443b-4434-8fa5-7398ca0c03c9" providerId="ADAL" clId="{CB223349-29E1-400D-B419-E90CA0AB3E89}" dt="2024-06-20T04:10:36.347" v="5923" actId="12788"/>
          <ac:grpSpMkLst>
            <pc:docMk/>
            <pc:sldMk cId="1893746339" sldId="2147480821"/>
            <ac:grpSpMk id="62" creationId="{6BCFDABF-C444-33BC-2CE7-7AF9B24DB18B}"/>
          </ac:grpSpMkLst>
        </pc:grpChg>
        <pc:grpChg chg="add mod">
          <ac:chgData name="Takeuchi, Koichiro" userId="b3848a05-443b-4434-8fa5-7398ca0c03c9" providerId="ADAL" clId="{CB223349-29E1-400D-B419-E90CA0AB3E89}" dt="2024-06-20T04:10:40.881" v="5925" actId="12788"/>
          <ac:grpSpMkLst>
            <pc:docMk/>
            <pc:sldMk cId="1893746339" sldId="2147480821"/>
            <ac:grpSpMk id="63" creationId="{E8F9543C-9F85-F2AA-E2EA-BFCEC1057E33}"/>
          </ac:grpSpMkLst>
        </pc:grpChg>
        <pc:picChg chg="add mod">
          <ac:chgData name="Takeuchi, Koichiro" userId="b3848a05-443b-4434-8fa5-7398ca0c03c9" providerId="ADAL" clId="{CB223349-29E1-400D-B419-E90CA0AB3E89}" dt="2024-06-20T04:05:24.127" v="5533"/>
          <ac:picMkLst>
            <pc:docMk/>
            <pc:sldMk cId="1893746339" sldId="2147480821"/>
            <ac:picMk id="9" creationId="{5DE1C007-4E23-4542-2639-EC45DDCFA609}"/>
          </ac:picMkLst>
        </pc:picChg>
        <pc:cxnChg chg="add del mod">
          <ac:chgData name="Takeuchi, Koichiro" userId="b3848a05-443b-4434-8fa5-7398ca0c03c9" providerId="ADAL" clId="{CB223349-29E1-400D-B419-E90CA0AB3E89}" dt="2024-06-20T04:06:27.082" v="5552" actId="478"/>
          <ac:cxnSpMkLst>
            <pc:docMk/>
            <pc:sldMk cId="1893746339" sldId="2147480821"/>
            <ac:cxnSpMk id="42" creationId="{2CA2B76F-3E7B-527D-8515-0039B3FA378D}"/>
          </ac:cxnSpMkLst>
        </pc:cxnChg>
        <pc:cxnChg chg="add del mod">
          <ac:chgData name="Takeuchi, Koichiro" userId="b3848a05-443b-4434-8fa5-7398ca0c03c9" providerId="ADAL" clId="{CB223349-29E1-400D-B419-E90CA0AB3E89}" dt="2024-06-20T04:06:27.082" v="5552" actId="478"/>
          <ac:cxnSpMkLst>
            <pc:docMk/>
            <pc:sldMk cId="1893746339" sldId="2147480821"/>
            <ac:cxnSpMk id="44" creationId="{690602EB-DC43-3986-0A75-DA315B262B91}"/>
          </ac:cxnSpMkLst>
        </pc:cxnChg>
        <pc:cxnChg chg="add del mod">
          <ac:chgData name="Takeuchi, Koichiro" userId="b3848a05-443b-4434-8fa5-7398ca0c03c9" providerId="ADAL" clId="{CB223349-29E1-400D-B419-E90CA0AB3E89}" dt="2024-06-20T04:06:27.082" v="5552" actId="478"/>
          <ac:cxnSpMkLst>
            <pc:docMk/>
            <pc:sldMk cId="1893746339" sldId="2147480821"/>
            <ac:cxnSpMk id="46" creationId="{0E3D1F90-412A-E8FF-DA81-AB75685176F8}"/>
          </ac:cxnSpMkLst>
        </pc:cxnChg>
        <pc:cxnChg chg="add del mod">
          <ac:chgData name="Takeuchi, Koichiro" userId="b3848a05-443b-4434-8fa5-7398ca0c03c9" providerId="ADAL" clId="{CB223349-29E1-400D-B419-E90CA0AB3E89}" dt="2024-06-20T04:09:57.625" v="5881" actId="478"/>
          <ac:cxnSpMkLst>
            <pc:docMk/>
            <pc:sldMk cId="1893746339" sldId="2147480821"/>
            <ac:cxnSpMk id="48" creationId="{3786D75E-CD60-3254-4840-95190626648F}"/>
          </ac:cxnSpMkLst>
        </pc:cxnChg>
        <pc:cxnChg chg="add del mod">
          <ac:chgData name="Takeuchi, Koichiro" userId="b3848a05-443b-4434-8fa5-7398ca0c03c9" providerId="ADAL" clId="{CB223349-29E1-400D-B419-E90CA0AB3E89}" dt="2024-06-20T04:06:35.797" v="5554" actId="478"/>
          <ac:cxnSpMkLst>
            <pc:docMk/>
            <pc:sldMk cId="1893746339" sldId="2147480821"/>
            <ac:cxnSpMk id="50" creationId="{5F2BFE2D-E70E-8C4A-AAFA-079502C7209E}"/>
          </ac:cxnSpMkLst>
        </pc:cxnChg>
        <pc:cxnChg chg="add del mod">
          <ac:chgData name="Takeuchi, Koichiro" userId="b3848a05-443b-4434-8fa5-7398ca0c03c9" providerId="ADAL" clId="{CB223349-29E1-400D-B419-E90CA0AB3E89}" dt="2024-06-20T04:06:31.815" v="5553" actId="478"/>
          <ac:cxnSpMkLst>
            <pc:docMk/>
            <pc:sldMk cId="1893746339" sldId="2147480821"/>
            <ac:cxnSpMk id="52" creationId="{95496DE2-11DF-5642-53EE-4918E140CC83}"/>
          </ac:cxnSpMkLst>
        </pc:cxnChg>
        <pc:cxnChg chg="add del mod">
          <ac:chgData name="Takeuchi, Koichiro" userId="b3848a05-443b-4434-8fa5-7398ca0c03c9" providerId="ADAL" clId="{CB223349-29E1-400D-B419-E90CA0AB3E89}" dt="2024-06-20T04:06:31.815" v="5553" actId="478"/>
          <ac:cxnSpMkLst>
            <pc:docMk/>
            <pc:sldMk cId="1893746339" sldId="2147480821"/>
            <ac:cxnSpMk id="54" creationId="{554B885E-58EE-7AB6-DDDE-3B688F103DD2}"/>
          </ac:cxnSpMkLst>
        </pc:cxnChg>
        <pc:cxnChg chg="add del mod">
          <ac:chgData name="Takeuchi, Koichiro" userId="b3848a05-443b-4434-8fa5-7398ca0c03c9" providerId="ADAL" clId="{CB223349-29E1-400D-B419-E90CA0AB3E89}" dt="2024-06-20T04:10:16.800" v="5913" actId="478"/>
          <ac:cxnSpMkLst>
            <pc:docMk/>
            <pc:sldMk cId="1893746339" sldId="2147480821"/>
            <ac:cxnSpMk id="56" creationId="{572A0F43-01B3-1D76-7512-5C9F9FA4C66C}"/>
          </ac:cxnSpMkLst>
        </pc:cxnChg>
        <pc:cxnChg chg="add">
          <ac:chgData name="Takeuchi, Koichiro" userId="b3848a05-443b-4434-8fa5-7398ca0c03c9" providerId="ADAL" clId="{CB223349-29E1-400D-B419-E90CA0AB3E89}" dt="2024-06-20T04:10:54.867" v="5926" actId="11529"/>
          <ac:cxnSpMkLst>
            <pc:docMk/>
            <pc:sldMk cId="1893746339" sldId="2147480821"/>
            <ac:cxnSpMk id="65" creationId="{AD49BB89-D907-AA1F-EFC2-3D32661F8F57}"/>
          </ac:cxnSpMkLst>
        </pc:cxnChg>
        <pc:cxnChg chg="add mod">
          <ac:chgData name="Takeuchi, Koichiro" userId="b3848a05-443b-4434-8fa5-7398ca0c03c9" providerId="ADAL" clId="{CB223349-29E1-400D-B419-E90CA0AB3E89}" dt="2024-06-20T04:10:59.534" v="5929" actId="14100"/>
          <ac:cxnSpMkLst>
            <pc:docMk/>
            <pc:sldMk cId="1893746339" sldId="2147480821"/>
            <ac:cxnSpMk id="66" creationId="{AD165A5C-BDD2-4F81-8D76-BE7579354A60}"/>
          </ac:cxnSpMkLst>
        </pc:cxnChg>
        <pc:cxnChg chg="add mod">
          <ac:chgData name="Takeuchi, Koichiro" userId="b3848a05-443b-4434-8fa5-7398ca0c03c9" providerId="ADAL" clId="{CB223349-29E1-400D-B419-E90CA0AB3E89}" dt="2024-06-20T04:11:05.495" v="5932" actId="14100"/>
          <ac:cxnSpMkLst>
            <pc:docMk/>
            <pc:sldMk cId="1893746339" sldId="2147480821"/>
            <ac:cxnSpMk id="69" creationId="{CF3F2D4B-4CAB-2913-691C-785F06F59C6B}"/>
          </ac:cxnSpMkLst>
        </pc:cxnChg>
        <pc:cxnChg chg="add mod">
          <ac:chgData name="Takeuchi, Koichiro" userId="b3848a05-443b-4434-8fa5-7398ca0c03c9" providerId="ADAL" clId="{CB223349-29E1-400D-B419-E90CA0AB3E89}" dt="2024-06-20T04:11:14.309" v="5936" actId="14100"/>
          <ac:cxnSpMkLst>
            <pc:docMk/>
            <pc:sldMk cId="1893746339" sldId="2147480821"/>
            <ac:cxnSpMk id="72" creationId="{C0275373-A890-F909-3F8F-44C297F4ED3E}"/>
          </ac:cxnSpMkLst>
        </pc:cxnChg>
        <pc:cxnChg chg="add mod">
          <ac:chgData name="Takeuchi, Koichiro" userId="b3848a05-443b-4434-8fa5-7398ca0c03c9" providerId="ADAL" clId="{CB223349-29E1-400D-B419-E90CA0AB3E89}" dt="2024-06-20T04:11:19.028" v="5939" actId="14100"/>
          <ac:cxnSpMkLst>
            <pc:docMk/>
            <pc:sldMk cId="1893746339" sldId="2147480821"/>
            <ac:cxnSpMk id="76" creationId="{E4489E18-0CAC-21DC-D771-19A473400CEF}"/>
          </ac:cxnSpMkLst>
        </pc:cxnChg>
        <pc:cxnChg chg="add mod">
          <ac:chgData name="Takeuchi, Koichiro" userId="b3848a05-443b-4434-8fa5-7398ca0c03c9" providerId="ADAL" clId="{CB223349-29E1-400D-B419-E90CA0AB3E89}" dt="2024-06-20T04:12:35.094" v="5999" actId="14100"/>
          <ac:cxnSpMkLst>
            <pc:docMk/>
            <pc:sldMk cId="1893746339" sldId="2147480821"/>
            <ac:cxnSpMk id="80" creationId="{5C8F5460-2F5F-B46E-F849-C1BA286371C2}"/>
          </ac:cxnSpMkLst>
        </pc:cxnChg>
        <pc:cxnChg chg="add mod">
          <ac:chgData name="Takeuchi, Koichiro" userId="b3848a05-443b-4434-8fa5-7398ca0c03c9" providerId="ADAL" clId="{CB223349-29E1-400D-B419-E90CA0AB3E89}" dt="2024-06-20T04:12:57.606" v="6037" actId="14100"/>
          <ac:cxnSpMkLst>
            <pc:docMk/>
            <pc:sldMk cId="1893746339" sldId="2147480821"/>
            <ac:cxnSpMk id="83" creationId="{39D2DAA4-D84A-C78B-125B-EB3DF2AF494E}"/>
          </ac:cxnSpMkLst>
        </pc:cxnChg>
        <pc:cxnChg chg="add mod">
          <ac:chgData name="Takeuchi, Koichiro" userId="b3848a05-443b-4434-8fa5-7398ca0c03c9" providerId="ADAL" clId="{CB223349-29E1-400D-B419-E90CA0AB3E89}" dt="2024-06-20T04:13:23.207" v="6096" actId="14100"/>
          <ac:cxnSpMkLst>
            <pc:docMk/>
            <pc:sldMk cId="1893746339" sldId="2147480821"/>
            <ac:cxnSpMk id="87" creationId="{DFB8B033-618C-DD13-32A4-063745C2A4B0}"/>
          </ac:cxnSpMkLst>
        </pc:cxnChg>
        <pc:cxnChg chg="add mod">
          <ac:chgData name="Takeuchi, Koichiro" userId="b3848a05-443b-4434-8fa5-7398ca0c03c9" providerId="ADAL" clId="{CB223349-29E1-400D-B419-E90CA0AB3E89}" dt="2024-06-20T04:13:58.838" v="6228" actId="14100"/>
          <ac:cxnSpMkLst>
            <pc:docMk/>
            <pc:sldMk cId="1893746339" sldId="2147480821"/>
            <ac:cxnSpMk id="90" creationId="{626F2EDA-678B-C9CC-8E9D-2A824B7B5CBA}"/>
          </ac:cxnSpMkLst>
        </pc:cxnChg>
      </pc:sldChg>
      <pc:sldChg chg="addSp delSp modSp new mod">
        <pc:chgData name="Takeuchi, Koichiro" userId="b3848a05-443b-4434-8fa5-7398ca0c03c9" providerId="ADAL" clId="{CB223349-29E1-400D-B419-E90CA0AB3E89}" dt="2024-06-20T04:18:55.483" v="6325" actId="12788"/>
        <pc:sldMkLst>
          <pc:docMk/>
          <pc:sldMk cId="4135958825" sldId="2147480822"/>
        </pc:sldMkLst>
        <pc:spChg chg="mod">
          <ac:chgData name="Takeuchi, Koichiro" userId="b3848a05-443b-4434-8fa5-7398ca0c03c9" providerId="ADAL" clId="{CB223349-29E1-400D-B419-E90CA0AB3E89}" dt="2024-06-20T04:18:42.130" v="6300" actId="20577"/>
          <ac:spMkLst>
            <pc:docMk/>
            <pc:sldMk cId="4135958825" sldId="2147480822"/>
            <ac:spMk id="2" creationId="{1BBCF16B-B591-E922-E594-2E87EAADFBF5}"/>
          </ac:spMkLst>
        </pc:spChg>
        <pc:spChg chg="del">
          <ac:chgData name="Takeuchi, Koichiro" userId="b3848a05-443b-4434-8fa5-7398ca0c03c9" providerId="ADAL" clId="{CB223349-29E1-400D-B419-E90CA0AB3E89}" dt="2024-06-20T04:18:06.521" v="6230" actId="478"/>
          <ac:spMkLst>
            <pc:docMk/>
            <pc:sldMk cId="4135958825" sldId="2147480822"/>
            <ac:spMk id="3" creationId="{359C7521-848F-9F6E-FF01-356DFD5C2D0E}"/>
          </ac:spMkLst>
        </pc:spChg>
        <pc:picChg chg="add mod">
          <ac:chgData name="Takeuchi, Koichiro" userId="b3848a05-443b-4434-8fa5-7398ca0c03c9" providerId="ADAL" clId="{CB223349-29E1-400D-B419-E90CA0AB3E89}" dt="2024-06-20T04:18:55.483" v="6325" actId="12788"/>
          <ac:picMkLst>
            <pc:docMk/>
            <pc:sldMk cId="4135958825" sldId="2147480822"/>
            <ac:picMk id="8" creationId="{3C455565-A480-2BEB-3663-544AE263D635}"/>
          </ac:picMkLst>
        </pc:picChg>
      </pc:sldChg>
      <pc:sldChg chg="modSp add mod">
        <pc:chgData name="Takeuchi, Koichiro" userId="b3848a05-443b-4434-8fa5-7398ca0c03c9" providerId="ADAL" clId="{CB223349-29E1-400D-B419-E90CA0AB3E89}" dt="2024-06-20T04:34:52.429" v="6938" actId="20577"/>
        <pc:sldMkLst>
          <pc:docMk/>
          <pc:sldMk cId="982874196" sldId="2147480823"/>
        </pc:sldMkLst>
        <pc:spChg chg="mod">
          <ac:chgData name="Takeuchi, Koichiro" userId="b3848a05-443b-4434-8fa5-7398ca0c03c9" providerId="ADAL" clId="{CB223349-29E1-400D-B419-E90CA0AB3E89}" dt="2024-06-20T04:21:27.544" v="6510" actId="1035"/>
          <ac:spMkLst>
            <pc:docMk/>
            <pc:sldMk cId="982874196" sldId="2147480823"/>
            <ac:spMk id="3" creationId="{B5E6072F-7729-76F7-2DA0-373762A10571}"/>
          </ac:spMkLst>
        </pc:spChg>
        <pc:spChg chg="mod">
          <ac:chgData name="Takeuchi, Koichiro" userId="b3848a05-443b-4434-8fa5-7398ca0c03c9" providerId="ADAL" clId="{CB223349-29E1-400D-B419-E90CA0AB3E89}" dt="2024-06-20T04:34:52.429" v="6938" actId="20577"/>
          <ac:spMkLst>
            <pc:docMk/>
            <pc:sldMk cId="982874196" sldId="2147480823"/>
            <ac:spMk id="7" creationId="{4C331423-D31E-54C6-B603-3A2DCE7DE991}"/>
          </ac:spMkLst>
        </pc:spChg>
      </pc:sldChg>
      <pc:sldChg chg="addSp delSp modSp new mod">
        <pc:chgData name="Takeuchi, Koichiro" userId="b3848a05-443b-4434-8fa5-7398ca0c03c9" providerId="ADAL" clId="{CB223349-29E1-400D-B419-E90CA0AB3E89}" dt="2024-06-20T04:34:19.775" v="6903" actId="20577"/>
        <pc:sldMkLst>
          <pc:docMk/>
          <pc:sldMk cId="1281262462" sldId="2147480824"/>
        </pc:sldMkLst>
        <pc:spChg chg="mod">
          <ac:chgData name="Takeuchi, Koichiro" userId="b3848a05-443b-4434-8fa5-7398ca0c03c9" providerId="ADAL" clId="{CB223349-29E1-400D-B419-E90CA0AB3E89}" dt="2024-06-20T04:32:29.337" v="6546" actId="255"/>
          <ac:spMkLst>
            <pc:docMk/>
            <pc:sldMk cId="1281262462" sldId="2147480824"/>
            <ac:spMk id="2" creationId="{DE1B0F54-6069-27E5-FD60-B823E9F06049}"/>
          </ac:spMkLst>
        </pc:spChg>
        <pc:spChg chg="del">
          <ac:chgData name="Takeuchi, Koichiro" userId="b3848a05-443b-4434-8fa5-7398ca0c03c9" providerId="ADAL" clId="{CB223349-29E1-400D-B419-E90CA0AB3E89}" dt="2024-06-20T04:32:39.616" v="6548" actId="478"/>
          <ac:spMkLst>
            <pc:docMk/>
            <pc:sldMk cId="1281262462" sldId="2147480824"/>
            <ac:spMk id="3" creationId="{F9C520F5-F30C-222E-31A1-9E636A8D1E17}"/>
          </ac:spMkLst>
        </pc:spChg>
        <pc:spChg chg="del">
          <ac:chgData name="Takeuchi, Koichiro" userId="b3848a05-443b-4434-8fa5-7398ca0c03c9" providerId="ADAL" clId="{CB223349-29E1-400D-B419-E90CA0AB3E89}" dt="2024-06-20T04:32:35.601" v="6547" actId="478"/>
          <ac:spMkLst>
            <pc:docMk/>
            <pc:sldMk cId="1281262462" sldId="2147480824"/>
            <ac:spMk id="4" creationId="{ACFE8492-A75E-5FFF-2755-C75384B1211C}"/>
          </ac:spMkLst>
        </pc:spChg>
        <pc:spChg chg="add mod">
          <ac:chgData name="Takeuchi, Koichiro" userId="b3848a05-443b-4434-8fa5-7398ca0c03c9" providerId="ADAL" clId="{CB223349-29E1-400D-B419-E90CA0AB3E89}" dt="2024-06-20T04:34:19.775" v="6903" actId="20577"/>
          <ac:spMkLst>
            <pc:docMk/>
            <pc:sldMk cId="1281262462" sldId="2147480824"/>
            <ac:spMk id="9" creationId="{5266863F-C8D1-3AEB-0EDC-891262C12E40}"/>
          </ac:spMkLst>
        </pc:spChg>
        <pc:picChg chg="add mod">
          <ac:chgData name="Takeuchi, Koichiro" userId="b3848a05-443b-4434-8fa5-7398ca0c03c9" providerId="ADAL" clId="{CB223349-29E1-400D-B419-E90CA0AB3E89}" dt="2024-06-20T04:32:08.096" v="6524" actId="1035"/>
          <ac:picMkLst>
            <pc:docMk/>
            <pc:sldMk cId="1281262462" sldId="2147480824"/>
            <ac:picMk id="8" creationId="{F8E4A922-783D-9F68-146B-1521064CCD75}"/>
          </ac:picMkLst>
        </pc:picChg>
      </pc:sldChg>
      <pc:sldChg chg="modSp add mod">
        <pc:chgData name="Takeuchi, Koichiro" userId="b3848a05-443b-4434-8fa5-7398ca0c03c9" providerId="ADAL" clId="{CB223349-29E1-400D-B419-E90CA0AB3E89}" dt="2024-06-20T04:34:47.881" v="6931" actId="20577"/>
        <pc:sldMkLst>
          <pc:docMk/>
          <pc:sldMk cId="1860587498" sldId="2147480825"/>
        </pc:sldMkLst>
        <pc:spChg chg="mod">
          <ac:chgData name="Takeuchi, Koichiro" userId="b3848a05-443b-4434-8fa5-7398ca0c03c9" providerId="ADAL" clId="{CB223349-29E1-400D-B419-E90CA0AB3E89}" dt="2024-06-20T04:34:44.648" v="6924" actId="1035"/>
          <ac:spMkLst>
            <pc:docMk/>
            <pc:sldMk cId="1860587498" sldId="2147480825"/>
            <ac:spMk id="3" creationId="{B5E6072F-7729-76F7-2DA0-373762A10571}"/>
          </ac:spMkLst>
        </pc:spChg>
        <pc:spChg chg="mod">
          <ac:chgData name="Takeuchi, Koichiro" userId="b3848a05-443b-4434-8fa5-7398ca0c03c9" providerId="ADAL" clId="{CB223349-29E1-400D-B419-E90CA0AB3E89}" dt="2024-06-20T04:34:47.881" v="6931" actId="20577"/>
          <ac:spMkLst>
            <pc:docMk/>
            <pc:sldMk cId="1860587498" sldId="2147480825"/>
            <ac:spMk id="7" creationId="{4C331423-D31E-54C6-B603-3A2DCE7DE991}"/>
          </ac:spMkLst>
        </pc:spChg>
      </pc:sldChg>
      <pc:sldChg chg="addSp delSp modSp new mod">
        <pc:chgData name="Takeuchi, Koichiro" userId="b3848a05-443b-4434-8fa5-7398ca0c03c9" providerId="ADAL" clId="{CB223349-29E1-400D-B419-E90CA0AB3E89}" dt="2024-06-20T04:48:29.852" v="7694" actId="948"/>
        <pc:sldMkLst>
          <pc:docMk/>
          <pc:sldMk cId="2654425851" sldId="2147480826"/>
        </pc:sldMkLst>
        <pc:spChg chg="mod">
          <ac:chgData name="Takeuchi, Koichiro" userId="b3848a05-443b-4434-8fa5-7398ca0c03c9" providerId="ADAL" clId="{CB223349-29E1-400D-B419-E90CA0AB3E89}" dt="2024-06-20T04:39:13.049" v="7031" actId="404"/>
          <ac:spMkLst>
            <pc:docMk/>
            <pc:sldMk cId="2654425851" sldId="2147480826"/>
            <ac:spMk id="2" creationId="{C48FEF3C-FDEA-5C42-6201-82A2ADF1F5CC}"/>
          </ac:spMkLst>
        </pc:spChg>
        <pc:spChg chg="mod">
          <ac:chgData name="Takeuchi, Koichiro" userId="b3848a05-443b-4434-8fa5-7398ca0c03c9" providerId="ADAL" clId="{CB223349-29E1-400D-B419-E90CA0AB3E89}" dt="2024-06-20T04:40:00.326" v="7209" actId="20577"/>
          <ac:spMkLst>
            <pc:docMk/>
            <pc:sldMk cId="2654425851" sldId="2147480826"/>
            <ac:spMk id="3" creationId="{8F0E7406-6785-D4F2-079F-F71C63FACC58}"/>
          </ac:spMkLst>
        </pc:spChg>
        <pc:spChg chg="add del mod">
          <ac:chgData name="Takeuchi, Koichiro" userId="b3848a05-443b-4434-8fa5-7398ca0c03c9" providerId="ADAL" clId="{CB223349-29E1-400D-B419-E90CA0AB3E89}" dt="2024-06-20T04:40:03.273" v="7210" actId="478"/>
          <ac:spMkLst>
            <pc:docMk/>
            <pc:sldMk cId="2654425851" sldId="2147480826"/>
            <ac:spMk id="7" creationId="{13942DAC-C138-18F0-6745-E708556712CB}"/>
          </ac:spMkLst>
        </pc:spChg>
        <pc:spChg chg="add mod">
          <ac:chgData name="Takeuchi, Koichiro" userId="b3848a05-443b-4434-8fa5-7398ca0c03c9" providerId="ADAL" clId="{CB223349-29E1-400D-B419-E90CA0AB3E89}" dt="2024-06-20T04:40:49.633" v="7211"/>
          <ac:spMkLst>
            <pc:docMk/>
            <pc:sldMk cId="2654425851" sldId="2147480826"/>
            <ac:spMk id="8" creationId="{AEE3E8D9-2850-C13C-C18A-74AF840208B8}"/>
          </ac:spMkLst>
        </pc:spChg>
        <pc:spChg chg="add mod">
          <ac:chgData name="Takeuchi, Koichiro" userId="b3848a05-443b-4434-8fa5-7398ca0c03c9" providerId="ADAL" clId="{CB223349-29E1-400D-B419-E90CA0AB3E89}" dt="2024-06-20T04:48:29.852" v="7694" actId="948"/>
          <ac:spMkLst>
            <pc:docMk/>
            <pc:sldMk cId="2654425851" sldId="2147480826"/>
            <ac:spMk id="9" creationId="{0F43399E-64F5-49DB-5661-038B37BF014F}"/>
          </ac:spMkLst>
        </pc:spChg>
        <pc:picChg chg="add mod">
          <ac:chgData name="Takeuchi, Koichiro" userId="b3848a05-443b-4434-8fa5-7398ca0c03c9" providerId="ADAL" clId="{CB223349-29E1-400D-B419-E90CA0AB3E89}" dt="2024-06-20T04:48:01.562" v="7691" actId="1076"/>
          <ac:picMkLst>
            <pc:docMk/>
            <pc:sldMk cId="2654425851" sldId="2147480826"/>
            <ac:picMk id="10" creationId="{46A36C21-B699-6A72-390D-C310FE15CD91}"/>
          </ac:picMkLst>
        </pc:picChg>
      </pc:sldChg>
      <pc:sldChg chg="delSp add mod">
        <pc:chgData name="Takeuchi, Koichiro" userId="b3848a05-443b-4434-8fa5-7398ca0c03c9" providerId="ADAL" clId="{CB223349-29E1-400D-B419-E90CA0AB3E89}" dt="2024-06-20T05:29:37.816" v="7835" actId="478"/>
        <pc:sldMkLst>
          <pc:docMk/>
          <pc:sldMk cId="3882822137" sldId="2147480827"/>
        </pc:sldMkLst>
        <pc:spChg chg="del">
          <ac:chgData name="Takeuchi, Koichiro" userId="b3848a05-443b-4434-8fa5-7398ca0c03c9" providerId="ADAL" clId="{CB223349-29E1-400D-B419-E90CA0AB3E89}" dt="2024-06-20T05:29:37.816" v="7835" actId="478"/>
          <ac:spMkLst>
            <pc:docMk/>
            <pc:sldMk cId="3882822137" sldId="2147480827"/>
            <ac:spMk id="75" creationId="{259D5601-F7A4-9E37-5B38-041897564AC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D25FFA-04D6-4E43-8CAB-8F9E96954BCF}" type="datetimeFigureOut">
              <a:rPr kumimoji="1" lang="ja-JP" altLang="en-US" smtClean="0"/>
              <a:t>2026/3/4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26EB9A-E095-4C20-A56C-1F5F53DBB951}" type="slidenum">
              <a:rPr kumimoji="1" lang="ja-JP" altLang="en-US" smtClean="0"/>
              <a:t>‹#›</a:t>
            </a:fld>
            <a:endParaRPr kumimoji="1" lang="ja-JP" altLang="en-US"/>
          </a:p>
        </p:txBody>
      </p:sp>
    </p:spTree>
    <p:extLst>
      <p:ext uri="{BB962C8B-B14F-4D97-AF65-F5344CB8AC3E}">
        <p14:creationId xmlns:p14="http://schemas.microsoft.com/office/powerpoint/2010/main" val="413336669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tags" Target="../tags/tag4.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slideMaster" Target="../slideMasters/slideMaster1.xml"/><Relationship Id="rId4" Type="http://schemas.openxmlformats.org/officeDocument/2006/relationships/oleObject" Target="../embeddings/oleObject3.bin"/><Relationship Id="rId5"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hite3+Image">
    <p:bg>
      <p:bgRef idx="1001">
        <a:schemeClr val="bg1"/>
      </p:bgRef>
    </p:bg>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8789632" cy="1769720"/>
          </a:xfrm>
          <a:prstGeom prst="rect">
            <a:avLst/>
          </a:prstGeom>
        </p:spPr>
        <p:txBody>
          <a:bodyPr anchor="b">
            <a:normAutofit/>
          </a:bodyPr>
          <a:lstStyle>
            <a:lvl1pPr algn="l">
              <a:lnSpc>
                <a:spcPct val="90000"/>
              </a:lnSpc>
              <a:defRPr sz="4000">
                <a:solidFill>
                  <a:schemeClr val="tx1"/>
                </a:solidFill>
              </a:defRPr>
            </a:lvl1pPr>
          </a:lstStyle>
          <a:p>
            <a:r>
              <a:rPr lang="en-US" dirty="0"/>
              <a:t>Place presentation title here 40pt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7653290" cy="1092845"/>
          </a:xfrm>
          <a:prstGeom prst="rect">
            <a:avLst/>
          </a:prstGeom>
        </p:spPr>
        <p:txBody>
          <a:bodyPr/>
          <a:lstStyle>
            <a:lvl1pPr marL="0" indent="0" algn="l">
              <a:lnSpc>
                <a:spcPct val="90000"/>
              </a:lnSpc>
              <a:spcAft>
                <a:spcPts val="0"/>
              </a:spcAft>
              <a:buNone/>
              <a:defRPr sz="2400" b="0" i="0" spc="0">
                <a:solidFill>
                  <a:schemeClr val="tx1"/>
                </a:solidFill>
                <a:latin typeface="Graphik" panose="020B0503030202060203" pitchFamily="34" charset="0"/>
                <a:ea typeface="Meiryo UI"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dirty="0"/>
              <a:t>Place subtitle here in GT Sectra Fine </a:t>
            </a:r>
            <a:r>
              <a:rPr lang="en-US" dirty="0" err="1"/>
              <a:t>Rg</a:t>
            </a:r>
            <a:r>
              <a:rPr lang="en-US" dirty="0"/>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a:prstGeom prst="rect">
            <a:avLst/>
          </a:prstGeom>
        </p:spPr>
        <p:txBody>
          <a:bodyPr/>
          <a:lstStyle>
            <a:lvl1pPr marL="0" indent="0" algn="l" defTabSz="914400" rtl="0" eaLnBrk="1" latinLnBrk="0" hangingPunct="1">
              <a:spcAft>
                <a:spcPts val="0"/>
              </a:spcAft>
              <a:buNone/>
              <a:defRPr lang="en-US" sz="1400" b="0" kern="1200" dirty="0" smtClean="0">
                <a:solidFill>
                  <a:schemeClr val="tx1"/>
                </a:solidFill>
                <a:latin typeface="Graphik" panose="020B0503030202060203" pitchFamily="34" charset="0"/>
                <a:ea typeface="Meiryo UI" panose="020B0604030504040204" pitchFamily="50" charset="-128"/>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0" kern="1200" smtClean="0">
                <a:solidFill>
                  <a:schemeClr val="tx1"/>
                </a:solidFill>
                <a:latin typeface="Graphik" panose="020B0503030202060203" pitchFamily="34" charset="0"/>
                <a:ea typeface="Meiryo UI" panose="020B0604030504040204" pitchFamily="50" charset="-128"/>
                <a:cs typeface="+mn-cs"/>
              </a:defRPr>
            </a:lvl1pPr>
          </a:lstStyle>
          <a:p>
            <a:r>
              <a:rPr lang="en-US" altLang="ja-JP" dirty="0"/>
              <a:t>Date</a:t>
            </a:r>
            <a:endParaRPr lang="en-US" altLang="ja-JP" b="0" dirty="0"/>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2636" y="382725"/>
            <a:ext cx="641502" cy="704088"/>
          </a:xfrm>
          <a:prstGeom prst="rect">
            <a:avLst/>
          </a:prstGeom>
        </p:spPr>
      </p:pic>
      <p:pic>
        <p:nvPicPr>
          <p:cNvPr id="2" name="図 1" descr="挿絵 が含まれている画像&#10;&#10;自動的に生成された説明">
            <a:extLst>
              <a:ext uri="{FF2B5EF4-FFF2-40B4-BE49-F238E27FC236}">
                <a16:creationId xmlns:a16="http://schemas.microsoft.com/office/drawing/2014/main" id="{17190BCB-160E-4CDD-0B45-62CCCDD7670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95300" y="5765459"/>
            <a:ext cx="1959851" cy="516690"/>
          </a:xfrm>
          <a:prstGeom prst="rect">
            <a:avLst/>
          </a:prstGeom>
        </p:spPr>
      </p:pic>
    </p:spTree>
    <p:extLst>
      <p:ext uri="{BB962C8B-B14F-4D97-AF65-F5344CB8AC3E}">
        <p14:creationId xmlns:p14="http://schemas.microsoft.com/office/powerpoint/2010/main" val="9050507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hort Headline and 1 Column">
    <p:spTree>
      <p:nvGrpSpPr>
        <p:cNvPr id="1" name=""/>
        <p:cNvGrpSpPr/>
        <p:nvPr/>
      </p:nvGrpSpPr>
      <p:grpSpPr>
        <a:xfrm>
          <a:off x="0" y="0"/>
          <a:ext cx="0" cy="0"/>
          <a:chOff x="0" y="0"/>
          <a:chExt cx="0" cy="0"/>
        </a:xfrm>
      </p:grpSpPr>
      <p:sp>
        <p:nvSpPr>
          <p:cNvPr id="6" name="Content Placeholder 5"/>
          <p:cNvSpPr>
            <a:spLocks noGrp="1"/>
          </p:cNvSpPr>
          <p:nvPr>
            <p:ph sz="quarter" idx="18"/>
          </p:nvPr>
        </p:nvSpPr>
        <p:spPr>
          <a:xfrm>
            <a:off x="381000" y="993126"/>
            <a:ext cx="10912747" cy="1604740"/>
          </a:xfrm>
        </p:spPr>
        <p:txBody>
          <a:bodyPr>
            <a:normAutofit/>
          </a:bodyPr>
          <a:lstStyle>
            <a:lvl1pPr>
              <a:defRPr sz="1999" b="0">
                <a:solidFill>
                  <a:schemeClr val="tx1">
                    <a:lumMod val="75000"/>
                    <a:lumOff val="25000"/>
                  </a:schemeClr>
                </a:solidFill>
              </a:defRPr>
            </a:lvl1pPr>
            <a:lvl2pPr>
              <a:defRPr sz="1800">
                <a:solidFill>
                  <a:schemeClr val="tx1">
                    <a:lumMod val="75000"/>
                    <a:lumOff val="25000"/>
                  </a:schemeClr>
                </a:solidFill>
              </a:defRPr>
            </a:lvl2pPr>
            <a:lvl3pPr marL="514302" indent="-230166">
              <a:buFont typeface="Graphik" panose="020B0503030202060203" pitchFamily="34" charset="0"/>
              <a:buChar char="–"/>
              <a:defRPr sz="1400">
                <a:solidFill>
                  <a:schemeClr val="tx1">
                    <a:lumMod val="75000"/>
                    <a:lumOff val="25000"/>
                  </a:schemeClr>
                </a:solidFill>
              </a:defRPr>
            </a:lvl3pPr>
            <a:lvl5pPr marL="857167" indent="-177784">
              <a:buFont typeface="Graphik" panose="020B0503030202060203" pitchFamily="34" charset="0"/>
              <a:buChar char="–"/>
              <a:defRPr/>
            </a:lvl5pPr>
          </a:lstStyle>
          <a:p>
            <a:pPr lvl="0"/>
            <a:r>
              <a:rPr lang="en-US" dirty="0"/>
              <a:t>Edit Master text styles</a:t>
            </a:r>
          </a:p>
          <a:p>
            <a:pPr lvl="1"/>
            <a:r>
              <a:rPr lang="en-US" dirty="0"/>
              <a:t>Second level</a:t>
            </a:r>
          </a:p>
          <a:p>
            <a:pPr lvl="2"/>
            <a:r>
              <a:rPr lang="en-US" dirty="0"/>
              <a:t>Third level</a:t>
            </a:r>
          </a:p>
        </p:txBody>
      </p:sp>
      <p:sp>
        <p:nvSpPr>
          <p:cNvPr id="11" name="Title 10"/>
          <p:cNvSpPr>
            <a:spLocks noGrp="1"/>
          </p:cNvSpPr>
          <p:nvPr>
            <p:ph type="title" hasCustomPrompt="1"/>
          </p:nvPr>
        </p:nvSpPr>
        <p:spPr>
          <a:xfrm>
            <a:off x="380999" y="381000"/>
            <a:ext cx="11494089" cy="545512"/>
          </a:xfrm>
        </p:spPr>
        <p:txBody>
          <a:bodyPr>
            <a:normAutofit/>
          </a:bodyPr>
          <a:lstStyle>
            <a:lvl1pPr>
              <a:defRPr sz="3200" b="1"/>
            </a:lvl1pPr>
          </a:lstStyle>
          <a:p>
            <a:r>
              <a:rPr lang="en-US" dirty="0"/>
              <a:t>Click to edit Master title style</a:t>
            </a:r>
          </a:p>
        </p:txBody>
      </p:sp>
      <p:sp>
        <p:nvSpPr>
          <p:cNvPr id="3" name="Footer Placeholder 2"/>
          <p:cNvSpPr>
            <a:spLocks noGrp="1"/>
          </p:cNvSpPr>
          <p:nvPr>
            <p:ph type="ftr" sz="quarter" idx="20"/>
          </p:nvPr>
        </p:nvSpPr>
        <p:spPr/>
        <p:txBody>
          <a:bodyPr/>
          <a:lstStyle/>
          <a:p>
            <a:r>
              <a:rPr lang="en-US" dirty="0"/>
              <a:t>Copyright © 20</a:t>
            </a:r>
            <a:r>
              <a:rPr lang="en-US" altLang="ja-JP" dirty="0"/>
              <a:t>26</a:t>
            </a:r>
            <a:r>
              <a:rPr lang="en-US" dirty="0"/>
              <a:t> Accenture. All rights reserved.</a:t>
            </a:r>
          </a:p>
        </p:txBody>
      </p:sp>
      <p:sp>
        <p:nvSpPr>
          <p:cNvPr id="4" name="Slide Number Placeholder 3"/>
          <p:cNvSpPr>
            <a:spLocks noGrp="1"/>
          </p:cNvSpPr>
          <p:nvPr>
            <p:ph type="sldNum" sz="quarter" idx="21"/>
          </p:nvPr>
        </p:nvSpPr>
        <p:spPr/>
        <p:txBody>
          <a:bodyPr/>
          <a:lstStyle/>
          <a:p>
            <a:fld id="{4F9AC08D-23A9-440E-BCB9-AA1E9877CC38}" type="slidenum">
              <a:rPr lang="en-US" smtClean="0"/>
              <a:pPr/>
              <a:t>‹#›</a:t>
            </a:fld>
            <a:endParaRPr lang="en-US"/>
          </a:p>
        </p:txBody>
      </p:sp>
    </p:spTree>
    <p:extLst>
      <p:ext uri="{BB962C8B-B14F-4D97-AF65-F5344CB8AC3E}">
        <p14:creationId xmlns:p14="http://schemas.microsoft.com/office/powerpoint/2010/main" val="225954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Blank - Light">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9A03948D-E884-41CC-B043-B627FCBF6B42}"/>
              </a:ext>
            </a:extLst>
          </p:cNvPr>
          <p:cNvGraphicFramePr>
            <a:graphicFrameLocks noChangeAspect="1"/>
          </p:cNvGraphicFramePr>
          <p:nvPr userDrawn="1">
            <p:custDataLst>
              <p:tags r:id="rId1"/>
            </p:custDataLst>
            <p:extLst>
              <p:ext uri="{D42A27DB-BD31-4B8C-83A1-F6EECF244321}">
                <p14:modId xmlns:p14="http://schemas.microsoft.com/office/powerpoint/2010/main" val="3733856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470" imgH="469" progId="TCLayout.ActiveDocument.1">
                  <p:embed/>
                </p:oleObj>
              </mc:Choice>
              <mc:Fallback>
                <p:oleObj name="think-cell スライド" r:id="rId4" imgW="470" imgH="469" progId="TCLayout.ActiveDocument.1">
                  <p:embed/>
                  <p:pic>
                    <p:nvPicPr>
                      <p:cNvPr id="4" name="オブジェクト 3" hidden="1">
                        <a:extLst>
                          <a:ext uri="{FF2B5EF4-FFF2-40B4-BE49-F238E27FC236}">
                            <a16:creationId xmlns:a16="http://schemas.microsoft.com/office/drawing/2014/main" id="{9A03948D-E884-41CC-B043-B627FCBF6B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B696379C-6F57-45A8-A934-16883A72ED37}"/>
              </a:ext>
            </a:extLst>
          </p:cNvPr>
          <p:cNvSpPr/>
          <p:nvPr userDrawn="1">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GB" altLang="ja-JP" sz="3600" b="1" i="0" baseline="0" err="1">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1"/>
            <a:ext cx="11430000" cy="435429"/>
          </a:xfrm>
        </p:spPr>
        <p:txBody>
          <a:bodyPr anchor="ctr">
            <a:normAutofit/>
          </a:bodyPr>
          <a:lstStyle>
            <a:lvl1pPr>
              <a:defRPr sz="3200" cap="none" baseline="0">
                <a:solidFill>
                  <a:schemeClr val="tx1"/>
                </a:solidFill>
                <a:latin typeface="Graphik" panose="020B0503030202060203" pitchFamily="34" charset="0"/>
                <a:ea typeface="Meiryo UI" panose="020B0604030504040204" pitchFamily="50" charset="-128"/>
                <a:sym typeface="Meiryo UI" panose="020B0604030504040204" pitchFamily="50" charset="-128"/>
              </a:defRPr>
            </a:lvl1pPr>
          </a:lstStyle>
          <a:p>
            <a:r>
              <a:rPr lang="en-GB" dirty="0"/>
              <a:t>Place headline here (32pt, min 28pt)</a:t>
            </a:r>
            <a:endParaRPr lang="en-US" dirty="0"/>
          </a:p>
        </p:txBody>
      </p:sp>
      <p:sp>
        <p:nvSpPr>
          <p:cNvPr id="7" name="テキスト プレースホルダー 6">
            <a:extLst>
              <a:ext uri="{FF2B5EF4-FFF2-40B4-BE49-F238E27FC236}">
                <a16:creationId xmlns:a16="http://schemas.microsoft.com/office/drawing/2014/main" id="{9B06FFC7-D274-4E2D-BA29-31E425A92317}"/>
              </a:ext>
            </a:extLst>
          </p:cNvPr>
          <p:cNvSpPr>
            <a:spLocks noGrp="1"/>
          </p:cNvSpPr>
          <p:nvPr>
            <p:ph type="body" sz="quarter" idx="10" hasCustomPrompt="1"/>
          </p:nvPr>
        </p:nvSpPr>
        <p:spPr>
          <a:xfrm>
            <a:off x="381002" y="794588"/>
            <a:ext cx="11429999" cy="636814"/>
          </a:xfrm>
        </p:spPr>
        <p:txBody>
          <a:bodyPr>
            <a:noAutofit/>
          </a:bodyPr>
          <a:lstStyle>
            <a:lvl1pPr>
              <a:lnSpc>
                <a:spcPct val="100000"/>
              </a:lnSpc>
              <a:spcBef>
                <a:spcPts val="0"/>
              </a:spcBef>
              <a:spcAft>
                <a:spcPts val="600"/>
              </a:spcAft>
              <a:defRPr sz="1800" b="0">
                <a:latin typeface="Meiryo UI" panose="020B0604030504040204" pitchFamily="50" charset="-128"/>
                <a:ea typeface="Meiryo UI" panose="020B0604030504040204" pitchFamily="50" charset="-128"/>
              </a:defRPr>
            </a:lvl1pPr>
            <a:lvl2pPr>
              <a:lnSpc>
                <a:spcPct val="100000"/>
              </a:lnSpc>
              <a:spcBef>
                <a:spcPts val="0"/>
              </a:spcBef>
              <a:spcAft>
                <a:spcPts val="600"/>
              </a:spcAft>
              <a:defRPr sz="1800" b="0">
                <a:latin typeface="Meiryo UI" panose="020B0604030504040204" pitchFamily="50" charset="-128"/>
                <a:ea typeface="Meiryo UI" panose="020B0604030504040204" pitchFamily="50" charset="-128"/>
              </a:defRPr>
            </a:lvl2pPr>
            <a:lvl3pPr>
              <a:lnSpc>
                <a:spcPct val="100000"/>
              </a:lnSpc>
              <a:spcBef>
                <a:spcPts val="0"/>
              </a:spcBef>
              <a:spcAft>
                <a:spcPts val="600"/>
              </a:spcAft>
              <a:defRPr sz="1800" b="0">
                <a:latin typeface="Meiryo UI" panose="020B0604030504040204" pitchFamily="50" charset="-128"/>
                <a:ea typeface="Meiryo UI" panose="020B0604030504040204" pitchFamily="50" charset="-128"/>
              </a:defRPr>
            </a:lvl3pPr>
            <a:lvl4pPr>
              <a:lnSpc>
                <a:spcPct val="100000"/>
              </a:lnSpc>
              <a:spcBef>
                <a:spcPts val="0"/>
              </a:spcBef>
              <a:spcAft>
                <a:spcPts val="600"/>
              </a:spcAft>
              <a:defRPr sz="1800" b="0">
                <a:latin typeface="Meiryo UI" panose="020B0604030504040204" pitchFamily="50" charset="-128"/>
                <a:ea typeface="Meiryo UI" panose="020B0604030504040204" pitchFamily="50" charset="-128"/>
              </a:defRPr>
            </a:lvl4pPr>
            <a:lvl5pPr>
              <a:lnSpc>
                <a:spcPct val="100000"/>
              </a:lnSpc>
              <a:spcBef>
                <a:spcPts val="0"/>
              </a:spcBef>
              <a:spcAft>
                <a:spcPts val="600"/>
              </a:spcAft>
              <a:defRPr sz="1800" b="0">
                <a:latin typeface="Meiryo UI" panose="020B0604030504040204" pitchFamily="50" charset="-128"/>
                <a:ea typeface="Meiryo UI" panose="020B0604030504040204" pitchFamily="50" charset="-128"/>
              </a:defRPr>
            </a:lvl5pPr>
          </a:lstStyle>
          <a:p>
            <a:pPr lvl="0"/>
            <a:r>
              <a:rPr kumimoji="1" lang="en-US" altLang="ja-JP" dirty="0"/>
              <a:t>Master text formatting</a:t>
            </a:r>
            <a:endParaRPr kumimoji="1" lang="ja-JP" altLang="en-US" dirty="0"/>
          </a:p>
          <a:p>
            <a:pPr lvl="1"/>
            <a:r>
              <a:rPr lang="en-US" dirty="0"/>
              <a:t>Second level</a:t>
            </a:r>
            <a:endParaRPr kumimoji="1" lang="ja-JP" altLang="en-US" dirty="0"/>
          </a:p>
          <a:p>
            <a:pPr lvl="2"/>
            <a:r>
              <a:rPr kumimoji="1" lang="en-US" altLang="ja-JP" dirty="0"/>
              <a:t>Third level</a:t>
            </a:r>
            <a:endParaRPr kumimoji="1" lang="ja-JP" altLang="en-US" dirty="0"/>
          </a:p>
          <a:p>
            <a:pPr lvl="3"/>
            <a:r>
              <a:rPr kumimoji="1" lang="en-US" altLang="ja-JP" dirty="0"/>
              <a:t>Fourth level</a:t>
            </a:r>
            <a:endParaRPr kumimoji="1" lang="ja-JP" altLang="en-US" dirty="0"/>
          </a:p>
          <a:p>
            <a:pPr lvl="4"/>
            <a:r>
              <a:rPr kumimoji="1" lang="en-US" altLang="ja-JP" dirty="0"/>
              <a:t>Fifth level</a:t>
            </a:r>
            <a:endParaRPr kumimoji="1" lang="ja-JP" altLang="en-US" dirty="0"/>
          </a:p>
        </p:txBody>
      </p:sp>
      <p:sp>
        <p:nvSpPr>
          <p:cNvPr id="12" name="テキスト プレースホルダー 11">
            <a:extLst>
              <a:ext uri="{FF2B5EF4-FFF2-40B4-BE49-F238E27FC236}">
                <a16:creationId xmlns:a16="http://schemas.microsoft.com/office/drawing/2014/main" id="{CFAD8BFD-4EF7-448C-8F60-3144611F0CD5}"/>
              </a:ext>
            </a:extLst>
          </p:cNvPr>
          <p:cNvSpPr>
            <a:spLocks noGrp="1"/>
          </p:cNvSpPr>
          <p:nvPr>
            <p:ph type="body" sz="quarter" idx="11" hasCustomPrompt="1"/>
          </p:nvPr>
        </p:nvSpPr>
        <p:spPr>
          <a:xfrm>
            <a:off x="381000" y="74525"/>
            <a:ext cx="11430000" cy="251049"/>
          </a:xfrm>
        </p:spPr>
        <p:txBody>
          <a:bodyPr/>
          <a:lstStyle>
            <a:lvl1pPr>
              <a:defRPr sz="1400" b="0">
                <a:latin typeface="Graphik" panose="020B0503030202060203" pitchFamily="34" charset="0"/>
              </a:defRPr>
            </a:lvl1pPr>
          </a:lstStyle>
          <a:p>
            <a:pPr lvl="0"/>
            <a:r>
              <a:rPr lang="en-GB" noProof="0" dirty="0"/>
              <a:t>Insert subhead here</a:t>
            </a:r>
            <a:endParaRPr kumimoji="1" lang="ja-JP" altLang="en-US" dirty="0"/>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r>
              <a:rPr lang="en-US" dirty="0"/>
              <a:t>Copyright © 20</a:t>
            </a:r>
            <a:r>
              <a:rPr lang="en-US" altLang="ja-JP" dirty="0"/>
              <a:t>26</a:t>
            </a:r>
            <a:r>
              <a:rPr lang="en-US" dirty="0"/>
              <a:t>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fld id="{4F9AC08D-23A9-440E-BCB9-AA1E9877CC38}" type="slidenum">
              <a:rPr lang="en-US" smtClean="0"/>
              <a:pPr/>
              <a:t>‹#›</a:t>
            </a:fld>
            <a:endParaRPr lang="en-US"/>
          </a:p>
        </p:txBody>
      </p:sp>
    </p:spTree>
    <p:extLst>
      <p:ext uri="{BB962C8B-B14F-4D97-AF65-F5344CB8AC3E}">
        <p14:creationId xmlns:p14="http://schemas.microsoft.com/office/powerpoint/2010/main" val="2726529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hort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495301"/>
            <a:ext cx="11430000" cy="800100"/>
          </a:xfrm>
        </p:spPr>
        <p:txBody>
          <a:bodyPr>
            <a:normAutofit/>
          </a:bodyPr>
          <a:lstStyle>
            <a:lvl1pPr>
              <a:defRPr sz="3200"/>
            </a:lvl1pPr>
          </a:lstStyle>
          <a:p>
            <a:r>
              <a:rPr lang="en-GB" dirty="0"/>
              <a:t>Place headline here (32pt, min 28pt)</a:t>
            </a:r>
            <a:endParaRPr lang="en-US" dirty="0"/>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906300"/>
            <a:ext cx="11430000" cy="384048"/>
          </a:xfrm>
        </p:spPr>
        <p:txBody>
          <a:bodyPr anchor="t"/>
          <a:lstStyle>
            <a:lvl1pPr marL="0" indent="0">
              <a:spcAft>
                <a:spcPts val="0"/>
              </a:spcAft>
              <a:buNone/>
              <a:defRPr sz="2000">
                <a:solidFill>
                  <a:schemeClr val="accent1"/>
                </a:solidFill>
                <a:latin typeface="Graphik" panose="020B0503030202060203" pitchFamily="34" charset="0"/>
                <a:ea typeface="Meiryo UI" panose="020B0604030504040204" pitchFamily="50" charset="-128"/>
              </a:defRPr>
            </a:lvl1pPr>
          </a:lstStyle>
          <a:p>
            <a:pPr lvl="0"/>
            <a:r>
              <a:rPr lang="en-GB" dirty="0"/>
              <a:t>Place subtitle here in GT Sectra Fine </a:t>
            </a:r>
            <a:r>
              <a:rPr lang="en-GB" dirty="0" err="1"/>
              <a:t>Rg</a:t>
            </a:r>
            <a:r>
              <a:rPr lang="en-GB" dirty="0"/>
              <a:t> 20pt</a:t>
            </a:r>
            <a:endParaRPr lang="en-US" dirty="0"/>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defTabSz="228583">
              <a:spcAft>
                <a:spcPts val="1200"/>
              </a:spcAft>
              <a:defRPr/>
            </a:pPr>
            <a:r>
              <a:rPr lang="en-GB" dirty="0"/>
              <a:t>Copyright © 2026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950695068"/>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200"/>
            </a:lvl1pPr>
          </a:lstStyle>
          <a:p>
            <a:r>
              <a:rPr lang="en-GB" dirty="0"/>
              <a:t>Place headline here (32pt, min 28pt)</a:t>
            </a:r>
            <a:endParaRPr lang="en-US" dirty="0"/>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defTabSz="228583">
              <a:spcAft>
                <a:spcPts val="1200"/>
              </a:spcAft>
              <a:defRPr/>
            </a:pPr>
            <a:r>
              <a:rPr lang="en-GB" dirty="0"/>
              <a:t>Copyright © 2026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20509454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Subhead (top) and Subtitle">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4A151BBC-055D-433A-A172-4BE577AE75A0}"/>
              </a:ext>
            </a:extLst>
          </p:cNvPr>
          <p:cNvGraphicFramePr>
            <a:graphicFrameLocks noChangeAspect="1"/>
          </p:cNvGraphicFramePr>
          <p:nvPr userDrawn="1">
            <p:custDataLst>
              <p:tags r:id="rId1"/>
            </p:custDataLst>
            <p:extLst>
              <p:ext uri="{D42A27DB-BD31-4B8C-83A1-F6EECF244321}">
                <p14:modId xmlns:p14="http://schemas.microsoft.com/office/powerpoint/2010/main" val="6317711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306" imgH="306" progId="TCLayout.ActiveDocument.1">
                  <p:embed/>
                </p:oleObj>
              </mc:Choice>
              <mc:Fallback>
                <p:oleObj name="think-cell スライド" r:id="rId4" imgW="306" imgH="306" progId="TCLayout.ActiveDocument.1">
                  <p:embed/>
                  <p:pic>
                    <p:nvPicPr>
                      <p:cNvPr id="3" name="オブジェクト 2" hidden="1">
                        <a:extLst>
                          <a:ext uri="{FF2B5EF4-FFF2-40B4-BE49-F238E27FC236}">
                            <a16:creationId xmlns:a16="http://schemas.microsoft.com/office/drawing/2014/main" id="{4A151BBC-055D-433A-A172-4BE577AE75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8738381C-3996-4352-92FD-D3704826B383}"/>
              </a:ext>
            </a:extLst>
          </p:cNvPr>
          <p:cNvSpPr/>
          <p:nvPr userDrawn="1">
            <p:custDataLst>
              <p:tags r:id="rId2"/>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3200" b="1" i="0" baseline="0">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5" name="Footer Placeholder 4">
            <a:extLst>
              <a:ext uri="{FF2B5EF4-FFF2-40B4-BE49-F238E27FC236}">
                <a16:creationId xmlns:a16="http://schemas.microsoft.com/office/drawing/2014/main" id="{AF2C7F2F-4B58-4797-AC3B-FF8A19F9635E}"/>
              </a:ext>
            </a:extLst>
          </p:cNvPr>
          <p:cNvSpPr>
            <a:spLocks noGrp="1"/>
          </p:cNvSpPr>
          <p:nvPr>
            <p:ph type="ftr" sz="quarter" idx="10"/>
          </p:nvPr>
        </p:nvSpPr>
        <p:spPr/>
        <p:txBody>
          <a:bodyPr/>
          <a:lstStyle/>
          <a:p>
            <a:r>
              <a:rPr lang="en-US" dirty="0"/>
              <a:t>Copyright © 2026 Accenture. All rights reserved.</a:t>
            </a:r>
            <a:endParaRPr lang="en-GB" noProof="0" dirty="0"/>
          </a:p>
        </p:txBody>
      </p:sp>
      <p:sp>
        <p:nvSpPr>
          <p:cNvPr id="6" name="Slide Number Placeholder 5">
            <a:extLst>
              <a:ext uri="{FF2B5EF4-FFF2-40B4-BE49-F238E27FC236}">
                <a16:creationId xmlns:a16="http://schemas.microsoft.com/office/drawing/2014/main" id="{F47FF644-D109-46AB-AACD-1FDB22259563}"/>
              </a:ext>
            </a:extLst>
          </p:cNvPr>
          <p:cNvSpPr>
            <a:spLocks noGrp="1"/>
          </p:cNvSpPr>
          <p:nvPr>
            <p:ph type="sldNum" sz="quarter" idx="11"/>
          </p:nvPr>
        </p:nvSpPr>
        <p:spPr/>
        <p:txBody>
          <a:bodyPr/>
          <a:lstStyle/>
          <a:p>
            <a:fld id="{EF2F7A32-C1EA-4F7E-B0A2-7FCB5BFE90DE}" type="slidenum">
              <a:rPr lang="en-GB" noProof="0" smtClean="0"/>
              <a:pPr/>
              <a:t>‹#›</a:t>
            </a:fld>
            <a:endParaRPr lang="en-GB" noProof="0"/>
          </a:p>
        </p:txBody>
      </p:sp>
      <p:sp>
        <p:nvSpPr>
          <p:cNvPr id="8" name="Subtitle">
            <a:extLst>
              <a:ext uri="{FF2B5EF4-FFF2-40B4-BE49-F238E27FC236}">
                <a16:creationId xmlns:a16="http://schemas.microsoft.com/office/drawing/2014/main" id="{1F5D0AC9-20E5-44AB-A57F-159FD31A7C3F}"/>
              </a:ext>
            </a:extLst>
          </p:cNvPr>
          <p:cNvSpPr>
            <a:spLocks noGrp="1"/>
          </p:cNvSpPr>
          <p:nvPr>
            <p:ph type="body" sz="quarter" idx="37" hasCustomPrompt="1"/>
          </p:nvPr>
        </p:nvSpPr>
        <p:spPr>
          <a:xfrm>
            <a:off x="300779" y="969574"/>
            <a:ext cx="11376000" cy="323165"/>
          </a:xfrm>
          <a:prstGeom prst="rect">
            <a:avLst/>
          </a:prstGeom>
        </p:spPr>
        <p:txBody>
          <a:bodyPr wrap="square" tIns="0" anchor="t">
            <a:spAutoFit/>
          </a:bodyPr>
          <a:lstStyle>
            <a:lvl1pPr marL="0" marR="0" indent="0" algn="l" defTabSz="1734510" rtl="0" eaLnBrk="1" fontAlgn="auto" latinLnBrk="0" hangingPunct="1">
              <a:lnSpc>
                <a:spcPct val="100000"/>
              </a:lnSpc>
              <a:spcBef>
                <a:spcPts val="0"/>
              </a:spcBef>
              <a:spcAft>
                <a:spcPts val="0"/>
              </a:spcAft>
              <a:buClrTx/>
              <a:buSzTx/>
              <a:buFont typeface="Arial" charset="0"/>
              <a:buNone/>
              <a:tabLst/>
              <a:defRPr sz="1800" b="0">
                <a:solidFill>
                  <a:schemeClr val="tx1"/>
                </a:solidFill>
                <a:latin typeface="Graphik" panose="020B0503030202060203" pitchFamily="34" charset="0"/>
                <a:ea typeface="Meiryo UI" panose="020B0604030504040204" pitchFamily="50" charset="-128"/>
              </a:defRPr>
            </a:lvl1pPr>
          </a:lstStyle>
          <a:p>
            <a:pPr marL="0" marR="0" lvl="0" indent="0" algn="l" defTabSz="1734510" rtl="0" eaLnBrk="1" fontAlgn="auto" latinLnBrk="0" hangingPunct="1">
              <a:lnSpc>
                <a:spcPct val="100000"/>
              </a:lnSpc>
              <a:spcBef>
                <a:spcPts val="0"/>
              </a:spcBef>
              <a:spcAft>
                <a:spcPts val="0"/>
              </a:spcAft>
              <a:buClrTx/>
              <a:buSzTx/>
              <a:buFont typeface="Arial" charset="0"/>
              <a:buNone/>
              <a:tabLst/>
              <a:defRPr/>
            </a:pPr>
            <a:r>
              <a:rPr lang="en-US" dirty="0"/>
              <a:t>Insert subtitle here at 18pt, align to the baseline of the title</a:t>
            </a:r>
          </a:p>
        </p:txBody>
      </p:sp>
      <p:sp>
        <p:nvSpPr>
          <p:cNvPr id="9" name="Subtitle">
            <a:extLst>
              <a:ext uri="{FF2B5EF4-FFF2-40B4-BE49-F238E27FC236}">
                <a16:creationId xmlns:a16="http://schemas.microsoft.com/office/drawing/2014/main" id="{962A254E-2854-48FA-8F65-0066AC7FF3BC}"/>
              </a:ext>
            </a:extLst>
          </p:cNvPr>
          <p:cNvSpPr>
            <a:spLocks noGrp="1"/>
          </p:cNvSpPr>
          <p:nvPr>
            <p:ph type="body" sz="quarter" idx="36" hasCustomPrompt="1"/>
          </p:nvPr>
        </p:nvSpPr>
        <p:spPr>
          <a:xfrm>
            <a:off x="300779" y="127469"/>
            <a:ext cx="11376000" cy="261610"/>
          </a:xfrm>
          <a:prstGeom prst="rect">
            <a:avLst/>
          </a:prstGeom>
        </p:spPr>
        <p:txBody>
          <a:bodyPr wrap="square" tIns="0" anchor="ctr">
            <a:spAutoFit/>
          </a:bodyPr>
          <a:lstStyle>
            <a:lvl1pPr marL="0" marR="0" indent="0" algn="l" defTabSz="1734510" rtl="0" eaLnBrk="1" fontAlgn="auto" latinLnBrk="0" hangingPunct="1">
              <a:lnSpc>
                <a:spcPct val="100000"/>
              </a:lnSpc>
              <a:spcBef>
                <a:spcPts val="0"/>
              </a:spcBef>
              <a:spcAft>
                <a:spcPts val="0"/>
              </a:spcAft>
              <a:buClrTx/>
              <a:buSzTx/>
              <a:buFont typeface="Arial" charset="0"/>
              <a:buNone/>
              <a:tabLst/>
              <a:defRPr sz="1400" b="1">
                <a:solidFill>
                  <a:schemeClr val="accent1"/>
                </a:solidFill>
                <a:latin typeface="Graphik" panose="020B0503030202060203" pitchFamily="34" charset="0"/>
                <a:ea typeface="Meiryo UI" panose="020B0604030504040204" pitchFamily="50" charset="-128"/>
              </a:defRPr>
            </a:lvl1pPr>
          </a:lstStyle>
          <a:p>
            <a:pPr marL="0" marR="0" lvl="0" indent="0" algn="l" defTabSz="1734510" rtl="0" eaLnBrk="1" fontAlgn="auto" latinLnBrk="0" hangingPunct="1">
              <a:lnSpc>
                <a:spcPct val="100000"/>
              </a:lnSpc>
              <a:spcBef>
                <a:spcPts val="0"/>
              </a:spcBef>
              <a:spcAft>
                <a:spcPts val="0"/>
              </a:spcAft>
              <a:buClrTx/>
              <a:buSzTx/>
              <a:buFont typeface="Arial" charset="0"/>
              <a:buNone/>
              <a:tabLst/>
              <a:defRPr/>
            </a:pPr>
            <a:r>
              <a:rPr lang="en-GB" noProof="0" dirty="0"/>
              <a:t>Insert subhead here</a:t>
            </a:r>
          </a:p>
        </p:txBody>
      </p:sp>
      <p:sp>
        <p:nvSpPr>
          <p:cNvPr id="10" name="Title 2">
            <a:extLst>
              <a:ext uri="{FF2B5EF4-FFF2-40B4-BE49-F238E27FC236}">
                <a16:creationId xmlns:a16="http://schemas.microsoft.com/office/drawing/2014/main" id="{4F6B60F4-9919-41FE-A603-015DB9F0B9C8}"/>
              </a:ext>
            </a:extLst>
          </p:cNvPr>
          <p:cNvSpPr>
            <a:spLocks noGrp="1"/>
          </p:cNvSpPr>
          <p:nvPr>
            <p:ph type="title" hasCustomPrompt="1"/>
          </p:nvPr>
        </p:nvSpPr>
        <p:spPr>
          <a:xfrm>
            <a:off x="300779" y="490257"/>
            <a:ext cx="11376000" cy="432000"/>
          </a:xfrm>
        </p:spPr>
        <p:txBody>
          <a:bodyPr anchor="b">
            <a:noAutofit/>
          </a:bodyPr>
          <a:lstStyle>
            <a:lvl1pPr>
              <a:lnSpc>
                <a:spcPct val="80000"/>
              </a:lnSpc>
              <a:defRPr sz="2800" b="1">
                <a:latin typeface="Graphik" panose="020B0503030202060203" pitchFamily="34" charset="0"/>
                <a:ea typeface="Meiryo UI" panose="020B0604030504040204" pitchFamily="50" charset="-128"/>
              </a:defRPr>
            </a:lvl1pPr>
          </a:lstStyle>
          <a:p>
            <a:r>
              <a:rPr lang="en-US" dirty="0"/>
              <a:t>Click to edit Master title</a:t>
            </a:r>
            <a:endParaRPr lang="en-GB" dirty="0"/>
          </a:p>
        </p:txBody>
      </p:sp>
    </p:spTree>
    <p:extLst>
      <p:ext uri="{BB962C8B-B14F-4D97-AF65-F5344CB8AC3E}">
        <p14:creationId xmlns:p14="http://schemas.microsoft.com/office/powerpoint/2010/main" val="3841179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grpSp>
        <p:nvGrpSpPr>
          <p:cNvPr id="11" name="Group 10"/>
          <p:cNvGrpSpPr>
            <a:grpSpLocks noChangeAspect="1"/>
          </p:cNvGrpSpPr>
          <p:nvPr userDrawn="1"/>
        </p:nvGrpSpPr>
        <p:grpSpPr>
          <a:xfrm>
            <a:off x="7446917" y="939257"/>
            <a:ext cx="4311191" cy="4573173"/>
            <a:chOff x="3494539" y="1675327"/>
            <a:chExt cx="1371600" cy="1454950"/>
          </a:xfrm>
        </p:grpSpPr>
        <p:sp>
          <p:nvSpPr>
            <p:cNvPr id="12" name="Freeform 5"/>
            <p:cNvSpPr>
              <a:spLocks/>
            </p:cNvSpPr>
            <p:nvPr/>
          </p:nvSpPr>
          <p:spPr bwMode="auto">
            <a:xfrm>
              <a:off x="3494910" y="2243896"/>
              <a:ext cx="1371229" cy="886381"/>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A100FF"/>
                </a:gs>
                <a:gs pos="100000">
                  <a:srgbClr val="5F009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9">
                <a:solidFill>
                  <a:schemeClr val="lt1"/>
                </a:solidFill>
              </a:endParaRPr>
            </a:p>
          </p:txBody>
        </p:sp>
        <p:sp>
          <p:nvSpPr>
            <p:cNvPr id="13" name="Freeform 6"/>
            <p:cNvSpPr>
              <a:spLocks/>
            </p:cNvSpPr>
            <p:nvPr/>
          </p:nvSpPr>
          <p:spPr bwMode="auto">
            <a:xfrm>
              <a:off x="3494539" y="1675327"/>
              <a:ext cx="1371229" cy="886381"/>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A100FF"/>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sz="1999"/>
            </a:p>
          </p:txBody>
        </p:sp>
      </p:grpSp>
      <p:sp>
        <p:nvSpPr>
          <p:cNvPr id="2" name="Title 1"/>
          <p:cNvSpPr>
            <a:spLocks noGrp="1"/>
          </p:cNvSpPr>
          <p:nvPr>
            <p:ph type="ctrTitle" hasCustomPrompt="1"/>
          </p:nvPr>
        </p:nvSpPr>
        <p:spPr>
          <a:xfrm>
            <a:off x="381002" y="457201"/>
            <a:ext cx="5714999" cy="3086100"/>
          </a:xfrm>
        </p:spPr>
        <p:txBody>
          <a:bodyPr tIns="0" anchor="t" anchorCtr="0">
            <a:noAutofit/>
          </a:bodyPr>
          <a:lstStyle>
            <a:lvl1pPr algn="l">
              <a:lnSpc>
                <a:spcPct val="70000"/>
              </a:lnSpc>
              <a:defRPr sz="5400">
                <a:solidFill>
                  <a:schemeClr val="tx1"/>
                </a:solidFill>
                <a:latin typeface="Graphik" panose="020B05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381001" y="3543303"/>
            <a:ext cx="5715000" cy="3162299"/>
          </a:xfrm>
        </p:spPr>
        <p:txBody>
          <a:bodyPr>
            <a:noAutofit/>
          </a:bodyPr>
          <a:lstStyle>
            <a:lvl1pPr marL="0" indent="0">
              <a:lnSpc>
                <a:spcPct val="70000"/>
              </a:lnSpc>
              <a:defRPr sz="4000" b="0" baseline="0">
                <a:solidFill>
                  <a:schemeClr val="tx1"/>
                </a:solidFill>
                <a:latin typeface="Graphik" panose="020B0503030202060203" pitchFamily="34" charset="0"/>
              </a:defRPr>
            </a:lvl1pPr>
            <a:lvl2pPr marL="0" indent="0">
              <a:lnSpc>
                <a:spcPct val="100000"/>
              </a:lnSpc>
              <a:spcAft>
                <a:spcPts val="0"/>
              </a:spcAft>
              <a:defRPr sz="2399" b="0" cap="none" baseline="0">
                <a:solidFill>
                  <a:schemeClr val="tx1"/>
                </a:solidFill>
                <a:latin typeface="Graphik" panose="020B0503030202060203" pitchFamily="34" charset="0"/>
              </a:defRPr>
            </a:lvl2pPr>
            <a:lvl3pPr marL="0" indent="0">
              <a:lnSpc>
                <a:spcPct val="100000"/>
              </a:lnSpc>
              <a:spcAft>
                <a:spcPts val="0"/>
              </a:spcAft>
              <a:defRPr sz="1800" b="0" cap="none" baseline="0">
                <a:solidFill>
                  <a:schemeClr val="tx1"/>
                </a:solidFill>
                <a:latin typeface="Graphik" panose="020B0503030202060203" pitchFamily="34" charset="0"/>
              </a:defRPr>
            </a:lvl3pPr>
            <a:lvl4pPr marL="0" indent="0">
              <a:lnSpc>
                <a:spcPct val="100000"/>
              </a:lnSpc>
              <a:buNone/>
              <a:defRPr sz="1800" b="0" cap="none" baseline="0">
                <a:solidFill>
                  <a:schemeClr val="tx1"/>
                </a:solidFill>
                <a:latin typeface="Graphik" panose="020B0503030202060203" pitchFamily="34" charset="0"/>
              </a:defRPr>
            </a:lvl4pPr>
            <a:lvl5pPr marL="0" indent="0">
              <a:lnSpc>
                <a:spcPct val="100000"/>
              </a:lnSpc>
              <a:buNone/>
              <a:defRPr sz="1800" b="0" cap="none" baseline="0">
                <a:solidFill>
                  <a:schemeClr val="tx1"/>
                </a:solidFill>
                <a:latin typeface="Graphik" panose="020B0503030202060203" pitchFamily="34" charset="0"/>
              </a:defRPr>
            </a:lvl5pPr>
            <a:lvl6pPr marL="339693" indent="0">
              <a:buNone/>
              <a:defRPr/>
            </a:lvl6pPr>
            <a:lvl7pPr>
              <a:defRPr/>
            </a:lvl7pPr>
            <a:lvl8pPr>
              <a:defRPr/>
            </a:lvl8pPr>
          </a:lstStyle>
          <a:p>
            <a:pPr lvl="0"/>
            <a:r>
              <a:rPr lang="en-US"/>
              <a:t>subtitle</a:t>
            </a:r>
          </a:p>
          <a:p>
            <a:pPr lvl="1"/>
            <a:r>
              <a:rPr lang="en-US"/>
              <a:t>Second level</a:t>
            </a:r>
          </a:p>
          <a:p>
            <a:pPr lvl="2"/>
            <a:r>
              <a:rPr lang="en-US"/>
              <a:t>Third level</a:t>
            </a:r>
          </a:p>
          <a:p>
            <a:pPr lvl="3"/>
            <a:r>
              <a:rPr lang="en-US"/>
              <a:t>Fourth level</a:t>
            </a:r>
          </a:p>
          <a:p>
            <a:pPr lvl="4"/>
            <a:r>
              <a:rPr lang="en-US"/>
              <a:t>Fifth level</a:t>
            </a:r>
          </a:p>
        </p:txBody>
      </p:sp>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r="47788"/>
          <a:stretch/>
        </p:blipFill>
        <p:spPr>
          <a:xfrm>
            <a:off x="8193750" y="5829366"/>
            <a:ext cx="2249963" cy="668858"/>
          </a:xfrm>
          <a:prstGeom prst="rect">
            <a:avLst/>
          </a:prstGeom>
        </p:spPr>
      </p:pic>
    </p:spTree>
    <p:extLst>
      <p:ext uri="{BB962C8B-B14F-4D97-AF65-F5344CB8AC3E}">
        <p14:creationId xmlns:p14="http://schemas.microsoft.com/office/powerpoint/2010/main" val="69760116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tags" Target="../tags/tag1.xml"/><Relationship Id="rId10" Type="http://schemas.openxmlformats.org/officeDocument/2006/relationships/tags" Target="../tags/tag2.xml"/><Relationship Id="rId11" Type="http://schemas.openxmlformats.org/officeDocument/2006/relationships/oleObject" Target="../embeddings/oleObject1.bin"/><Relationship Id="rId1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8DDDDC6E-D8B0-49A3-98DC-0A424A99A9BB}"/>
              </a:ext>
            </a:extLst>
          </p:cNvPr>
          <p:cNvGraphicFramePr>
            <a:graphicFrameLocks noChangeAspect="1"/>
          </p:cNvGraphicFramePr>
          <p:nvPr userDrawn="1">
            <p:custDataLst>
              <p:tags r:id="rId9"/>
            </p:custDataLst>
            <p:extLst>
              <p:ext uri="{D42A27DB-BD31-4B8C-83A1-F6EECF244321}">
                <p14:modId xmlns:p14="http://schemas.microsoft.com/office/powerpoint/2010/main" val="27491568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11" imgW="470" imgH="469" progId="TCLayout.ActiveDocument.1">
                  <p:embed/>
                </p:oleObj>
              </mc:Choice>
              <mc:Fallback>
                <p:oleObj name="think-cell スライド" r:id="rId11" imgW="470" imgH="469" progId="TCLayout.ActiveDocument.1">
                  <p:embed/>
                  <p:pic>
                    <p:nvPicPr>
                      <p:cNvPr id="7" name="オブジェクト 6" hidden="1">
                        <a:extLst>
                          <a:ext uri="{FF2B5EF4-FFF2-40B4-BE49-F238E27FC236}">
                            <a16:creationId xmlns:a16="http://schemas.microsoft.com/office/drawing/2014/main" id="{8DDDDC6E-D8B0-49A3-98DC-0A424A99A9B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正方形/長方形 3" hidden="1">
            <a:extLst>
              <a:ext uri="{FF2B5EF4-FFF2-40B4-BE49-F238E27FC236}">
                <a16:creationId xmlns:a16="http://schemas.microsoft.com/office/drawing/2014/main" id="{01ABE458-7EA5-4F38-A647-23062852E7F9}"/>
              </a:ext>
            </a:extLst>
          </p:cNvPr>
          <p:cNvSpPr/>
          <p:nvPr userDrawn="1">
            <p:custDataLst>
              <p:tags r:id="rId10"/>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4000" b="1" i="0" baseline="0">
              <a:latin typeface="Meiryo UI" panose="020B0604030504040204" pitchFamily="50" charset="-128"/>
              <a:ea typeface="Meiryo UI" panose="020B0604030504040204" pitchFamily="50" charset="-128"/>
              <a:cs typeface="+mj-cs"/>
              <a:sym typeface="Meiryo UI" panose="020B0604030504040204" pitchFamily="50" charset="-128"/>
            </a:endParaRPr>
          </a:p>
        </p:txBody>
      </p:sp>
      <p:sp>
        <p:nvSpPr>
          <p:cNvPr id="2" name="Title Placeholder 1"/>
          <p:cNvSpPr>
            <a:spLocks noGrp="1"/>
          </p:cNvSpPr>
          <p:nvPr>
            <p:ph type="title"/>
          </p:nvPr>
        </p:nvSpPr>
        <p:spPr>
          <a:xfrm>
            <a:off x="381000" y="381000"/>
            <a:ext cx="11430000" cy="990601"/>
          </a:xfrm>
          <a:prstGeom prst="rect">
            <a:avLst/>
          </a:prstGeom>
        </p:spPr>
        <p:txBody>
          <a:bodyPr vert="horz" lIns="0" tIns="45720" rIns="0" bIns="0" rtlCol="0" anchor="t" anchorCtr="0">
            <a:normAutofit/>
          </a:bodyPr>
          <a:lstStyle/>
          <a:p>
            <a:r>
              <a:rPr lang="en-US" dirty="0"/>
              <a:t>Click to edit Master title style</a:t>
            </a:r>
          </a:p>
        </p:txBody>
      </p:sp>
      <p:sp>
        <p:nvSpPr>
          <p:cNvPr id="3" name="Text Placeholder 2"/>
          <p:cNvSpPr>
            <a:spLocks noGrp="1"/>
          </p:cNvSpPr>
          <p:nvPr>
            <p:ph type="body" idx="1"/>
          </p:nvPr>
        </p:nvSpPr>
        <p:spPr>
          <a:xfrm>
            <a:off x="381000" y="1828800"/>
            <a:ext cx="11430000" cy="4686300"/>
          </a:xfrm>
          <a:prstGeom prst="rect">
            <a:avLst/>
          </a:prstGeom>
        </p:spPr>
        <p:txBody>
          <a:bodyPr vert="horz" lIns="0" tIns="91440" rIns="0" bIns="45720" rtlCol="0">
            <a:noAutofit/>
          </a:bodyPr>
          <a:lstStyle/>
          <a:p>
            <a:pPr lvl="0"/>
            <a:r>
              <a:rPr lang="en-US" dirty="0"/>
              <a:t>Edit Master text styles</a:t>
            </a:r>
          </a:p>
          <a:p>
            <a:pPr lvl="1"/>
            <a:r>
              <a:rPr lang="en-US" dirty="0"/>
              <a:t>Second level</a:t>
            </a:r>
          </a:p>
          <a:p>
            <a:pPr lvl="2"/>
            <a:r>
              <a:rPr lang="en-US" dirty="0"/>
              <a:t>Third level</a:t>
            </a:r>
          </a:p>
        </p:txBody>
      </p:sp>
      <p:sp>
        <p:nvSpPr>
          <p:cNvPr id="5" name="Footer Placeholder 4"/>
          <p:cNvSpPr>
            <a:spLocks noGrp="1"/>
          </p:cNvSpPr>
          <p:nvPr>
            <p:ph type="ftr" sz="quarter" idx="3"/>
          </p:nvPr>
        </p:nvSpPr>
        <p:spPr>
          <a:xfrm>
            <a:off x="381003" y="6519010"/>
            <a:ext cx="5714999" cy="206375"/>
          </a:xfrm>
          <a:prstGeom prst="rect">
            <a:avLst/>
          </a:prstGeom>
        </p:spPr>
        <p:txBody>
          <a:bodyPr vert="horz" lIns="0" tIns="0" rIns="0" bIns="0" rtlCol="0" anchor="b" anchorCtr="0"/>
          <a:lstStyle>
            <a:lvl1pPr algn="l">
              <a:defRPr sz="1000">
                <a:solidFill>
                  <a:schemeClr val="bg1">
                    <a:lumMod val="65000"/>
                  </a:schemeClr>
                </a:solidFill>
                <a:latin typeface="Meiryo UI" panose="020B0604030504040204" pitchFamily="50" charset="-128"/>
                <a:ea typeface="Meiryo UI" panose="020B0604030504040204" pitchFamily="50" charset="-128"/>
              </a:defRPr>
            </a:lvl1pPr>
          </a:lstStyle>
          <a:p>
            <a:r>
              <a:rPr lang="en-US" dirty="0"/>
              <a:t>Copyright © 20</a:t>
            </a:r>
            <a:r>
              <a:rPr lang="en-US" altLang="ja-JP" dirty="0"/>
              <a:t>26</a:t>
            </a:r>
            <a:r>
              <a:rPr lang="en-US" dirty="0"/>
              <a:t> Accenture. All rights reserved.</a:t>
            </a:r>
          </a:p>
        </p:txBody>
      </p:sp>
      <p:sp>
        <p:nvSpPr>
          <p:cNvPr id="6" name="Slide Number Placeholder 5"/>
          <p:cNvSpPr>
            <a:spLocks noGrp="1"/>
          </p:cNvSpPr>
          <p:nvPr>
            <p:ph type="sldNum" sz="quarter" idx="4"/>
          </p:nvPr>
        </p:nvSpPr>
        <p:spPr>
          <a:xfrm>
            <a:off x="11506203" y="6519010"/>
            <a:ext cx="304799" cy="206375"/>
          </a:xfrm>
          <a:prstGeom prst="rect">
            <a:avLst/>
          </a:prstGeom>
        </p:spPr>
        <p:txBody>
          <a:bodyPr vert="horz" lIns="0" tIns="0" rIns="0" bIns="0" rtlCol="0" anchor="b" anchorCtr="0"/>
          <a:lstStyle>
            <a:lvl1pPr algn="r">
              <a:defRPr sz="1000">
                <a:solidFill>
                  <a:schemeClr val="bg1">
                    <a:lumMod val="65000"/>
                  </a:schemeClr>
                </a:solidFill>
                <a:latin typeface="Meiryo UI" panose="020B0604030504040204" pitchFamily="50" charset="-128"/>
                <a:ea typeface="Meiryo UI" panose="020B0604030504040204" pitchFamily="50" charset="-128"/>
              </a:defRPr>
            </a:lvl1pPr>
          </a:lstStyle>
          <a:p>
            <a:fld id="{4F9AC08D-23A9-440E-BCB9-AA1E9877CC38}" type="slidenum">
              <a:rPr lang="en-US" smtClean="0"/>
              <a:pPr/>
              <a:t>‹#›</a:t>
            </a:fld>
            <a:endParaRPr lang="en-US"/>
          </a:p>
        </p:txBody>
      </p:sp>
    </p:spTree>
    <p:extLst>
      <p:ext uri="{BB962C8B-B14F-4D97-AF65-F5344CB8AC3E}">
        <p14:creationId xmlns:p14="http://schemas.microsoft.com/office/powerpoint/2010/main" val="99208917"/>
      </p:ext>
    </p:extLst>
  </p:cSld>
  <p:clrMap bg1="lt1" tx1="dk1" bg2="lt2" tx2="dk2" accent1="accent1" accent2="accent2" accent3="accent3" accent4="accent4" accent5="accent5" accent6="accent6" hlink="hlink" folHlink="folHlink"/>
  <p:sldLayoutIdLst>
    <p:sldLayoutId id="2147483694" r:id="rId1"/>
    <p:sldLayoutId id="2147483664" r:id="rId2"/>
    <p:sldLayoutId id="2147483665" r:id="rId3"/>
    <p:sldLayoutId id="2147483666" r:id="rId4"/>
    <p:sldLayoutId id="2147483667" r:id="rId5"/>
    <p:sldLayoutId id="2147483668" r:id="rId6"/>
    <p:sldLayoutId id="2147483663" r:id="rId7"/>
  </p:sldLayoutIdLst>
  <p:hf hdr="0"/>
  <p:txStyles>
    <p:titleStyle>
      <a:lvl1pPr marL="0" indent="0" algn="l" defTabSz="914312" rtl="0" eaLnBrk="1" latinLnBrk="0" hangingPunct="1">
        <a:lnSpc>
          <a:spcPct val="70000"/>
        </a:lnSpc>
        <a:spcBef>
          <a:spcPct val="0"/>
        </a:spcBef>
        <a:buNone/>
        <a:defRPr sz="4000" b="1" kern="1200" cap="all" baseline="0">
          <a:solidFill>
            <a:schemeClr val="accent1"/>
          </a:solidFill>
          <a:latin typeface="Graphik" panose="020B0503030202060203" pitchFamily="34" charset="0"/>
          <a:ea typeface="Meiryo UI" panose="020B0604030504040204" pitchFamily="50" charset="-128"/>
          <a:cs typeface="+mj-cs"/>
        </a:defRPr>
      </a:lvl1pPr>
    </p:titleStyle>
    <p:bodyStyle>
      <a:lvl1pPr marL="55557" indent="0" algn="l" defTabSz="914312" rtl="0" eaLnBrk="1" latinLnBrk="0" hangingPunct="1">
        <a:lnSpc>
          <a:spcPct val="85000"/>
        </a:lnSpc>
        <a:spcBef>
          <a:spcPts val="0"/>
        </a:spcBef>
        <a:spcAft>
          <a:spcPts val="1200"/>
        </a:spcAft>
        <a:buFont typeface="Arial" panose="020B0604020202020204" pitchFamily="34" charset="0"/>
        <a:buNone/>
        <a:defRPr sz="2800" b="1" kern="1200" cap="none" baseline="0">
          <a:solidFill>
            <a:schemeClr val="tx1"/>
          </a:solidFill>
          <a:latin typeface="Graphik" panose="020B0503030202060203" pitchFamily="34" charset="0"/>
          <a:ea typeface="Meiryo UI" panose="020B0604030504040204" pitchFamily="50" charset="-128"/>
          <a:cs typeface="+mn-cs"/>
        </a:defRPr>
      </a:lvl1pPr>
      <a:lvl2pPr marL="285724" indent="-230166" algn="l" defTabSz="914312" rtl="0" eaLnBrk="1" latinLnBrk="0" hangingPunct="1">
        <a:lnSpc>
          <a:spcPct val="100000"/>
        </a:lnSpc>
        <a:spcBef>
          <a:spcPts val="0"/>
        </a:spcBef>
        <a:spcAft>
          <a:spcPts val="1200"/>
        </a:spcAft>
        <a:buFont typeface="Arial" panose="020B0604020202020204" pitchFamily="34" charset="0"/>
        <a:buChar char="•"/>
        <a:defRPr sz="2200" kern="1200">
          <a:solidFill>
            <a:schemeClr val="tx1"/>
          </a:solidFill>
          <a:latin typeface="Graphik" panose="020B0503030202060203" pitchFamily="34" charset="0"/>
          <a:ea typeface="Meiryo UI" panose="020B0604030504040204" pitchFamily="50" charset="-128"/>
          <a:cs typeface="+mn-cs"/>
        </a:defRPr>
      </a:lvl2pPr>
      <a:lvl3pPr marL="514302" indent="-230166" algn="l" defTabSz="914312" rtl="0" eaLnBrk="1" latinLnBrk="0" hangingPunct="1">
        <a:lnSpc>
          <a:spcPct val="110000"/>
        </a:lnSpc>
        <a:spcBef>
          <a:spcPts val="0"/>
        </a:spcBef>
        <a:spcAft>
          <a:spcPts val="600"/>
        </a:spcAft>
        <a:buFont typeface="Graphik" panose="020B0503030202060203" pitchFamily="34" charset="0"/>
        <a:buChar char="–"/>
        <a:defRPr sz="1800" kern="1200">
          <a:solidFill>
            <a:schemeClr val="tx1"/>
          </a:solidFill>
          <a:latin typeface="Graphik" panose="020B0503030202060203" pitchFamily="34" charset="0"/>
          <a:ea typeface="Meiryo UI" panose="020B0604030504040204" pitchFamily="50" charset="-128"/>
          <a:cs typeface="+mn-cs"/>
        </a:defRPr>
      </a:lvl3pPr>
      <a:lvl4pPr marL="685734" indent="-171434" algn="l" defTabSz="914312"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167" indent="-177784" algn="l" defTabSz="914312"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00" indent="-173022" algn="l" defTabSz="914312"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57" indent="0" algn="l" defTabSz="914312"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57" indent="0" algn="l" defTabSz="914312"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57" indent="0" algn="l" defTabSz="914312"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12" rtl="0" eaLnBrk="1" latinLnBrk="0" hangingPunct="1">
        <a:defRPr sz="1800" kern="1200">
          <a:solidFill>
            <a:schemeClr val="tx1"/>
          </a:solidFill>
          <a:latin typeface="+mn-lt"/>
          <a:ea typeface="+mn-ea"/>
          <a:cs typeface="+mn-cs"/>
        </a:defRPr>
      </a:lvl1pPr>
      <a:lvl2pPr marL="457156" algn="l" defTabSz="914312" rtl="0" eaLnBrk="1" latinLnBrk="0" hangingPunct="1">
        <a:defRPr sz="1800" kern="1200">
          <a:solidFill>
            <a:schemeClr val="tx1"/>
          </a:solidFill>
          <a:latin typeface="+mn-lt"/>
          <a:ea typeface="+mn-ea"/>
          <a:cs typeface="+mn-cs"/>
        </a:defRPr>
      </a:lvl2pPr>
      <a:lvl3pPr marL="914312" algn="l" defTabSz="914312" rtl="0" eaLnBrk="1" latinLnBrk="0" hangingPunct="1">
        <a:defRPr sz="1800" kern="1200">
          <a:solidFill>
            <a:schemeClr val="tx1"/>
          </a:solidFill>
          <a:latin typeface="+mn-lt"/>
          <a:ea typeface="+mn-ea"/>
          <a:cs typeface="+mn-cs"/>
        </a:defRPr>
      </a:lvl3pPr>
      <a:lvl4pPr marL="1371468" algn="l" defTabSz="914312" rtl="0" eaLnBrk="1" latinLnBrk="0" hangingPunct="1">
        <a:defRPr sz="1800" kern="1200">
          <a:solidFill>
            <a:schemeClr val="tx1"/>
          </a:solidFill>
          <a:latin typeface="+mn-lt"/>
          <a:ea typeface="+mn-ea"/>
          <a:cs typeface="+mn-cs"/>
        </a:defRPr>
      </a:lvl4pPr>
      <a:lvl5pPr marL="1828623" algn="l" defTabSz="914312" rtl="0" eaLnBrk="1" latinLnBrk="0" hangingPunct="1">
        <a:defRPr sz="1800" kern="1200">
          <a:solidFill>
            <a:schemeClr val="tx1"/>
          </a:solidFill>
          <a:latin typeface="+mn-lt"/>
          <a:ea typeface="+mn-ea"/>
          <a:cs typeface="+mn-cs"/>
        </a:defRPr>
      </a:lvl5pPr>
      <a:lvl6pPr marL="2285779" algn="l" defTabSz="914312" rtl="0" eaLnBrk="1" latinLnBrk="0" hangingPunct="1">
        <a:defRPr sz="1800" kern="1200">
          <a:solidFill>
            <a:schemeClr val="tx1"/>
          </a:solidFill>
          <a:latin typeface="+mn-lt"/>
          <a:ea typeface="+mn-ea"/>
          <a:cs typeface="+mn-cs"/>
        </a:defRPr>
      </a:lvl6pPr>
      <a:lvl7pPr marL="2742935" algn="l" defTabSz="914312" rtl="0" eaLnBrk="1" latinLnBrk="0" hangingPunct="1">
        <a:defRPr sz="1800" kern="1200">
          <a:solidFill>
            <a:schemeClr val="tx1"/>
          </a:solidFill>
          <a:latin typeface="+mn-lt"/>
          <a:ea typeface="+mn-ea"/>
          <a:cs typeface="+mn-cs"/>
        </a:defRPr>
      </a:lvl7pPr>
      <a:lvl8pPr marL="3200091" algn="l" defTabSz="914312" rtl="0" eaLnBrk="1" latinLnBrk="0" hangingPunct="1">
        <a:defRPr sz="1800" kern="1200">
          <a:solidFill>
            <a:schemeClr val="tx1"/>
          </a:solidFill>
          <a:latin typeface="+mn-lt"/>
          <a:ea typeface="+mn-ea"/>
          <a:cs typeface="+mn-cs"/>
        </a:defRPr>
      </a:lvl8pPr>
      <a:lvl9pPr marL="3657247" algn="l" defTabSz="91431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52">
          <p15:clr>
            <a:srgbClr val="F26B43"/>
          </p15:clr>
        </p15:guide>
        <p15:guide id="2" pos="5640">
          <p15:clr>
            <a:srgbClr val="F26B43"/>
          </p15:clr>
        </p15:guide>
        <p15:guide id="3">
          <p15:clr>
            <a:srgbClr val="F26B43"/>
          </p15:clr>
        </p15:guide>
        <p15:guide id="6" orient="horz">
          <p15:clr>
            <a:srgbClr val="F26B43"/>
          </p15:clr>
        </p15:guide>
        <p15:guide id="8"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6" orient="horz" pos="240">
          <p15:clr>
            <a:srgbClr val="F26B43"/>
          </p15:clr>
        </p15:guide>
        <p15:guide id="17" orient="horz" pos="410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2.svg"/><Relationship Id="rId5" Type="http://schemas.openxmlformats.org/officeDocument/2006/relationships/image" Target="../media/image15.png"/><Relationship Id="rId6" Type="http://schemas.openxmlformats.org/officeDocument/2006/relationships/image" Target="../media/image13.svg"/><Relationship Id="rId7" Type="http://schemas.openxmlformats.org/officeDocument/2006/relationships/image" Target="../media/image17.png"/><Relationship Id="rId8" Type="http://schemas.openxmlformats.org/officeDocument/2006/relationships/image" Target="../media/image1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1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21.png"/><Relationship Id="rId4" Type="http://schemas.openxmlformats.org/officeDocument/2006/relationships/image" Target="../media/image16.svg"/><Relationship Id="rId5" Type="http://schemas.openxmlformats.org/officeDocument/2006/relationships/image" Target="../media/image23.png"/><Relationship Id="rId6" Type="http://schemas.openxmlformats.org/officeDocument/2006/relationships/image" Target="../media/image17.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25.png"/><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27.png"/><Relationship Id="rId4" Type="http://schemas.openxmlformats.org/officeDocument/2006/relationships/image" Target="../media/image19.svg"/><Relationship Id="rId5" Type="http://schemas.openxmlformats.org/officeDocument/2006/relationships/image" Target="../media/image29.png"/><Relationship Id="rId6" Type="http://schemas.openxmlformats.org/officeDocument/2006/relationships/image" Target="../media/image20.svg"/><Relationship Id="rId7" Type="http://schemas.openxmlformats.org/officeDocument/2006/relationships/image" Target="../media/image31.png"/><Relationship Id="rId8" Type="http://schemas.openxmlformats.org/officeDocument/2006/relationships/image" Target="../media/image2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33.png"/><Relationship Id="rId4" Type="http://schemas.openxmlformats.org/officeDocument/2006/relationships/image" Target="../media/image22.svg"/><Relationship Id="rId5" Type="http://schemas.openxmlformats.org/officeDocument/2006/relationships/image" Target="../media/image35.png"/><Relationship Id="rId6" Type="http://schemas.openxmlformats.org/officeDocument/2006/relationships/image" Target="../media/image23.svg"/><Relationship Id="rId7" Type="http://schemas.openxmlformats.org/officeDocument/2006/relationships/image" Target="../media/image37.png"/><Relationship Id="rId8" Type="http://schemas.openxmlformats.org/officeDocument/2006/relationships/image" Target="../media/image24.svg"/><Relationship Id="rId9" Type="http://schemas.openxmlformats.org/officeDocument/2006/relationships/image" Target="../media/image39.png"/><Relationship Id="rId10" Type="http://schemas.openxmlformats.org/officeDocument/2006/relationships/image" Target="../media/image25.svg"/><Relationship Id="rId11" Type="http://schemas.openxmlformats.org/officeDocument/2006/relationships/image" Target="../media/image41.png"/><Relationship Id="rId12" Type="http://schemas.openxmlformats.org/officeDocument/2006/relationships/image" Target="../media/image2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43.png"/><Relationship Id="rId4" Type="http://schemas.openxmlformats.org/officeDocument/2006/relationships/image" Target="../media/image27.svg"/><Relationship Id="rId5" Type="http://schemas.openxmlformats.org/officeDocument/2006/relationships/image" Target="../media/image45.png"/><Relationship Id="rId6" Type="http://schemas.openxmlformats.org/officeDocument/2006/relationships/image" Target="../media/image28.svg"/><Relationship Id="rId7" Type="http://schemas.openxmlformats.org/officeDocument/2006/relationships/image" Target="../media/image47.png"/><Relationship Id="rId8" Type="http://schemas.openxmlformats.org/officeDocument/2006/relationships/image" Target="../media/image29.svg"/><Relationship Id="rId9" Type="http://schemas.openxmlformats.org/officeDocument/2006/relationships/image" Target="../media/image49.png"/><Relationship Id="rId10" Type="http://schemas.openxmlformats.org/officeDocument/2006/relationships/image" Target="../media/image3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43.png"/><Relationship Id="rId4" Type="http://schemas.openxmlformats.org/officeDocument/2006/relationships/image" Target="../media/image31.svg"/><Relationship Id="rId5" Type="http://schemas.openxmlformats.org/officeDocument/2006/relationships/image" Target="../media/image45.png"/><Relationship Id="rId6" Type="http://schemas.openxmlformats.org/officeDocument/2006/relationships/image" Target="../media/image32.svg"/><Relationship Id="rId7" Type="http://schemas.openxmlformats.org/officeDocument/2006/relationships/image" Target="../media/image47.png"/><Relationship Id="rId8" Type="http://schemas.openxmlformats.org/officeDocument/2006/relationships/image" Target="../media/image33.svg"/><Relationship Id="rId9" Type="http://schemas.openxmlformats.org/officeDocument/2006/relationships/image" Target="../media/image49.png"/><Relationship Id="rId10" Type="http://schemas.openxmlformats.org/officeDocument/2006/relationships/image" Target="../media/image34.svg"/><Relationship Id="rId11" Type="http://schemas.openxmlformats.org/officeDocument/2006/relationships/image" Target="../media/image55.png"/><Relationship Id="rId12" Type="http://schemas.openxmlformats.org/officeDocument/2006/relationships/image" Target="../media/image35.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57.png"/><Relationship Id="rId4" Type="http://schemas.openxmlformats.org/officeDocument/2006/relationships/image" Target="../media/image3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59.png"/><Relationship Id="rId4" Type="http://schemas.openxmlformats.org/officeDocument/2006/relationships/image" Target="../media/image3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4000" b="1">
                <a:solidFill>
                  <a:srgbClr val="000000"/>
                </a:solidFill>
                <a:latin typeface="Graphik"/>
              </a:rPr>
              <a:t>Adoption-first scoring for</a:t>
            </a:r>
          </a:p>
          <a:p>
            <a:r>
              <a:rPr sz="4000" b="1">
                <a:solidFill>
                  <a:srgbClr val="000000"/>
                </a:solidFill>
                <a:latin typeface="Graphik"/>
              </a:rPr>
              <a:t>enterprise AI feasibility</a:t>
            </a:r>
          </a:p>
        </p:txBody>
      </p:sp>
      <p:sp>
        <p:nvSpPr>
          <p:cNvPr id="3" name="Subtitle 2"/>
          <p:cNvSpPr>
            <a:spLocks noGrp="1"/>
          </p:cNvSpPr>
          <p:nvPr>
            <p:ph type="subTitle" idx="1"/>
          </p:nvPr>
        </p:nvSpPr>
        <p:spPr/>
        <p:txBody>
          <a:bodyPr/>
          <a:lstStyle/>
          <a:p>
            <a:r>
              <a:rPr sz="1800">
                <a:solidFill>
                  <a:srgbClr val="000000"/>
                </a:solidFill>
                <a:latin typeface="Graphik"/>
              </a:rPr>
              <a:t>How to identify the skills that will actually get used</a:t>
            </a:r>
          </a:p>
        </p:txBody>
      </p:sp>
      <p:sp>
        <p:nvSpPr>
          <p:cNvPr id="4" name="Text Placeholder 3"/>
          <p:cNvSpPr>
            <a:spLocks noGrp="1"/>
          </p:cNvSpPr>
          <p:nvPr>
            <p:ph type="body" idx="12" sz="quarter"/>
          </p:nvPr>
        </p:nvSpPr>
        <p:spPr/>
        <p:txBody>
          <a:bodyPr/>
          <a:lstStyle/>
          <a:p>
            <a:r>
              <a:rPr sz="1400">
                <a:solidFill>
                  <a:srgbClr val="000000"/>
                </a:solidFill>
                <a:latin typeface="Graphik"/>
              </a:rPr>
              <a:t>Aera Skill Feasibility Engine  |  Methodology Briefing</a:t>
            </a:r>
          </a:p>
        </p:txBody>
      </p:sp>
      <p:pic>
        <p:nvPicPr>
          <p:cNvPr id="5" name="Picture 4" descr="Acc_Logo_Black_Purple_RGB.png"/>
          <p:cNvPicPr>
            <a:picLocks noChangeAspect="1"/>
          </p:cNvPicPr>
          <p:nvPr/>
        </p:nvPicPr>
        <p:blipFill>
          <a:blip r:embed="rId2"/>
          <a:stretch>
            <a:fillRect/>
          </a:stretch>
        </p:blipFill>
        <p:spPr>
          <a:xfrm>
            <a:off x="384048" y="5943600"/>
            <a:ext cx="1463040" cy="38571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Most AI feasibility assessments score the wrong thing</a:t>
            </a:r>
          </a:p>
        </p:txBody>
      </p:sp>
      <p:sp>
        <p:nvSpPr>
          <p:cNvPr id="3" name="Text Placeholder 2"/>
          <p:cNvSpPr>
            <a:spLocks noGrp="1"/>
          </p:cNvSpPr>
          <p:nvPr>
            <p:ph type="body" idx="10" sz="quarter"/>
          </p:nvPr>
        </p:nvSpPr>
        <p:spPr/>
        <p:txBody>
          <a:bodyPr/>
          <a:lstStyle/>
          <a:p>
            <a:r>
              <a:rPr sz="1800">
                <a:solidFill>
                  <a:srgbClr val="000000"/>
                </a:solidFill>
                <a:latin typeface="Graphik"/>
              </a:rPr>
              <a:t>Traditional assessments weight technical capability highest. The result: technically sound features that nobody adopts.</a:t>
            </a:r>
          </a:p>
        </p:txBody>
      </p:sp>
      <p:sp>
        <p:nvSpPr>
          <p:cNvPr id="4" name="Text Placeholder 3"/>
          <p:cNvSpPr>
            <a:spLocks noGrp="1"/>
          </p:cNvSpPr>
          <p:nvPr>
            <p:ph type="body" idx="11" sz="quarter"/>
          </p:nvPr>
        </p:nvSpPr>
        <p:spPr/>
        <p:txBody>
          <a:bodyPr/>
          <a:lstStyle/>
          <a:p>
            <a:r>
              <a:rPr sz="1400" b="1">
                <a:solidFill>
                  <a:srgbClr val="7E00FF"/>
                </a:solidFill>
                <a:latin typeface="Graphik"/>
              </a:rPr>
              <a:t>The Problem</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1</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sp>
        <p:nvSpPr>
          <p:cNvPr id="11" name="Rectangle 10"/>
          <p:cNvSpPr/>
          <p:nvPr/>
        </p:nvSpPr>
        <p:spPr>
          <a:xfrm>
            <a:off x="384048" y="1508760"/>
            <a:ext cx="5623560" cy="46634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1508760"/>
            <a:ext cx="5623560" cy="45720"/>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691639"/>
            <a:ext cx="5257800" cy="4389120"/>
          </a:xfrm>
          <a:prstGeom prst="rect">
            <a:avLst/>
          </a:prstGeom>
          <a:noFill/>
        </p:spPr>
        <p:txBody>
          <a:bodyPr wrap="square">
            <a:spAutoFit/>
          </a:bodyPr>
          <a:lstStyle/>
          <a:p>
            <a:r>
              <a:rPr sz="1800" b="1">
                <a:solidFill>
                  <a:srgbClr val="666666"/>
                </a:solidFill>
                <a:latin typeface="Graphik"/>
              </a:rPr>
              <a:t>Traditional approach</a:t>
            </a:r>
          </a:p>
          <a:p>
            <a:pPr>
              <a:spcBef>
                <a:spcPts val="1400"/>
              </a:spcBef>
            </a:pPr>
            <a:r>
              <a:rPr sz="1400" b="0">
                <a:solidFill>
                  <a:srgbClr val="333333"/>
                </a:solidFill>
                <a:latin typeface="Graphik"/>
              </a:rPr>
              <a:t>Technical capability weighted 50%</a:t>
            </a:r>
          </a:p>
          <a:p>
            <a:pPr>
              <a:spcBef>
                <a:spcPts val="800"/>
              </a:spcBef>
            </a:pPr>
            <a:r>
              <a:rPr sz="1400" b="0">
                <a:solidFill>
                  <a:srgbClr val="333333"/>
                </a:solidFill>
                <a:latin typeface="Graphik"/>
              </a:rPr>
              <a:t>Adoption factors weighted 30%</a:t>
            </a:r>
          </a:p>
          <a:p>
            <a:pPr>
              <a:spcBef>
                <a:spcPts val="800"/>
              </a:spcBef>
            </a:pPr>
            <a:r>
              <a:rPr sz="1400" b="0">
                <a:solidFill>
                  <a:srgbClr val="333333"/>
                </a:solidFill>
                <a:latin typeface="Graphik"/>
              </a:rPr>
              <a:t>Value &amp; ROI weighted 20%</a:t>
            </a:r>
          </a:p>
          <a:p>
            <a:pPr>
              <a:spcBef>
                <a:spcPts val="1600"/>
              </a:spcBef>
            </a:pPr>
            <a:r>
              <a:rPr sz="1400" b="1">
                <a:solidFill>
                  <a:srgbClr val="000000"/>
                </a:solidFill>
                <a:latin typeface="Graphik"/>
              </a:rPr>
              <a:t>Outcome: 60%+ of enterprise AI features fail at adoption, not technology</a:t>
            </a:r>
          </a:p>
        </p:txBody>
      </p:sp>
      <p:sp>
        <p:nvSpPr>
          <p:cNvPr id="14" name="Rectangle 13"/>
          <p:cNvSpPr/>
          <p:nvPr/>
        </p:nvSpPr>
        <p:spPr>
          <a:xfrm>
            <a:off x="6190488" y="1508760"/>
            <a:ext cx="5623560" cy="4663440"/>
          </a:xfrm>
          <a:prstGeom prst="rect">
            <a:avLst/>
          </a:prstGeom>
          <a:solidFill>
            <a:srgbClr val="FFFFFF"/>
          </a:solidFill>
          <a:ln w="19050">
            <a:solidFill>
              <a:srgbClr val="7E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0488" y="1508760"/>
            <a:ext cx="5623560" cy="4572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1691639"/>
            <a:ext cx="5257800" cy="4389120"/>
          </a:xfrm>
          <a:prstGeom prst="rect">
            <a:avLst/>
          </a:prstGeom>
          <a:noFill/>
        </p:spPr>
        <p:txBody>
          <a:bodyPr wrap="square">
            <a:spAutoFit/>
          </a:bodyPr>
          <a:lstStyle/>
          <a:p>
            <a:r>
              <a:rPr sz="1800" b="1">
                <a:solidFill>
                  <a:srgbClr val="7E00FF"/>
                </a:solidFill>
                <a:latin typeface="Graphik"/>
              </a:rPr>
              <a:t>Adoption-first approach</a:t>
            </a:r>
          </a:p>
          <a:p>
            <a:pPr>
              <a:spcBef>
                <a:spcPts val="1400"/>
              </a:spcBef>
            </a:pPr>
            <a:r>
              <a:rPr sz="1400" b="0">
                <a:solidFill>
                  <a:srgbClr val="333333"/>
                </a:solidFill>
                <a:latin typeface="Graphik"/>
              </a:rPr>
              <a:t>Technical capability weighted 30%</a:t>
            </a:r>
          </a:p>
          <a:p>
            <a:pPr>
              <a:spcBef>
                <a:spcPts val="800"/>
              </a:spcBef>
            </a:pPr>
            <a:r>
              <a:rPr sz="1400" b="1">
                <a:solidFill>
                  <a:srgbClr val="7E00FF"/>
                </a:solidFill>
                <a:latin typeface="Graphik"/>
              </a:rPr>
              <a:t>Adoption realism weighted 45%</a:t>
            </a:r>
          </a:p>
          <a:p>
            <a:pPr>
              <a:spcBef>
                <a:spcPts val="800"/>
              </a:spcBef>
            </a:pPr>
            <a:r>
              <a:rPr sz="1400" b="0">
                <a:solidFill>
                  <a:srgbClr val="333333"/>
                </a:solidFill>
                <a:latin typeface="Graphik"/>
              </a:rPr>
              <a:t>Value &amp; ROI weighted 25%</a:t>
            </a:r>
          </a:p>
          <a:p>
            <a:pPr>
              <a:spcBef>
                <a:spcPts val="1600"/>
              </a:spcBef>
            </a:pPr>
            <a:r>
              <a:rPr sz="1400" b="1">
                <a:solidFill>
                  <a:srgbClr val="000000"/>
                </a:solidFill>
                <a:latin typeface="Graphik"/>
              </a:rPr>
              <a:t>Outcome: every evaluation forces the question "will anyone actually use this?"</a:t>
            </a:r>
          </a:p>
        </p:txBody>
      </p:sp>
      <p:pic>
        <p:nvPicPr>
          <p:cNvPr id="17" name="Picture 16" descr="imag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5413248" y="5532120"/>
            <a:ext cx="411480" cy="411480"/>
          </a:xfrm>
          <a:prstGeom prst="rect">
            <a:avLst/>
          </a:prstGeom>
        </p:spPr>
      </p:pic>
      <p:pic>
        <p:nvPicPr>
          <p:cNvPr id="18" name="Picture 17" descr="image.png"/>
          <p:cNvPicPr>
            <a:picLocks noChangeAspect="1"/>
          </p:cNvPicPr>
          <p:nvPr/>
        </p:nvPicPr>
        <p:blipFill>
          <a:blip r:embed="rId5">
            <a:extLst>
              <a:ext uri="{96DAC541-7B7A-43D3-8B79-37D633B846F1}">
                <ns1:svgBlip xmlns:ns1="http://schemas.microsoft.com/office/drawing/2016/SVG/main" r:embed="rId6"/>
              </a:ext>
            </a:extLst>
          </a:blip>
          <a:stretch>
            <a:fillRect/>
          </a:stretch>
        </p:blipFill>
        <p:spPr>
          <a:xfrm>
            <a:off x="11219688" y="5532120"/>
            <a:ext cx="411480" cy="411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What the engine delivers in a single overnight run</a:t>
            </a:r>
          </a:p>
        </p:txBody>
      </p:sp>
      <p:sp>
        <p:nvSpPr>
          <p:cNvPr id="3" name="Text Placeholder 2"/>
          <p:cNvSpPr>
            <a:spLocks noGrp="1"/>
          </p:cNvSpPr>
          <p:nvPr>
            <p:ph type="body" idx="10" sz="quarter"/>
          </p:nvPr>
        </p:nvSpPr>
        <p:spPr/>
        <p:txBody>
          <a:bodyPr/>
          <a:lstStyle/>
          <a:p>
            <a:r>
              <a:rPr sz="1800">
                <a:solidFill>
                  <a:srgbClr val="000000"/>
                </a:solidFill>
                <a:latin typeface="Graphik"/>
              </a:rPr>
              <a:t>One CLI command. Fully unattended batch processing. Actionable output an SE team can execute on.</a:t>
            </a:r>
          </a:p>
        </p:txBody>
      </p:sp>
      <p:sp>
        <p:nvSpPr>
          <p:cNvPr id="4" name="Text Placeholder 3"/>
          <p:cNvSpPr>
            <a:spLocks noGrp="1"/>
          </p:cNvSpPr>
          <p:nvPr>
            <p:ph type="body" idx="11" sz="quarter"/>
          </p:nvPr>
        </p:nvSpPr>
        <p:spPr/>
        <p:txBody>
          <a:bodyPr/>
          <a:lstStyle/>
          <a:p>
            <a:r>
              <a:rPr sz="1400" b="1">
                <a:solidFill>
                  <a:srgbClr val="7E00FF"/>
                </a:solidFill>
                <a:latin typeface="Graphik"/>
              </a:rPr>
              <a:t>The Problem</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2</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sp>
        <p:nvSpPr>
          <p:cNvPr id="11" name="Rectangle 10"/>
          <p:cNvSpPr/>
          <p:nvPr/>
        </p:nvSpPr>
        <p:spPr>
          <a:xfrm>
            <a:off x="384048" y="1508760"/>
            <a:ext cx="3718560"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1508760"/>
            <a:ext cx="3718560" cy="4572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2060448" y="1691639"/>
            <a:ext cx="365760" cy="365760"/>
          </a:xfrm>
          <a:prstGeom prst="rect">
            <a:avLst/>
          </a:prstGeom>
        </p:spPr>
      </p:pic>
      <p:sp>
        <p:nvSpPr>
          <p:cNvPr id="14" name="TextBox 13"/>
          <p:cNvSpPr txBox="1"/>
          <p:nvPr/>
        </p:nvSpPr>
        <p:spPr>
          <a:xfrm>
            <a:off x="493776" y="2148839"/>
            <a:ext cx="3499103" cy="365760"/>
          </a:xfrm>
          <a:prstGeom prst="rect">
            <a:avLst/>
          </a:prstGeom>
          <a:noFill/>
        </p:spPr>
        <p:txBody>
          <a:bodyPr wrap="square">
            <a:spAutoFit/>
          </a:bodyPr>
          <a:lstStyle/>
          <a:p>
            <a:pPr algn="ctr"/>
            <a:r>
              <a:rPr sz="1600" b="1">
                <a:solidFill>
                  <a:srgbClr val="7E00FF"/>
                </a:solidFill>
                <a:latin typeface="Graphik"/>
              </a:rPr>
              <a:t>Three-lens scoring</a:t>
            </a:r>
          </a:p>
        </p:txBody>
      </p:sp>
      <p:sp>
        <p:nvSpPr>
          <p:cNvPr id="15" name="TextBox 14"/>
          <p:cNvSpPr txBox="1"/>
          <p:nvPr/>
        </p:nvSpPr>
        <p:spPr>
          <a:xfrm>
            <a:off x="521207" y="2606039"/>
            <a:ext cx="3444240" cy="3566160"/>
          </a:xfrm>
          <a:prstGeom prst="rect">
            <a:avLst/>
          </a:prstGeom>
          <a:noFill/>
        </p:spPr>
        <p:txBody>
          <a:bodyPr wrap="square">
            <a:spAutoFit/>
          </a:bodyPr>
          <a:lstStyle/>
          <a:p>
            <a:pPr>
              <a:spcBef>
                <a:spcPts val="800"/>
              </a:spcBef>
            </a:pPr>
            <a:r>
              <a:rPr sz="1400">
                <a:solidFill>
                  <a:srgbClr val="333333"/>
                </a:solidFill>
                <a:latin typeface="Graphik"/>
              </a:rPr>
              <a:t>  Adoption realism at 45%</a:t>
            </a:r>
          </a:p>
          <a:p>
            <a:pPr>
              <a:spcBef>
                <a:spcPts val="800"/>
              </a:spcBef>
            </a:pPr>
            <a:r>
              <a:rPr sz="1400">
                <a:solidFill>
                  <a:srgbClr val="333333"/>
                </a:solidFill>
                <a:latin typeface="Graphik"/>
              </a:rPr>
              <a:t>  9 sub-dimensions scored 0-3</a:t>
            </a:r>
          </a:p>
          <a:p>
            <a:pPr>
              <a:spcBef>
                <a:spcPts val="800"/>
              </a:spcBef>
            </a:pPr>
            <a:r>
              <a:rPr sz="1400">
                <a:solidFill>
                  <a:srgbClr val="333333"/>
                </a:solidFill>
                <a:latin typeface="Graphik"/>
              </a:rPr>
              <a:t>  Composite threshold gate at 0.60</a:t>
            </a:r>
          </a:p>
        </p:txBody>
      </p:sp>
      <p:sp>
        <p:nvSpPr>
          <p:cNvPr id="16" name="Rectangle 15"/>
          <p:cNvSpPr/>
          <p:nvPr/>
        </p:nvSpPr>
        <p:spPr>
          <a:xfrm>
            <a:off x="4239768" y="1508760"/>
            <a:ext cx="3718560"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39768" y="1508760"/>
            <a:ext cx="3718560" cy="4572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5">
            <a:extLst>
              <a:ext uri="{96DAC541-7B7A-43D3-8B79-37D633B846F1}">
                <ns1:svgBlip xmlns:ns1="http://schemas.microsoft.com/office/drawing/2016/SVG/main" r:embed="rId6"/>
              </a:ext>
            </a:extLst>
          </a:blip>
          <a:stretch>
            <a:fillRect/>
          </a:stretch>
        </p:blipFill>
        <p:spPr>
          <a:xfrm>
            <a:off x="5916168" y="1691639"/>
            <a:ext cx="365760" cy="365760"/>
          </a:xfrm>
          <a:prstGeom prst="rect">
            <a:avLst/>
          </a:prstGeom>
        </p:spPr>
      </p:pic>
      <p:sp>
        <p:nvSpPr>
          <p:cNvPr id="19" name="TextBox 18"/>
          <p:cNvSpPr txBox="1"/>
          <p:nvPr/>
        </p:nvSpPr>
        <p:spPr>
          <a:xfrm>
            <a:off x="4349496" y="2148839"/>
            <a:ext cx="3499103" cy="365760"/>
          </a:xfrm>
          <a:prstGeom prst="rect">
            <a:avLst/>
          </a:prstGeom>
          <a:noFill/>
        </p:spPr>
        <p:txBody>
          <a:bodyPr wrap="square">
            <a:spAutoFit/>
          </a:bodyPr>
          <a:lstStyle/>
          <a:p>
            <a:pPr algn="ctr"/>
            <a:r>
              <a:rPr sz="1600" b="1">
                <a:solidFill>
                  <a:srgbClr val="7E00FF"/>
                </a:solidFill>
                <a:latin typeface="Graphik"/>
              </a:rPr>
              <a:t>Automated triage</a:t>
            </a:r>
          </a:p>
        </p:txBody>
      </p:sp>
      <p:sp>
        <p:nvSpPr>
          <p:cNvPr id="20" name="TextBox 19"/>
          <p:cNvSpPr txBox="1"/>
          <p:nvPr/>
        </p:nvSpPr>
        <p:spPr>
          <a:xfrm>
            <a:off x="4376928" y="2606039"/>
            <a:ext cx="3444240" cy="3566160"/>
          </a:xfrm>
          <a:prstGeom prst="rect">
            <a:avLst/>
          </a:prstGeom>
          <a:noFill/>
        </p:spPr>
        <p:txBody>
          <a:bodyPr wrap="square">
            <a:spAutoFit/>
          </a:bodyPr>
          <a:lstStyle/>
          <a:p>
            <a:pPr>
              <a:spcBef>
                <a:spcPts val="800"/>
              </a:spcBef>
            </a:pPr>
            <a:r>
              <a:rPr sz="1400">
                <a:solidFill>
                  <a:srgbClr val="333333"/>
                </a:solidFill>
                <a:latin typeface="Graphik"/>
              </a:rPr>
              <a:t>  5 data-driven red flags</a:t>
            </a:r>
          </a:p>
          <a:p>
            <a:pPr>
              <a:spcBef>
                <a:spcPts val="800"/>
              </a:spcBef>
            </a:pPr>
            <a:r>
              <a:rPr sz="1400">
                <a:solidFill>
                  <a:srgbClr val="333333"/>
                </a:solidFill>
                <a:latin typeface="Graphik"/>
              </a:rPr>
              <a:t>  3-tier priority binning</a:t>
            </a:r>
          </a:p>
          <a:p>
            <a:pPr>
              <a:spcBef>
                <a:spcPts val="800"/>
              </a:spcBef>
            </a:pPr>
            <a:r>
              <a:rPr sz="1400">
                <a:solidFill>
                  <a:srgbClr val="333333"/>
                </a:solidFill>
                <a:latin typeface="Graphik"/>
              </a:rPr>
              <a:t>  Archetype classification</a:t>
            </a:r>
          </a:p>
        </p:txBody>
      </p:sp>
      <p:sp>
        <p:nvSpPr>
          <p:cNvPr id="21" name="Rectangle 20"/>
          <p:cNvSpPr/>
          <p:nvPr/>
        </p:nvSpPr>
        <p:spPr>
          <a:xfrm>
            <a:off x="8095488" y="1508760"/>
            <a:ext cx="3718560"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5488" y="1508760"/>
            <a:ext cx="3718560" cy="4572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7">
            <a:extLst>
              <a:ext uri="{96DAC541-7B7A-43D3-8B79-37D633B846F1}">
                <ns2:svgBlip xmlns:ns2="http://schemas.microsoft.com/office/drawing/2016/SVG/main" r:embed="rId8"/>
              </a:ext>
            </a:extLst>
          </a:blip>
          <a:stretch>
            <a:fillRect/>
          </a:stretch>
        </p:blipFill>
        <p:spPr>
          <a:xfrm>
            <a:off x="9771888" y="1691639"/>
            <a:ext cx="365760" cy="365760"/>
          </a:xfrm>
          <a:prstGeom prst="rect">
            <a:avLst/>
          </a:prstGeom>
        </p:spPr>
      </p:pic>
      <p:sp>
        <p:nvSpPr>
          <p:cNvPr id="24" name="TextBox 23"/>
          <p:cNvSpPr txBox="1"/>
          <p:nvPr/>
        </p:nvSpPr>
        <p:spPr>
          <a:xfrm>
            <a:off x="8205215" y="2148839"/>
            <a:ext cx="3499103" cy="365760"/>
          </a:xfrm>
          <a:prstGeom prst="rect">
            <a:avLst/>
          </a:prstGeom>
          <a:noFill/>
        </p:spPr>
        <p:txBody>
          <a:bodyPr wrap="square">
            <a:spAutoFit/>
          </a:bodyPr>
          <a:lstStyle/>
          <a:p>
            <a:pPr algn="ctr"/>
            <a:r>
              <a:rPr sz="1600" b="1">
                <a:solidFill>
                  <a:srgbClr val="7E00FF"/>
                </a:solidFill>
                <a:latin typeface="Graphik"/>
              </a:rPr>
              <a:t>Grounded simulation</a:t>
            </a:r>
          </a:p>
        </p:txBody>
      </p:sp>
      <p:sp>
        <p:nvSpPr>
          <p:cNvPr id="25" name="TextBox 24"/>
          <p:cNvSpPr txBox="1"/>
          <p:nvPr/>
        </p:nvSpPr>
        <p:spPr>
          <a:xfrm>
            <a:off x="8232648" y="2606039"/>
            <a:ext cx="3444240" cy="3566160"/>
          </a:xfrm>
          <a:prstGeom prst="rect">
            <a:avLst/>
          </a:prstGeom>
          <a:noFill/>
        </p:spPr>
        <p:txBody>
          <a:bodyPr wrap="square">
            <a:spAutoFit/>
          </a:bodyPr>
          <a:lstStyle/>
          <a:p>
            <a:pPr>
              <a:spcBef>
                <a:spcPts val="800"/>
              </a:spcBef>
            </a:pPr>
            <a:r>
              <a:rPr sz="1400">
                <a:solidFill>
                  <a:srgbClr val="333333"/>
                </a:solidFill>
                <a:latin typeface="Graphik"/>
              </a:rPr>
              <a:t>  Decision flow diagrams</a:t>
            </a:r>
          </a:p>
          <a:p>
            <a:pPr>
              <a:spcBef>
                <a:spcPts val="800"/>
              </a:spcBef>
            </a:pPr>
            <a:r>
              <a:rPr sz="1400">
                <a:solidFill>
                  <a:srgbClr val="333333"/>
                </a:solidFill>
                <a:latin typeface="Graphik"/>
              </a:rPr>
              <a:t>  Component maps (YAML)</a:t>
            </a:r>
          </a:p>
          <a:p>
            <a:pPr>
              <a:spcBef>
                <a:spcPts val="800"/>
              </a:spcBef>
            </a:pPr>
            <a:r>
              <a:rPr sz="1400">
                <a:solidFill>
                  <a:srgbClr val="333333"/>
                </a:solidFill>
                <a:latin typeface="Graphik"/>
              </a:rPr>
              <a:t>  Mock tests + integration specs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Adoption realism gets the highest weight at 45%</a:t>
            </a:r>
          </a:p>
        </p:txBody>
      </p:sp>
      <p:sp>
        <p:nvSpPr>
          <p:cNvPr id="3" name="Text Placeholder 2"/>
          <p:cNvSpPr>
            <a:spLocks noGrp="1"/>
          </p:cNvSpPr>
          <p:nvPr>
            <p:ph type="body" idx="10" sz="quarter"/>
          </p:nvPr>
        </p:nvSpPr>
        <p:spPr/>
        <p:txBody>
          <a:bodyPr/>
          <a:lstStyle/>
          <a:p>
            <a:r>
              <a:rPr sz="1800">
                <a:solidFill>
                  <a:srgbClr val="000000"/>
                </a:solidFill>
                <a:latin typeface="Graphik"/>
              </a:rPr>
              <a:t>Three lenses produce a composite score. Traditional assessments weight technical capability first. This engine deliberately inverts that.</a:t>
            </a:r>
          </a:p>
        </p:txBody>
      </p:sp>
      <p:sp>
        <p:nvSpPr>
          <p:cNvPr id="4" name="Text Placeholder 3"/>
          <p:cNvSpPr>
            <a:spLocks noGrp="1"/>
          </p:cNvSpPr>
          <p:nvPr>
            <p:ph type="body" idx="11" sz="quarter"/>
          </p:nvPr>
        </p:nvSpPr>
        <p:spPr/>
        <p:txBody>
          <a:bodyPr/>
          <a:lstStyle/>
          <a:p>
            <a:r>
              <a:rPr sz="1400" b="1">
                <a:solidFill>
                  <a:srgbClr val="7E00FF"/>
                </a:solidFill>
                <a:latin typeface="Graphik"/>
              </a:rPr>
              <a:t>Three-Lens Scoring</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3</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pic>
        <p:nvPicPr>
          <p:cNvPr id="11" name="Picture 10" descr="imag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521207" y="1554480"/>
            <a:ext cx="7132320" cy="3291840"/>
          </a:xfrm>
          <a:prstGeom prst="rect">
            <a:avLst/>
          </a:prstGeom>
        </p:spPr>
      </p:pic>
      <p:sp>
        <p:nvSpPr>
          <p:cNvPr id="12" name="Rectangle 11"/>
          <p:cNvSpPr/>
          <p:nvPr/>
        </p:nvSpPr>
        <p:spPr>
          <a:xfrm>
            <a:off x="7882127" y="1508760"/>
            <a:ext cx="3931920" cy="47548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65007" y="1645919"/>
            <a:ext cx="3566160" cy="4480560"/>
          </a:xfrm>
          <a:prstGeom prst="rect">
            <a:avLst/>
          </a:prstGeom>
          <a:noFill/>
        </p:spPr>
        <p:txBody>
          <a:bodyPr wrap="square">
            <a:spAutoFit/>
          </a:bodyPr>
          <a:lstStyle/>
          <a:p>
            <a:r>
              <a:rPr sz="1600" b="1">
                <a:solidFill>
                  <a:srgbClr val="5F0095"/>
                </a:solidFill>
                <a:latin typeface="Graphik"/>
              </a:rPr>
              <a:t>Weight rationale</a:t>
            </a:r>
          </a:p>
          <a:p>
            <a:pPr>
              <a:spcBef>
                <a:spcPts val="1400"/>
              </a:spcBef>
            </a:pPr>
            <a:r>
              <a:rPr sz="1400" b="1">
                <a:solidFill>
                  <a:srgbClr val="7E00FF"/>
                </a:solidFill>
                <a:latin typeface="Graphik"/>
              </a:rPr>
              <a:t>Technical (30%)</a:t>
            </a:r>
          </a:p>
          <a:p>
            <a:pPr>
              <a:spcBef>
                <a:spcPts val="400"/>
              </a:spcBef>
            </a:pPr>
            <a:r>
              <a:rPr sz="1400">
                <a:solidFill>
                  <a:srgbClr val="333333"/>
                </a:solidFill>
                <a:latin typeface="Graphik"/>
              </a:rPr>
              <a:t>Can we build it? Necessary but not dominant.</a:t>
            </a:r>
          </a:p>
          <a:p>
            <a:pPr>
              <a:spcBef>
                <a:spcPts val="1400"/>
              </a:spcBef>
            </a:pPr>
            <a:r>
              <a:rPr sz="1400" b="1">
                <a:solidFill>
                  <a:srgbClr val="7E00FF"/>
                </a:solidFill>
                <a:latin typeface="Graphik"/>
              </a:rPr>
              <a:t>Adoption (45%)</a:t>
            </a:r>
          </a:p>
          <a:p>
            <a:pPr>
              <a:spcBef>
                <a:spcPts val="400"/>
              </a:spcBef>
            </a:pPr>
            <a:r>
              <a:rPr sz="1400">
                <a:solidFill>
                  <a:srgbClr val="333333"/>
                </a:solidFill>
                <a:latin typeface="Graphik"/>
              </a:rPr>
              <a:t>Will anyone use it? The differentiator.</a:t>
            </a:r>
          </a:p>
          <a:p>
            <a:pPr>
              <a:spcBef>
                <a:spcPts val="1400"/>
              </a:spcBef>
            </a:pPr>
            <a:r>
              <a:rPr sz="1400" b="1">
                <a:solidFill>
                  <a:srgbClr val="7E00FF"/>
                </a:solidFill>
                <a:latin typeface="Graphik"/>
              </a:rPr>
              <a:t>Value (25%)</a:t>
            </a:r>
          </a:p>
          <a:p>
            <a:pPr>
              <a:spcBef>
                <a:spcPts val="400"/>
              </a:spcBef>
            </a:pPr>
            <a:r>
              <a:rPr sz="1400">
                <a:solidFill>
                  <a:srgbClr val="333333"/>
                </a:solidFill>
                <a:latin typeface="Graphik"/>
              </a:rPr>
              <a:t>Is it worth it? ROI and simulation viability.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Technical feasibility: necessary but deliberately not dominant</a:t>
            </a:r>
          </a:p>
        </p:txBody>
      </p:sp>
      <p:sp>
        <p:nvSpPr>
          <p:cNvPr id="3" name="Text Placeholder 2"/>
          <p:cNvSpPr>
            <a:spLocks noGrp="1"/>
          </p:cNvSpPr>
          <p:nvPr>
            <p:ph type="body" idx="10" sz="quarter"/>
          </p:nvPr>
        </p:nvSpPr>
        <p:spPr/>
        <p:txBody>
          <a:bodyPr/>
          <a:lstStyle/>
          <a:p>
            <a:r>
              <a:rPr sz="1800">
                <a:solidFill>
                  <a:srgbClr val="000000"/>
                </a:solidFill>
                <a:latin typeface="Graphik"/>
              </a:rPr>
              <a:t>Three sub-dimensions scored 0-3. Max raw score: 9. Weight: 30%.</a:t>
            </a:r>
          </a:p>
        </p:txBody>
      </p:sp>
      <p:sp>
        <p:nvSpPr>
          <p:cNvPr id="4" name="Text Placeholder 3"/>
          <p:cNvSpPr>
            <a:spLocks noGrp="1"/>
          </p:cNvSpPr>
          <p:nvPr>
            <p:ph type="body" idx="11" sz="quarter"/>
          </p:nvPr>
        </p:nvSpPr>
        <p:spPr/>
        <p:txBody>
          <a:bodyPr/>
          <a:lstStyle/>
          <a:p>
            <a:r>
              <a:rPr sz="1400" b="1">
                <a:solidFill>
                  <a:srgbClr val="7E00FF"/>
                </a:solidFill>
                <a:latin typeface="Graphik"/>
              </a:rPr>
              <a:t>Three-Lens Scoring</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4</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sp>
        <p:nvSpPr>
          <p:cNvPr id="11" name="Rectangle 10"/>
          <p:cNvSpPr/>
          <p:nvPr/>
        </p:nvSpPr>
        <p:spPr>
          <a:xfrm>
            <a:off x="384048" y="1508760"/>
            <a:ext cx="1828800" cy="1524000"/>
          </a:xfrm>
          <a:prstGeom prst="rect">
            <a:avLst/>
          </a:prstGeom>
          <a:solidFill>
            <a:srgbClr val="5F0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508760"/>
            <a:ext cx="1828800" cy="1524000"/>
          </a:xfrm>
          <a:prstGeom prst="rect">
            <a:avLst/>
          </a:prstGeom>
          <a:noFill/>
        </p:spPr>
        <p:txBody>
          <a:bodyPr wrap="square" tIns="381000">
            <a:spAutoFit/>
          </a:bodyPr>
          <a:lstStyle/>
          <a:p>
            <a:pPr algn="ctr"/>
            <a:r>
              <a:rPr sz="1400" b="1">
                <a:solidFill>
                  <a:srgbClr val="FFFFFF"/>
                </a:solidFill>
                <a:latin typeface="Graphik"/>
              </a:rPr>
              <a:t>Data
Readiness</a:t>
            </a:r>
          </a:p>
        </p:txBody>
      </p:sp>
      <p:sp>
        <p:nvSpPr>
          <p:cNvPr id="13" name="TextBox 12"/>
          <p:cNvSpPr txBox="1"/>
          <p:nvPr/>
        </p:nvSpPr>
        <p:spPr>
          <a:xfrm>
            <a:off x="2322576" y="1600200"/>
            <a:ext cx="9491472" cy="1386840"/>
          </a:xfrm>
          <a:prstGeom prst="rect">
            <a:avLst/>
          </a:prstGeom>
          <a:noFill/>
        </p:spPr>
        <p:txBody>
          <a:bodyPr wrap="square">
            <a:spAutoFit/>
          </a:bodyPr>
          <a:lstStyle/>
          <a:p>
            <a:r>
              <a:rPr sz="1400">
                <a:solidFill>
                  <a:srgbClr val="333333"/>
                </a:solidFill>
                <a:latin typeface="Graphik"/>
              </a:rPr>
              <a:t>Are the needed data sources available and mappable to Aera's ingestion layer? Evaluates whether source systems (ERP, CRM, operational databases) can feed the required Streams.</a:t>
            </a:r>
          </a:p>
        </p:txBody>
      </p:sp>
      <p:sp>
        <p:nvSpPr>
          <p:cNvPr id="14" name="Rectangle 13"/>
          <p:cNvSpPr/>
          <p:nvPr/>
        </p:nvSpPr>
        <p:spPr>
          <a:xfrm>
            <a:off x="384048" y="3124200"/>
            <a:ext cx="1828800" cy="1524000"/>
          </a:xfrm>
          <a:prstGeom prst="rect">
            <a:avLst/>
          </a:prstGeom>
          <a:solidFill>
            <a:srgbClr val="5F0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3124200"/>
            <a:ext cx="1828800" cy="1524000"/>
          </a:xfrm>
          <a:prstGeom prst="rect">
            <a:avLst/>
          </a:prstGeom>
          <a:noFill/>
        </p:spPr>
        <p:txBody>
          <a:bodyPr wrap="square" tIns="381000">
            <a:spAutoFit/>
          </a:bodyPr>
          <a:lstStyle/>
          <a:p>
            <a:pPr algn="ctr"/>
            <a:r>
              <a:rPr sz="1400" b="1">
                <a:solidFill>
                  <a:srgbClr val="FFFFFF"/>
                </a:solidFill>
                <a:latin typeface="Graphik"/>
              </a:rPr>
              <a:t>Aera Platform
Fit</a:t>
            </a:r>
          </a:p>
        </p:txBody>
      </p:sp>
      <p:sp>
        <p:nvSpPr>
          <p:cNvPr id="16" name="TextBox 15"/>
          <p:cNvSpPr txBox="1"/>
          <p:nvPr/>
        </p:nvSpPr>
        <p:spPr>
          <a:xfrm>
            <a:off x="2322576" y="3215640"/>
            <a:ext cx="9491472" cy="1386840"/>
          </a:xfrm>
          <a:prstGeom prst="rect">
            <a:avLst/>
          </a:prstGeom>
          <a:noFill/>
        </p:spPr>
        <p:txBody>
          <a:bodyPr wrap="square">
            <a:spAutoFit/>
          </a:bodyPr>
          <a:lstStyle/>
          <a:p>
            <a:r>
              <a:rPr sz="1400">
                <a:solidFill>
                  <a:srgbClr val="333333"/>
                </a:solidFill>
                <a:latin typeface="Graphik"/>
              </a:rPr>
              <a:t>Does the opportunity's archetype (DETERMINISTIC, AGENTIC, or GENERATIVE) map cleanly to an Aera component? Process Builder for rules, Agent Teams for orchestration, Cortex for ML models.</a:t>
            </a:r>
          </a:p>
        </p:txBody>
      </p:sp>
      <p:sp>
        <p:nvSpPr>
          <p:cNvPr id="17" name="Rectangle 16"/>
          <p:cNvSpPr/>
          <p:nvPr/>
        </p:nvSpPr>
        <p:spPr>
          <a:xfrm>
            <a:off x="384048" y="4739640"/>
            <a:ext cx="1828800" cy="1524000"/>
          </a:xfrm>
          <a:prstGeom prst="rect">
            <a:avLst/>
          </a:prstGeom>
          <a:solidFill>
            <a:srgbClr val="5F0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4739640"/>
            <a:ext cx="1828800" cy="1524000"/>
          </a:xfrm>
          <a:prstGeom prst="rect">
            <a:avLst/>
          </a:prstGeom>
          <a:noFill/>
        </p:spPr>
        <p:txBody>
          <a:bodyPr wrap="square" tIns="381000">
            <a:spAutoFit/>
          </a:bodyPr>
          <a:lstStyle/>
          <a:p>
            <a:pPr algn="ctr"/>
            <a:r>
              <a:rPr sz="1400" b="1">
                <a:solidFill>
                  <a:srgbClr val="FFFFFF"/>
                </a:solidFill>
                <a:latin typeface="Graphik"/>
              </a:rPr>
              <a:t>Archetype
Confidence</a:t>
            </a:r>
          </a:p>
        </p:txBody>
      </p:sp>
      <p:sp>
        <p:nvSpPr>
          <p:cNvPr id="19" name="TextBox 18"/>
          <p:cNvSpPr txBox="1"/>
          <p:nvPr/>
        </p:nvSpPr>
        <p:spPr>
          <a:xfrm>
            <a:off x="2322576" y="4831080"/>
            <a:ext cx="9491472" cy="1386840"/>
          </a:xfrm>
          <a:prstGeom prst="rect">
            <a:avLst/>
          </a:prstGeom>
          <a:noFill/>
        </p:spPr>
        <p:txBody>
          <a:bodyPr wrap="square">
            <a:spAutoFit/>
          </a:bodyPr>
          <a:lstStyle/>
          <a:p>
            <a:r>
              <a:rPr sz="1400">
                <a:solidFill>
                  <a:srgbClr val="333333"/>
                </a:solidFill>
                <a:latin typeface="Graphik"/>
              </a:rPr>
              <a:t>How certain is the archetype classification? Directly exported classifications score higher than heuristically inferred ones.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Adoption realism at 45% prevents operationally dead features</a:t>
            </a:r>
          </a:p>
        </p:txBody>
      </p:sp>
      <p:sp>
        <p:nvSpPr>
          <p:cNvPr id="3" name="Text Placeholder 2"/>
          <p:cNvSpPr>
            <a:spLocks noGrp="1"/>
          </p:cNvSpPr>
          <p:nvPr>
            <p:ph type="body" idx="10" sz="quarter"/>
          </p:nvPr>
        </p:nvSpPr>
        <p:spPr/>
        <p:txBody>
          <a:bodyPr/>
          <a:lstStyle/>
          <a:p>
            <a:r>
              <a:rPr sz="1800">
                <a:solidFill>
                  <a:srgbClr val="000000"/>
                </a:solidFill>
                <a:latin typeface="Graphik"/>
              </a:rPr>
              <a:t>Four sub-dimensions scored 0-3. Max raw score: 12. Weight: 45%.</a:t>
            </a:r>
          </a:p>
        </p:txBody>
      </p:sp>
      <p:sp>
        <p:nvSpPr>
          <p:cNvPr id="4" name="Text Placeholder 3"/>
          <p:cNvSpPr>
            <a:spLocks noGrp="1"/>
          </p:cNvSpPr>
          <p:nvPr>
            <p:ph type="body" idx="11" sz="quarter"/>
          </p:nvPr>
        </p:nvSpPr>
        <p:spPr/>
        <p:txBody>
          <a:bodyPr/>
          <a:lstStyle/>
          <a:p>
            <a:r>
              <a:rPr sz="1400" b="1">
                <a:solidFill>
                  <a:srgbClr val="7E00FF"/>
                </a:solidFill>
                <a:latin typeface="Graphik"/>
              </a:rPr>
              <a:t>Three-Lens Scoring</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5</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sp>
        <p:nvSpPr>
          <p:cNvPr id="11" name="Rectangle 10"/>
          <p:cNvSpPr/>
          <p:nvPr/>
        </p:nvSpPr>
        <p:spPr>
          <a:xfrm>
            <a:off x="384048" y="1508760"/>
            <a:ext cx="1463040" cy="94869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508760"/>
            <a:ext cx="1463040" cy="948690"/>
          </a:xfrm>
          <a:prstGeom prst="rect">
            <a:avLst/>
          </a:prstGeom>
          <a:noFill/>
        </p:spPr>
        <p:txBody>
          <a:bodyPr wrap="square" tIns="189738">
            <a:spAutoFit/>
          </a:bodyPr>
          <a:lstStyle/>
          <a:p>
            <a:pPr algn="ctr"/>
            <a:r>
              <a:rPr sz="1400" b="1">
                <a:solidFill>
                  <a:srgbClr val="FFFFFF"/>
                </a:solidFill>
                <a:latin typeface="Graphik"/>
              </a:rPr>
              <a:t>Decision
Density</a:t>
            </a:r>
          </a:p>
        </p:txBody>
      </p:sp>
      <p:sp>
        <p:nvSpPr>
          <p:cNvPr id="13" name="TextBox 12"/>
          <p:cNvSpPr txBox="1"/>
          <p:nvPr/>
        </p:nvSpPr>
        <p:spPr>
          <a:xfrm>
            <a:off x="1956816" y="1563624"/>
            <a:ext cx="9857232" cy="857250"/>
          </a:xfrm>
          <a:prstGeom prst="rect">
            <a:avLst/>
          </a:prstGeom>
          <a:noFill/>
        </p:spPr>
        <p:txBody>
          <a:bodyPr wrap="square">
            <a:spAutoFit/>
          </a:bodyPr>
          <a:lstStyle/>
          <a:p>
            <a:r>
              <a:rPr sz="1400">
                <a:solidFill>
                  <a:srgbClr val="333333"/>
                </a:solidFill>
                <a:latin typeface="Graphik"/>
              </a:rPr>
              <a:t>Are there actual, recurring business decisions to automate? Opportunities with zero decision density are flagged as DEAD_ZONE.</a:t>
            </a:r>
          </a:p>
        </p:txBody>
      </p:sp>
      <p:sp>
        <p:nvSpPr>
          <p:cNvPr id="14" name="Rectangle 13"/>
          <p:cNvSpPr/>
          <p:nvPr/>
        </p:nvSpPr>
        <p:spPr>
          <a:xfrm>
            <a:off x="384048" y="2548890"/>
            <a:ext cx="1463040" cy="948690"/>
          </a:xfrm>
          <a:prstGeom prst="rect">
            <a:avLst/>
          </a:prstGeom>
          <a:solidFill>
            <a:srgbClr val="5F0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2548890"/>
            <a:ext cx="1463040" cy="948690"/>
          </a:xfrm>
          <a:prstGeom prst="rect">
            <a:avLst/>
          </a:prstGeom>
          <a:noFill/>
        </p:spPr>
        <p:txBody>
          <a:bodyPr wrap="square" tIns="189738">
            <a:spAutoFit/>
          </a:bodyPr>
          <a:lstStyle/>
          <a:p>
            <a:pPr algn="ctr"/>
            <a:r>
              <a:rPr sz="1400" b="1">
                <a:solidFill>
                  <a:srgbClr val="FFFFFF"/>
                </a:solidFill>
                <a:latin typeface="Graphik"/>
              </a:rPr>
              <a:t>Financial
Gravity</a:t>
            </a:r>
          </a:p>
        </p:txBody>
      </p:sp>
      <p:sp>
        <p:nvSpPr>
          <p:cNvPr id="16" name="TextBox 15"/>
          <p:cNvSpPr txBox="1"/>
          <p:nvPr/>
        </p:nvSpPr>
        <p:spPr>
          <a:xfrm>
            <a:off x="1956816" y="2603754"/>
            <a:ext cx="9857232" cy="857250"/>
          </a:xfrm>
          <a:prstGeom prst="rect">
            <a:avLst/>
          </a:prstGeom>
          <a:noFill/>
        </p:spPr>
        <p:txBody>
          <a:bodyPr wrap="square">
            <a:spAutoFit/>
          </a:bodyPr>
          <a:lstStyle/>
          <a:p>
            <a:r>
              <a:rPr sz="1400">
                <a:solidFill>
                  <a:srgbClr val="333333"/>
                </a:solidFill>
                <a:latin typeface="Graphik"/>
              </a:rPr>
              <a:t>Does the outcome have measurable financial impact? Evaluates revenue effect, cost reduction potential, and financial rating distribution.</a:t>
            </a:r>
          </a:p>
        </p:txBody>
      </p:sp>
      <p:sp>
        <p:nvSpPr>
          <p:cNvPr id="17" name="Rectangle 16"/>
          <p:cNvSpPr/>
          <p:nvPr/>
        </p:nvSpPr>
        <p:spPr>
          <a:xfrm>
            <a:off x="384048" y="3589020"/>
            <a:ext cx="1463040" cy="94869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3589020"/>
            <a:ext cx="1463040" cy="948690"/>
          </a:xfrm>
          <a:prstGeom prst="rect">
            <a:avLst/>
          </a:prstGeom>
          <a:noFill/>
        </p:spPr>
        <p:txBody>
          <a:bodyPr wrap="square" tIns="189738">
            <a:spAutoFit/>
          </a:bodyPr>
          <a:lstStyle/>
          <a:p>
            <a:pPr algn="ctr"/>
            <a:r>
              <a:rPr sz="1400" b="1">
                <a:solidFill>
                  <a:srgbClr val="FFFFFF"/>
                </a:solidFill>
                <a:latin typeface="Graphik"/>
              </a:rPr>
              <a:t>Impact
Proximity</a:t>
            </a:r>
          </a:p>
        </p:txBody>
      </p:sp>
      <p:sp>
        <p:nvSpPr>
          <p:cNvPr id="19" name="TextBox 18"/>
          <p:cNvSpPr txBox="1"/>
          <p:nvPr/>
        </p:nvSpPr>
        <p:spPr>
          <a:xfrm>
            <a:off x="1956816" y="3643884"/>
            <a:ext cx="9857232" cy="857250"/>
          </a:xfrm>
          <a:prstGeom prst="rect">
            <a:avLst/>
          </a:prstGeom>
          <a:noFill/>
        </p:spPr>
        <p:txBody>
          <a:bodyPr wrap="square">
            <a:spAutoFit/>
          </a:bodyPr>
          <a:lstStyle/>
          <a:p>
            <a:r>
              <a:rPr sz="1400">
                <a:solidFill>
                  <a:srgbClr val="333333"/>
                </a:solidFill>
                <a:latin typeface="Graphik"/>
              </a:rPr>
              <a:t>Is the benefit felt immediately by users, or is it distant and abstract? First-order impact (direct user value) scores higher than second-order (indirect).</a:t>
            </a:r>
          </a:p>
        </p:txBody>
      </p:sp>
      <p:sp>
        <p:nvSpPr>
          <p:cNvPr id="20" name="Rectangle 19"/>
          <p:cNvSpPr/>
          <p:nvPr/>
        </p:nvSpPr>
        <p:spPr>
          <a:xfrm>
            <a:off x="384048" y="4629150"/>
            <a:ext cx="1463040" cy="948690"/>
          </a:xfrm>
          <a:prstGeom prst="rect">
            <a:avLst/>
          </a:prstGeom>
          <a:solidFill>
            <a:srgbClr val="5F0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4629150"/>
            <a:ext cx="1463040" cy="948690"/>
          </a:xfrm>
          <a:prstGeom prst="rect">
            <a:avLst/>
          </a:prstGeom>
          <a:noFill/>
        </p:spPr>
        <p:txBody>
          <a:bodyPr wrap="square" tIns="189738">
            <a:spAutoFit/>
          </a:bodyPr>
          <a:lstStyle/>
          <a:p>
            <a:pPr algn="ctr"/>
            <a:r>
              <a:rPr sz="1400" b="1">
                <a:solidFill>
                  <a:srgbClr val="FFFFFF"/>
                </a:solidFill>
                <a:latin typeface="Graphik"/>
              </a:rPr>
              <a:t>Confidence
Signal</a:t>
            </a:r>
          </a:p>
        </p:txBody>
      </p:sp>
      <p:sp>
        <p:nvSpPr>
          <p:cNvPr id="22" name="TextBox 21"/>
          <p:cNvSpPr txBox="1"/>
          <p:nvPr/>
        </p:nvSpPr>
        <p:spPr>
          <a:xfrm>
            <a:off x="1956816" y="4684014"/>
            <a:ext cx="9857232" cy="857250"/>
          </a:xfrm>
          <a:prstGeom prst="rect">
            <a:avLst/>
          </a:prstGeom>
          <a:noFill/>
        </p:spPr>
        <p:txBody>
          <a:bodyPr wrap="square">
            <a:spAutoFit/>
          </a:bodyPr>
          <a:lstStyle/>
          <a:p>
            <a:r>
              <a:rPr sz="1400">
                <a:solidFill>
                  <a:srgbClr val="333333"/>
                </a:solidFill>
                <a:latin typeface="Graphik"/>
              </a:rPr>
              <a:t>Does the organization have conviction about this opportunity? Derived from rating confidence across constituent activities.</a:t>
            </a:r>
          </a:p>
        </p:txBody>
      </p:sp>
      <p:sp>
        <p:nvSpPr>
          <p:cNvPr id="23" name="Rectangle 22"/>
          <p:cNvSpPr/>
          <p:nvPr/>
        </p:nvSpPr>
        <p:spPr>
          <a:xfrm>
            <a:off x="384048" y="5715000"/>
            <a:ext cx="11430000" cy="594360"/>
          </a:xfrm>
          <a:prstGeom prst="rect">
            <a:avLst/>
          </a:prstGeom>
          <a:solidFill>
            <a:srgbClr val="F3E8FF"/>
          </a:solidFill>
          <a:ln w="12700">
            <a:solidFill>
              <a:srgbClr val="7E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760720"/>
            <a:ext cx="10881360" cy="502920"/>
          </a:xfrm>
          <a:prstGeom prst="rect">
            <a:avLst/>
          </a:prstGeom>
          <a:noFill/>
        </p:spPr>
        <p:txBody>
          <a:bodyPr wrap="square">
            <a:spAutoFit/>
          </a:bodyPr>
          <a:lstStyle/>
          <a:p>
            <a:pPr algn="ctr"/>
            <a:r>
              <a:rPr sz="1600" b="1">
                <a:solidFill>
                  <a:srgbClr val="5F0095"/>
                </a:solidFill>
                <a:latin typeface="Graphik"/>
              </a:rPr>
              <a:t>45% weight prevents technically perfect but operationally dead implementations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Value and efficiency: grounded in real client financials</a:t>
            </a:r>
          </a:p>
        </p:txBody>
      </p:sp>
      <p:sp>
        <p:nvSpPr>
          <p:cNvPr id="3" name="Text Placeholder 2"/>
          <p:cNvSpPr>
            <a:spLocks noGrp="1"/>
          </p:cNvSpPr>
          <p:nvPr>
            <p:ph type="body" idx="10" sz="quarter"/>
          </p:nvPr>
        </p:nvSpPr>
        <p:spPr/>
        <p:txBody>
          <a:bodyPr/>
          <a:lstStyle/>
          <a:p>
            <a:r>
              <a:rPr sz="1800">
                <a:solidFill>
                  <a:srgbClr val="000000"/>
                </a:solidFill>
                <a:latin typeface="Graphik"/>
              </a:rPr>
              <a:t>Two sub-dimensions scored 0-3. Max raw score: 6. Weight: 25%.</a:t>
            </a:r>
          </a:p>
        </p:txBody>
      </p:sp>
      <p:sp>
        <p:nvSpPr>
          <p:cNvPr id="4" name="Text Placeholder 3"/>
          <p:cNvSpPr>
            <a:spLocks noGrp="1"/>
          </p:cNvSpPr>
          <p:nvPr>
            <p:ph type="body" idx="11" sz="quarter"/>
          </p:nvPr>
        </p:nvSpPr>
        <p:spPr/>
        <p:txBody>
          <a:bodyPr/>
          <a:lstStyle/>
          <a:p>
            <a:r>
              <a:rPr sz="1400" b="1">
                <a:solidFill>
                  <a:srgbClr val="7E00FF"/>
                </a:solidFill>
                <a:latin typeface="Graphik"/>
              </a:rPr>
              <a:t>Three-Lens Scoring</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6</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sp>
        <p:nvSpPr>
          <p:cNvPr id="11" name="Rectangle 10"/>
          <p:cNvSpPr/>
          <p:nvPr/>
        </p:nvSpPr>
        <p:spPr>
          <a:xfrm>
            <a:off x="384048" y="1508760"/>
            <a:ext cx="1828800" cy="2331720"/>
          </a:xfrm>
          <a:prstGeom prst="rect">
            <a:avLst/>
          </a:prstGeom>
          <a:solidFill>
            <a:srgbClr val="5F0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508760"/>
            <a:ext cx="1828800" cy="2331720"/>
          </a:xfrm>
          <a:prstGeom prst="rect">
            <a:avLst/>
          </a:prstGeom>
          <a:noFill/>
        </p:spPr>
        <p:txBody>
          <a:bodyPr wrap="square" tIns="699516">
            <a:spAutoFit/>
          </a:bodyPr>
          <a:lstStyle/>
          <a:p>
            <a:pPr algn="ctr"/>
            <a:r>
              <a:rPr sz="1400" b="1">
                <a:solidFill>
                  <a:srgbClr val="FFFFFF"/>
                </a:solidFill>
                <a:latin typeface="Graphik"/>
              </a:rPr>
              <a:t>Value
Density</a:t>
            </a:r>
          </a:p>
        </p:txBody>
      </p:sp>
      <p:sp>
        <p:nvSpPr>
          <p:cNvPr id="13" name="TextBox 12"/>
          <p:cNvSpPr txBox="1"/>
          <p:nvPr/>
        </p:nvSpPr>
        <p:spPr>
          <a:xfrm>
            <a:off x="2322576" y="1618488"/>
            <a:ext cx="9491472" cy="2148840"/>
          </a:xfrm>
          <a:prstGeom prst="rect">
            <a:avLst/>
          </a:prstGeom>
          <a:noFill/>
        </p:spPr>
        <p:txBody>
          <a:bodyPr wrap="square">
            <a:spAutoFit/>
          </a:bodyPr>
          <a:lstStyle/>
          <a:p>
            <a:r>
              <a:rPr sz="1400">
                <a:solidFill>
                  <a:srgbClr val="333333"/>
                </a:solidFill>
                <a:latin typeface="Graphik"/>
              </a:rPr>
              <a:t>Revenue impact as a percentage of company annual revenue. The engine ingests actual financial data from the hierarchy export (annual revenue, COGS, operating costs) to compute value density. This prevents inflated ROI claims detached from real business scale.</a:t>
            </a:r>
          </a:p>
        </p:txBody>
      </p:sp>
      <p:sp>
        <p:nvSpPr>
          <p:cNvPr id="14" name="Rectangle 13"/>
          <p:cNvSpPr/>
          <p:nvPr/>
        </p:nvSpPr>
        <p:spPr>
          <a:xfrm>
            <a:off x="384048" y="3931920"/>
            <a:ext cx="1828800" cy="2331720"/>
          </a:xfrm>
          <a:prstGeom prst="rect">
            <a:avLst/>
          </a:prstGeom>
          <a:solidFill>
            <a:srgbClr val="5F0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3931920"/>
            <a:ext cx="1828800" cy="2331720"/>
          </a:xfrm>
          <a:prstGeom prst="rect">
            <a:avLst/>
          </a:prstGeom>
          <a:noFill/>
        </p:spPr>
        <p:txBody>
          <a:bodyPr wrap="square" tIns="699516">
            <a:spAutoFit/>
          </a:bodyPr>
          <a:lstStyle/>
          <a:p>
            <a:pPr algn="ctr"/>
            <a:r>
              <a:rPr sz="1400" b="1">
                <a:solidFill>
                  <a:srgbClr val="FFFFFF"/>
                </a:solidFill>
                <a:latin typeface="Graphik"/>
              </a:rPr>
              <a:t>Simulation
Viability</a:t>
            </a:r>
          </a:p>
        </p:txBody>
      </p:sp>
      <p:sp>
        <p:nvSpPr>
          <p:cNvPr id="16" name="TextBox 15"/>
          <p:cNvSpPr txBox="1"/>
          <p:nvPr/>
        </p:nvSpPr>
        <p:spPr>
          <a:xfrm>
            <a:off x="2322576" y="4041648"/>
            <a:ext cx="9491472" cy="2148840"/>
          </a:xfrm>
          <a:prstGeom prst="rect">
            <a:avLst/>
          </a:prstGeom>
          <a:noFill/>
        </p:spPr>
        <p:txBody>
          <a:bodyPr wrap="square">
            <a:spAutoFit/>
          </a:bodyPr>
          <a:lstStyle/>
          <a:p>
            <a:r>
              <a:rPr sz="1400">
                <a:solidFill>
                  <a:srgbClr val="333333"/>
                </a:solidFill>
                <a:latin typeface="Graphik"/>
              </a:rPr>
              <a:t>Can the impact be quantified and tested before full rollout? Evaluates whether the opportunity has enough structured data and decision patterns to generate a credible mock decision test with sample inputs, expected outputs, and integration points.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Composite score gate at 0.60 focuses simulation effort</a:t>
            </a:r>
          </a:p>
        </p:txBody>
      </p:sp>
      <p:sp>
        <p:nvSpPr>
          <p:cNvPr id="3" name="Text Placeholder 2"/>
          <p:cNvSpPr>
            <a:spLocks noGrp="1"/>
          </p:cNvSpPr>
          <p:nvPr>
            <p:ph type="body" idx="10" sz="quarter"/>
          </p:nvPr>
        </p:nvSpPr>
        <p:spPr/>
        <p:txBody>
          <a:bodyPr/>
          <a:lstStyle/>
          <a:p>
            <a:r>
              <a:rPr sz="1800">
                <a:solidFill>
                  <a:srgbClr val="000000"/>
                </a:solidFill>
                <a:latin typeface="Graphik"/>
              </a:rPr>
              <a:t>Each lens is normalized 0-1, weighted, and summed. Only opportunities at or above 0.60 advance.</a:t>
            </a:r>
          </a:p>
        </p:txBody>
      </p:sp>
      <p:sp>
        <p:nvSpPr>
          <p:cNvPr id="4" name="Text Placeholder 3"/>
          <p:cNvSpPr>
            <a:spLocks noGrp="1"/>
          </p:cNvSpPr>
          <p:nvPr>
            <p:ph type="body" idx="11" sz="quarter"/>
          </p:nvPr>
        </p:nvSpPr>
        <p:spPr/>
        <p:txBody>
          <a:bodyPr/>
          <a:lstStyle/>
          <a:p>
            <a:r>
              <a:rPr sz="1400" b="1">
                <a:solidFill>
                  <a:srgbClr val="7E00FF"/>
                </a:solidFill>
                <a:latin typeface="Graphik"/>
              </a:rPr>
              <a:t>Three-Lens Scoring</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7</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pic>
        <p:nvPicPr>
          <p:cNvPr id="11" name="Picture 10" descr="imag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384048" y="1554480"/>
            <a:ext cx="11430000" cy="594360"/>
          </a:xfrm>
          <a:prstGeom prst="rect">
            <a:avLst/>
          </a:prstGeom>
        </p:spPr>
      </p:pic>
      <p:sp>
        <p:nvSpPr>
          <p:cNvPr id="12" name="Rectangle 11"/>
          <p:cNvSpPr/>
          <p:nvPr/>
        </p:nvSpPr>
        <p:spPr>
          <a:xfrm>
            <a:off x="384048" y="2286000"/>
            <a:ext cx="11430000" cy="3977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377440"/>
            <a:ext cx="11064240" cy="320040"/>
          </a:xfrm>
          <a:prstGeom prst="rect">
            <a:avLst/>
          </a:prstGeom>
          <a:noFill/>
        </p:spPr>
        <p:txBody>
          <a:bodyPr wrap="square">
            <a:spAutoFit/>
          </a:bodyPr>
          <a:lstStyle/>
          <a:p>
            <a:r>
              <a:rPr sz="1600" b="1">
                <a:solidFill>
                  <a:srgbClr val="5F0095"/>
                </a:solidFill>
                <a:latin typeface="Graphik"/>
              </a:rPr>
              <a:t>Worked example: Supply Chain Demand Sensing</a:t>
            </a:r>
          </a:p>
        </p:txBody>
      </p:sp>
      <p:pic>
        <p:nvPicPr>
          <p:cNvPr id="14" name="Picture 13" descr="image.png"/>
          <p:cNvPicPr>
            <a:picLocks noChangeAspect="1"/>
          </p:cNvPicPr>
          <p:nvPr/>
        </p:nvPicPr>
        <p:blipFill>
          <a:blip r:embed="rId5">
            <a:extLst>
              <a:ext uri="{96DAC541-7B7A-43D3-8B79-37D633B846F1}">
                <ns1:svgBlip xmlns:ns1="http://schemas.microsoft.com/office/drawing/2016/SVG/main" r:embed="rId6"/>
              </a:ext>
            </a:extLst>
          </a:blip>
          <a:stretch>
            <a:fillRect/>
          </a:stretch>
        </p:blipFill>
        <p:spPr>
          <a:xfrm>
            <a:off x="566928" y="2788920"/>
            <a:ext cx="7315200" cy="502920"/>
          </a:xfrm>
          <a:prstGeom prst="rect">
            <a:avLst/>
          </a:prstGeom>
        </p:spPr>
      </p:pic>
      <p:sp>
        <p:nvSpPr>
          <p:cNvPr id="15" name="TextBox 14"/>
          <p:cNvSpPr txBox="1"/>
          <p:nvPr/>
        </p:nvSpPr>
        <p:spPr>
          <a:xfrm>
            <a:off x="566928" y="3429000"/>
            <a:ext cx="7955279" cy="2651760"/>
          </a:xfrm>
          <a:prstGeom prst="rect">
            <a:avLst/>
          </a:prstGeom>
          <a:noFill/>
        </p:spPr>
        <p:txBody>
          <a:bodyPr wrap="square">
            <a:spAutoFit/>
          </a:bodyPr>
          <a:lstStyle/>
          <a:p>
            <a:pPr>
              <a:spcBef>
                <a:spcPts val="1000"/>
              </a:spcBef>
            </a:pPr>
            <a:r>
              <a:rPr sz="1400" b="1">
                <a:solidFill>
                  <a:srgbClr val="7E00FF"/>
                </a:solidFill>
                <a:latin typeface="Graphik"/>
              </a:rPr>
              <a:t>  Technical:  </a:t>
            </a:r>
            <a:r>
              <a:rPr sz="1400">
                <a:solidFill>
                  <a:srgbClr val="333333"/>
                </a:solidFill>
                <a:latin typeface="Graphik"/>
              </a:rPr>
              <a:t>7/9 = 0.78 normalized x 0.30 weight = 0.233</a:t>
            </a:r>
          </a:p>
          <a:p>
            <a:pPr>
              <a:spcBef>
                <a:spcPts val="1000"/>
              </a:spcBef>
            </a:pPr>
            <a:r>
              <a:rPr sz="1400" b="1">
                <a:solidFill>
                  <a:srgbClr val="7E00FF"/>
                </a:solidFill>
                <a:latin typeface="Graphik"/>
              </a:rPr>
              <a:t>  Adoption:  </a:t>
            </a:r>
            <a:r>
              <a:rPr sz="1400">
                <a:solidFill>
                  <a:srgbClr val="333333"/>
                </a:solidFill>
                <a:latin typeface="Graphik"/>
              </a:rPr>
              <a:t>10/12 = 0.83 normalized x 0.45 weight = 0.375</a:t>
            </a:r>
          </a:p>
          <a:p>
            <a:pPr>
              <a:spcBef>
                <a:spcPts val="1000"/>
              </a:spcBef>
            </a:pPr>
            <a:r>
              <a:rPr sz="1400" b="1">
                <a:solidFill>
                  <a:srgbClr val="7E00FF"/>
                </a:solidFill>
                <a:latin typeface="Graphik"/>
              </a:rPr>
              <a:t>  Value:  </a:t>
            </a:r>
            <a:r>
              <a:rPr sz="1400">
                <a:solidFill>
                  <a:srgbClr val="333333"/>
                </a:solidFill>
                <a:latin typeface="Graphik"/>
              </a:rPr>
              <a:t>4/6 = 0.67 normalized x 0.25 weight = 0.167</a:t>
            </a:r>
          </a:p>
          <a:p>
            <a:pPr>
              <a:spcBef>
                <a:spcPts val="1000"/>
              </a:spcBef>
            </a:pPr>
            <a:r>
              <a:rPr sz="1400" b="1">
                <a:solidFill>
                  <a:srgbClr val="7E00FF"/>
                </a:solidFill>
                <a:latin typeface="Graphik"/>
              </a:rPr>
              <a:t>  Composite:  </a:t>
            </a:r>
            <a:r>
              <a:rPr sz="1400">
                <a:solidFill>
                  <a:srgbClr val="333333"/>
                </a:solidFill>
                <a:latin typeface="Graphik"/>
              </a:rPr>
              <a:t>0.233 + 0.375 + 0.167 = 0.775  (above 0.60 gate)</a:t>
            </a:r>
          </a:p>
        </p:txBody>
      </p:sp>
      <p:sp>
        <p:nvSpPr>
          <p:cNvPr id="16" name="Rectangle 15"/>
          <p:cNvSpPr/>
          <p:nvPr/>
        </p:nvSpPr>
        <p:spPr>
          <a:xfrm>
            <a:off x="8887967" y="5824728"/>
            <a:ext cx="2743200" cy="347472"/>
          </a:xfrm>
          <a:prstGeom prst="rect">
            <a:avLst/>
          </a:prstGeom>
          <a:solidFill>
            <a:srgbClr val="F3E8FF"/>
          </a:solidFill>
          <a:ln w="12700">
            <a:solidFill>
              <a:srgbClr val="7E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33688" y="5843016"/>
            <a:ext cx="2651760" cy="310896"/>
          </a:xfrm>
          <a:prstGeom prst="rect">
            <a:avLst/>
          </a:prstGeom>
          <a:noFill/>
        </p:spPr>
        <p:txBody>
          <a:bodyPr wrap="none">
            <a:spAutoFit/>
          </a:bodyPr>
          <a:lstStyle/>
          <a:p>
            <a:pPr algn="ctr"/>
            <a:r>
              <a:rPr sz="1400" b="1">
                <a:solidFill>
                  <a:srgbClr val="5F0095"/>
                </a:solidFill>
                <a:latin typeface="Graphik"/>
              </a:rPr>
              <a:t>PROMOTED TO SIMULATION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Five red flags catch data problems before scoring begins</a:t>
            </a:r>
          </a:p>
        </p:txBody>
      </p:sp>
      <p:sp>
        <p:nvSpPr>
          <p:cNvPr id="3" name="Text Placeholder 2"/>
          <p:cNvSpPr>
            <a:spLocks noGrp="1"/>
          </p:cNvSpPr>
          <p:nvPr>
            <p:ph type="body" idx="10" sz="quarter"/>
          </p:nvPr>
        </p:nvSpPr>
        <p:spPr/>
        <p:txBody>
          <a:bodyPr/>
          <a:lstStyle/>
          <a:p>
            <a:r>
              <a:rPr sz="1800">
                <a:solidFill>
                  <a:srgbClr val="000000"/>
                </a:solidFill>
                <a:latin typeface="Graphik"/>
              </a:rPr>
              <a:t>Before any scoring, the engine detects structural problems in the hierarchy data. Each flag triggers a deterministic action: skip, demote, or flag for review.</a:t>
            </a:r>
          </a:p>
        </p:txBody>
      </p:sp>
      <p:sp>
        <p:nvSpPr>
          <p:cNvPr id="4" name="Text Placeholder 3"/>
          <p:cNvSpPr>
            <a:spLocks noGrp="1"/>
          </p:cNvSpPr>
          <p:nvPr>
            <p:ph type="body" idx="11" sz="quarter"/>
          </p:nvPr>
        </p:nvSpPr>
        <p:spPr/>
        <p:txBody>
          <a:bodyPr/>
          <a:lstStyle/>
          <a:p>
            <a:r>
              <a:rPr sz="1400" b="1">
                <a:solidFill>
                  <a:srgbClr val="7E00FF"/>
                </a:solidFill>
                <a:latin typeface="Graphik"/>
              </a:rPr>
              <a:t>Automated Triage</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8</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pic>
        <p:nvPicPr>
          <p:cNvPr id="11" name="Picture 10" descr="imag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521207" y="1600200"/>
            <a:ext cx="11155680" cy="2834640"/>
          </a:xfrm>
          <a:prstGeom prst="rect">
            <a:avLst/>
          </a:prstGeom>
        </p:spPr>
      </p:pic>
      <p:sp>
        <p:nvSpPr>
          <p:cNvPr id="12" name="TextBox 11"/>
          <p:cNvSpPr txBox="1"/>
          <p:nvPr/>
        </p:nvSpPr>
        <p:spPr>
          <a:xfrm>
            <a:off x="521207" y="4572000"/>
            <a:ext cx="11155680" cy="1554480"/>
          </a:xfrm>
          <a:prstGeom prst="rect">
            <a:avLst/>
          </a:prstGeom>
          <a:noFill/>
        </p:spPr>
        <p:txBody>
          <a:bodyPr wrap="square">
            <a:spAutoFit/>
          </a:bodyPr>
          <a:lstStyle/>
          <a:p>
            <a:pPr>
              <a:spcBef>
                <a:spcPts val="1000"/>
              </a:spcBef>
            </a:pPr>
            <a:r>
              <a:rPr sz="1400" b="1">
                <a:solidFill>
                  <a:srgbClr val="7E00FF"/>
                </a:solidFill>
                <a:latin typeface="Graphik"/>
              </a:rPr>
              <a:t>  SKIP:  </a:t>
            </a:r>
            <a:r>
              <a:rPr sz="1400">
                <a:solidFill>
                  <a:srgbClr val="333333"/>
                </a:solidFill>
                <a:latin typeface="Graphik"/>
              </a:rPr>
              <a:t>removes the opportunity from further processing entirely</a:t>
            </a:r>
          </a:p>
          <a:p>
            <a:pPr>
              <a:spcBef>
                <a:spcPts val="1000"/>
              </a:spcBef>
            </a:pPr>
            <a:r>
              <a:rPr sz="1400" b="1">
                <a:solidFill>
                  <a:srgbClr val="7E00FF"/>
                </a:solidFill>
                <a:latin typeface="Graphik"/>
              </a:rPr>
              <a:t>  DEMOTE:  </a:t>
            </a:r>
            <a:r>
              <a:rPr sz="1400">
                <a:solidFill>
                  <a:srgbClr val="333333"/>
                </a:solidFill>
                <a:latin typeface="Graphik"/>
              </a:rPr>
              <a:t>drops the opportunity one tier (e.g., Tier 1 to Tier 2)</a:t>
            </a:r>
          </a:p>
          <a:p>
            <a:pPr>
              <a:spcBef>
                <a:spcPts val="1000"/>
              </a:spcBef>
            </a:pPr>
            <a:r>
              <a:rPr sz="1400" b="1">
                <a:solidFill>
                  <a:srgbClr val="7E00FF"/>
                </a:solidFill>
                <a:latin typeface="Graphik"/>
              </a:rPr>
              <a:t>  FLAG:  </a:t>
            </a:r>
            <a:r>
              <a:rPr sz="1400">
                <a:solidFill>
                  <a:srgbClr val="333333"/>
                </a:solidFill>
                <a:latin typeface="Graphik"/>
              </a:rPr>
              <a:t>marks the issue for review but continues processing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Three tiers bin opportunities by ROI potential</a:t>
            </a:r>
          </a:p>
        </p:txBody>
      </p:sp>
      <p:sp>
        <p:nvSpPr>
          <p:cNvPr id="3" name="Text Placeholder 2"/>
          <p:cNvSpPr>
            <a:spLocks noGrp="1"/>
          </p:cNvSpPr>
          <p:nvPr>
            <p:ph type="body" idx="10" sz="quarter"/>
          </p:nvPr>
        </p:nvSpPr>
        <p:spPr/>
        <p:txBody>
          <a:bodyPr/>
          <a:lstStyle/>
          <a:p>
            <a:r>
              <a:rPr sz="1800">
                <a:solidFill>
                  <a:srgbClr val="000000"/>
                </a:solidFill>
                <a:latin typeface="Graphik"/>
              </a:rPr>
              <a:t>Tier 1 is checked first. Red flags can demote. Tiers determine analysis depth and simulation priority.</a:t>
            </a:r>
          </a:p>
        </p:txBody>
      </p:sp>
      <p:sp>
        <p:nvSpPr>
          <p:cNvPr id="4" name="Text Placeholder 3"/>
          <p:cNvSpPr>
            <a:spLocks noGrp="1"/>
          </p:cNvSpPr>
          <p:nvPr>
            <p:ph type="body" idx="11" sz="quarter"/>
          </p:nvPr>
        </p:nvSpPr>
        <p:spPr/>
        <p:txBody>
          <a:bodyPr/>
          <a:lstStyle/>
          <a:p>
            <a:r>
              <a:rPr sz="1400" b="1">
                <a:solidFill>
                  <a:srgbClr val="7E00FF"/>
                </a:solidFill>
                <a:latin typeface="Graphik"/>
              </a:rPr>
              <a:t>Automated Triage</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9</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sp>
        <p:nvSpPr>
          <p:cNvPr id="11" name="Rectangle 10"/>
          <p:cNvSpPr/>
          <p:nvPr/>
        </p:nvSpPr>
        <p:spPr>
          <a:xfrm>
            <a:off x="384048" y="1508760"/>
            <a:ext cx="3718560"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1508760"/>
            <a:ext cx="3718560" cy="45720"/>
          </a:xfrm>
          <a:prstGeom prst="rect">
            <a:avLst/>
          </a:prstGeom>
          <a:solidFill>
            <a:srgbClr val="5F0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2060448" y="1691639"/>
            <a:ext cx="365760" cy="365760"/>
          </a:xfrm>
          <a:prstGeom prst="rect">
            <a:avLst/>
          </a:prstGeom>
        </p:spPr>
      </p:pic>
      <p:sp>
        <p:nvSpPr>
          <p:cNvPr id="14" name="TextBox 13"/>
          <p:cNvSpPr txBox="1"/>
          <p:nvPr/>
        </p:nvSpPr>
        <p:spPr>
          <a:xfrm>
            <a:off x="475488" y="2148839"/>
            <a:ext cx="3535679" cy="365760"/>
          </a:xfrm>
          <a:prstGeom prst="rect">
            <a:avLst/>
          </a:prstGeom>
          <a:noFill/>
        </p:spPr>
        <p:txBody>
          <a:bodyPr wrap="square">
            <a:spAutoFit/>
          </a:bodyPr>
          <a:lstStyle/>
          <a:p>
            <a:pPr algn="ctr"/>
            <a:r>
              <a:rPr sz="1600" b="1">
                <a:solidFill>
                  <a:srgbClr val="5F0095"/>
                </a:solidFill>
                <a:latin typeface="Graphik"/>
              </a:rPr>
              <a:t>Tier 1: Premium</a:t>
            </a:r>
          </a:p>
        </p:txBody>
      </p:sp>
      <p:sp>
        <p:nvSpPr>
          <p:cNvPr id="15" name="TextBox 14"/>
          <p:cNvSpPr txBox="1"/>
          <p:nvPr/>
        </p:nvSpPr>
        <p:spPr>
          <a:xfrm>
            <a:off x="521207" y="2606039"/>
            <a:ext cx="3444240" cy="3566160"/>
          </a:xfrm>
          <a:prstGeom prst="rect">
            <a:avLst/>
          </a:prstGeom>
          <a:noFill/>
        </p:spPr>
        <p:txBody>
          <a:bodyPr wrap="square">
            <a:spAutoFit/>
          </a:bodyPr>
          <a:lstStyle/>
          <a:p>
            <a:pPr>
              <a:spcBef>
                <a:spcPts val="1000"/>
              </a:spcBef>
            </a:pPr>
            <a:r>
              <a:rPr sz="1400">
                <a:solidFill>
                  <a:srgbClr val="333333"/>
                </a:solidFill>
                <a:latin typeface="Graphik"/>
              </a:rPr>
              <a:t>  quick_win flag = true</a:t>
            </a:r>
          </a:p>
          <a:p>
            <a:pPr>
              <a:spcBef>
                <a:spcPts val="1000"/>
              </a:spcBef>
            </a:pPr>
            <a:r>
              <a:rPr sz="1400">
                <a:solidFill>
                  <a:srgbClr val="333333"/>
                </a:solidFill>
                <a:latin typeface="Graphik"/>
              </a:rPr>
              <a:t>  Combined value &gt; $5M</a:t>
            </a:r>
          </a:p>
          <a:p>
            <a:pPr>
              <a:spcBef>
                <a:spcPts val="1000"/>
              </a:spcBef>
            </a:pPr>
            <a:r>
              <a:rPr sz="1400">
                <a:solidFill>
                  <a:srgbClr val="333333"/>
                </a:solidFill>
                <a:latin typeface="Graphik"/>
              </a:rPr>
              <a:t>  Maximum ROI priority</a:t>
            </a:r>
          </a:p>
          <a:p>
            <a:pPr>
              <a:spcBef>
                <a:spcPts val="1000"/>
              </a:spcBef>
            </a:pPr>
            <a:r>
              <a:rPr sz="1400">
                <a:solidFill>
                  <a:srgbClr val="333333"/>
                </a:solidFill>
                <a:latin typeface="Graphik"/>
              </a:rPr>
              <a:t>  Full simulation package</a:t>
            </a:r>
          </a:p>
        </p:txBody>
      </p:sp>
      <p:sp>
        <p:nvSpPr>
          <p:cNvPr id="16" name="Rectangle 15"/>
          <p:cNvSpPr/>
          <p:nvPr/>
        </p:nvSpPr>
        <p:spPr>
          <a:xfrm>
            <a:off x="4239768" y="1508760"/>
            <a:ext cx="3718560"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39768" y="1508760"/>
            <a:ext cx="3718560" cy="4572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5">
            <a:extLst>
              <a:ext uri="{96DAC541-7B7A-43D3-8B79-37D633B846F1}">
                <ns1:svgBlip xmlns:ns1="http://schemas.microsoft.com/office/drawing/2016/SVG/main" r:embed="rId6"/>
              </a:ext>
            </a:extLst>
          </a:blip>
          <a:stretch>
            <a:fillRect/>
          </a:stretch>
        </p:blipFill>
        <p:spPr>
          <a:xfrm>
            <a:off x="5916168" y="1691639"/>
            <a:ext cx="365760" cy="365760"/>
          </a:xfrm>
          <a:prstGeom prst="rect">
            <a:avLst/>
          </a:prstGeom>
        </p:spPr>
      </p:pic>
      <p:sp>
        <p:nvSpPr>
          <p:cNvPr id="19" name="TextBox 18"/>
          <p:cNvSpPr txBox="1"/>
          <p:nvPr/>
        </p:nvSpPr>
        <p:spPr>
          <a:xfrm>
            <a:off x="4331208" y="2148839"/>
            <a:ext cx="3535679" cy="365760"/>
          </a:xfrm>
          <a:prstGeom prst="rect">
            <a:avLst/>
          </a:prstGeom>
          <a:noFill/>
        </p:spPr>
        <p:txBody>
          <a:bodyPr wrap="square">
            <a:spAutoFit/>
          </a:bodyPr>
          <a:lstStyle/>
          <a:p>
            <a:pPr algn="ctr"/>
            <a:r>
              <a:rPr sz="1600" b="1">
                <a:solidFill>
                  <a:srgbClr val="7E00FF"/>
                </a:solidFill>
                <a:latin typeface="Graphik"/>
              </a:rPr>
              <a:t>Tier 2: Moderate</a:t>
            </a:r>
          </a:p>
        </p:txBody>
      </p:sp>
      <p:sp>
        <p:nvSpPr>
          <p:cNvPr id="20" name="TextBox 19"/>
          <p:cNvSpPr txBox="1"/>
          <p:nvPr/>
        </p:nvSpPr>
        <p:spPr>
          <a:xfrm>
            <a:off x="4376928" y="2606039"/>
            <a:ext cx="3444240" cy="3566160"/>
          </a:xfrm>
          <a:prstGeom prst="rect">
            <a:avLst/>
          </a:prstGeom>
          <a:noFill/>
        </p:spPr>
        <p:txBody>
          <a:bodyPr wrap="square">
            <a:spAutoFit/>
          </a:bodyPr>
          <a:lstStyle/>
          <a:p>
            <a:pPr>
              <a:spcBef>
                <a:spcPts val="1000"/>
              </a:spcBef>
            </a:pPr>
            <a:r>
              <a:rPr sz="1400">
                <a:solidFill>
                  <a:srgbClr val="333333"/>
                </a:solidFill>
                <a:latin typeface="Graphik"/>
              </a:rPr>
              <a:t>  &gt;= 50% HIGH ai_suitability</a:t>
            </a:r>
          </a:p>
          <a:p>
            <a:pPr>
              <a:spcBef>
                <a:spcPts val="1000"/>
              </a:spcBef>
            </a:pPr>
            <a:r>
              <a:rPr sz="1400">
                <a:solidFill>
                  <a:srgbClr val="333333"/>
                </a:solidFill>
                <a:latin typeface="Graphik"/>
              </a:rPr>
              <a:t>  Good technical fit</a:t>
            </a:r>
          </a:p>
          <a:p>
            <a:pPr>
              <a:spcBef>
                <a:spcPts val="1000"/>
              </a:spcBef>
            </a:pPr>
            <a:r>
              <a:rPr sz="1400">
                <a:solidFill>
                  <a:srgbClr val="333333"/>
                </a:solidFill>
                <a:latin typeface="Graphik"/>
              </a:rPr>
              <a:t>  Standard simulation</a:t>
            </a:r>
          </a:p>
          <a:p>
            <a:pPr>
              <a:spcBef>
                <a:spcPts val="1000"/>
              </a:spcBef>
            </a:pPr>
            <a:r>
              <a:rPr sz="1400">
                <a:solidFill>
                  <a:srgbClr val="333333"/>
                </a:solidFill>
                <a:latin typeface="Graphik"/>
              </a:rPr>
              <a:t>  Scorecard + component map</a:t>
            </a:r>
          </a:p>
        </p:txBody>
      </p:sp>
      <p:sp>
        <p:nvSpPr>
          <p:cNvPr id="21" name="Rectangle 20"/>
          <p:cNvSpPr/>
          <p:nvPr/>
        </p:nvSpPr>
        <p:spPr>
          <a:xfrm>
            <a:off x="8095488" y="1508760"/>
            <a:ext cx="3718560"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5488" y="1508760"/>
            <a:ext cx="3718560" cy="45720"/>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7">
            <a:extLst>
              <a:ext uri="{96DAC541-7B7A-43D3-8B79-37D633B846F1}">
                <ns2:svgBlip xmlns:ns2="http://schemas.microsoft.com/office/drawing/2016/SVG/main" r:embed="rId8"/>
              </a:ext>
            </a:extLst>
          </a:blip>
          <a:stretch>
            <a:fillRect/>
          </a:stretch>
        </p:blipFill>
        <p:spPr>
          <a:xfrm>
            <a:off x="9771888" y="1691639"/>
            <a:ext cx="365760" cy="365760"/>
          </a:xfrm>
          <a:prstGeom prst="rect">
            <a:avLst/>
          </a:prstGeom>
        </p:spPr>
      </p:pic>
      <p:sp>
        <p:nvSpPr>
          <p:cNvPr id="24" name="TextBox 23"/>
          <p:cNvSpPr txBox="1"/>
          <p:nvPr/>
        </p:nvSpPr>
        <p:spPr>
          <a:xfrm>
            <a:off x="8186928" y="2148839"/>
            <a:ext cx="3535679" cy="365760"/>
          </a:xfrm>
          <a:prstGeom prst="rect">
            <a:avLst/>
          </a:prstGeom>
          <a:noFill/>
        </p:spPr>
        <p:txBody>
          <a:bodyPr wrap="square">
            <a:spAutoFit/>
          </a:bodyPr>
          <a:lstStyle/>
          <a:p>
            <a:pPr algn="ctr"/>
            <a:r>
              <a:rPr sz="1600" b="1">
                <a:solidFill>
                  <a:srgbClr val="333333"/>
                </a:solidFill>
                <a:latin typeface="Graphik"/>
              </a:rPr>
              <a:t>Tier 3: Default</a:t>
            </a:r>
          </a:p>
        </p:txBody>
      </p:sp>
      <p:sp>
        <p:nvSpPr>
          <p:cNvPr id="25" name="TextBox 24"/>
          <p:cNvSpPr txBox="1"/>
          <p:nvPr/>
        </p:nvSpPr>
        <p:spPr>
          <a:xfrm>
            <a:off x="8232648" y="2606039"/>
            <a:ext cx="3444240" cy="3566160"/>
          </a:xfrm>
          <a:prstGeom prst="rect">
            <a:avLst/>
          </a:prstGeom>
          <a:noFill/>
        </p:spPr>
        <p:txBody>
          <a:bodyPr wrap="square">
            <a:spAutoFit/>
          </a:bodyPr>
          <a:lstStyle/>
          <a:p>
            <a:pPr>
              <a:spcBef>
                <a:spcPts val="1000"/>
              </a:spcBef>
            </a:pPr>
            <a:r>
              <a:rPr sz="1400">
                <a:solidFill>
                  <a:srgbClr val="333333"/>
                </a:solidFill>
                <a:latin typeface="Graphik"/>
              </a:rPr>
              <a:t>  Everything else</a:t>
            </a:r>
          </a:p>
          <a:p>
            <a:pPr>
              <a:spcBef>
                <a:spcPts val="1000"/>
              </a:spcBef>
            </a:pPr>
            <a:r>
              <a:rPr sz="1400">
                <a:solidFill>
                  <a:srgbClr val="333333"/>
                </a:solidFill>
                <a:latin typeface="Graphik"/>
              </a:rPr>
              <a:t>  Baseline evaluation</a:t>
            </a:r>
          </a:p>
          <a:p>
            <a:pPr>
              <a:spcBef>
                <a:spcPts val="1000"/>
              </a:spcBef>
            </a:pPr>
            <a:r>
              <a:rPr sz="1400">
                <a:solidFill>
                  <a:srgbClr val="333333"/>
                </a:solidFill>
                <a:latin typeface="Graphik"/>
              </a:rPr>
              <a:t>  Scorecard only</a:t>
            </a:r>
          </a:p>
          <a:p>
            <a:pPr>
              <a:spcBef>
                <a:spcPts val="1000"/>
              </a:spcBef>
            </a:pPr>
            <a:r>
              <a:rPr sz="1400">
                <a:solidFill>
                  <a:srgbClr val="333333"/>
                </a:solidFill>
                <a:latin typeface="Graphik"/>
              </a:rPr>
              <a:t>  Triage summary in TSV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Archetype routing maps opportunities to platform components</a:t>
            </a:r>
          </a:p>
        </p:txBody>
      </p:sp>
      <p:sp>
        <p:nvSpPr>
          <p:cNvPr id="3" name="Text Placeholder 2"/>
          <p:cNvSpPr>
            <a:spLocks noGrp="1"/>
          </p:cNvSpPr>
          <p:nvPr>
            <p:ph type="body" idx="10" sz="quarter"/>
          </p:nvPr>
        </p:nvSpPr>
        <p:spPr/>
        <p:txBody>
          <a:bodyPr/>
          <a:lstStyle/>
          <a:p>
            <a:r>
              <a:rPr sz="1800">
                <a:solidFill>
                  <a:srgbClr val="000000"/>
                </a:solidFill>
                <a:latin typeface="Graphik"/>
              </a:rPr>
              <a:t>Each opportunity is classified as DETERMINISTIC, AGENTIC, or GENERATIVE. This determines which Aera components are used in simulation.</a:t>
            </a:r>
          </a:p>
        </p:txBody>
      </p:sp>
      <p:sp>
        <p:nvSpPr>
          <p:cNvPr id="4" name="Text Placeholder 3"/>
          <p:cNvSpPr>
            <a:spLocks noGrp="1"/>
          </p:cNvSpPr>
          <p:nvPr>
            <p:ph type="body" idx="11" sz="quarter"/>
          </p:nvPr>
        </p:nvSpPr>
        <p:spPr/>
        <p:txBody>
          <a:bodyPr/>
          <a:lstStyle/>
          <a:p>
            <a:r>
              <a:rPr sz="1400" b="1">
                <a:solidFill>
                  <a:srgbClr val="7E00FF"/>
                </a:solidFill>
                <a:latin typeface="Graphik"/>
              </a:rPr>
              <a:t>Automated Triage</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10</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sp>
        <p:nvSpPr>
          <p:cNvPr id="11" name="Rectangle 10"/>
          <p:cNvSpPr/>
          <p:nvPr/>
        </p:nvSpPr>
        <p:spPr>
          <a:xfrm>
            <a:off x="384048" y="1508760"/>
            <a:ext cx="3718560"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1508760"/>
            <a:ext cx="3718560" cy="822960"/>
          </a:xfrm>
          <a:prstGeom prst="rect">
            <a:avLst/>
          </a:prstGeom>
          <a:solidFill>
            <a:srgbClr val="5F00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1581912"/>
            <a:ext cx="3535679" cy="402336"/>
          </a:xfrm>
          <a:prstGeom prst="rect">
            <a:avLst/>
          </a:prstGeom>
          <a:noFill/>
        </p:spPr>
        <p:txBody>
          <a:bodyPr wrap="square">
            <a:spAutoFit/>
          </a:bodyPr>
          <a:lstStyle/>
          <a:p>
            <a:pPr algn="ctr"/>
            <a:r>
              <a:rPr sz="1600" b="1">
                <a:solidFill>
                  <a:srgbClr val="FFFFFF"/>
                </a:solidFill>
                <a:latin typeface="Graphik"/>
              </a:rPr>
              <a:t>DETERMINISTIC</a:t>
            </a:r>
          </a:p>
        </p:txBody>
      </p:sp>
      <p:sp>
        <p:nvSpPr>
          <p:cNvPr id="14" name="TextBox 13"/>
          <p:cNvSpPr txBox="1"/>
          <p:nvPr/>
        </p:nvSpPr>
        <p:spPr>
          <a:xfrm>
            <a:off x="475488" y="1947672"/>
            <a:ext cx="3535679" cy="329184"/>
          </a:xfrm>
          <a:prstGeom prst="rect">
            <a:avLst/>
          </a:prstGeom>
          <a:noFill/>
        </p:spPr>
        <p:txBody>
          <a:bodyPr wrap="none">
            <a:spAutoFit/>
          </a:bodyPr>
          <a:lstStyle/>
          <a:p>
            <a:pPr algn="ctr"/>
            <a:r>
              <a:rPr sz="2000" b="1">
                <a:solidFill>
                  <a:srgbClr val="FFFFFF"/>
                </a:solidFill>
                <a:latin typeface="Graphik"/>
              </a:rPr>
              <a:t>~56%</a:t>
            </a:r>
          </a:p>
        </p:txBody>
      </p:sp>
      <p:sp>
        <p:nvSpPr>
          <p:cNvPr id="15" name="TextBox 14"/>
          <p:cNvSpPr txBox="1"/>
          <p:nvPr/>
        </p:nvSpPr>
        <p:spPr>
          <a:xfrm>
            <a:off x="521207" y="2514600"/>
            <a:ext cx="3444240" cy="3657600"/>
          </a:xfrm>
          <a:prstGeom prst="rect">
            <a:avLst/>
          </a:prstGeom>
          <a:noFill/>
        </p:spPr>
        <p:txBody>
          <a:bodyPr wrap="square">
            <a:spAutoFit/>
          </a:bodyPr>
          <a:lstStyle/>
          <a:p>
            <a:pPr>
              <a:spcBef>
                <a:spcPts val="1000"/>
              </a:spcBef>
            </a:pPr>
            <a:r>
              <a:rPr sz="1400">
                <a:solidFill>
                  <a:srgbClr val="333333"/>
                </a:solidFill>
                <a:latin typeface="Graphik"/>
              </a:rPr>
              <a:t>  Process Builder</a:t>
            </a:r>
          </a:p>
          <a:p>
            <a:pPr>
              <a:spcBef>
                <a:spcPts val="1000"/>
              </a:spcBef>
            </a:pPr>
            <a:r>
              <a:rPr sz="1400">
                <a:solidFill>
                  <a:srgbClr val="333333"/>
                </a:solidFill>
                <a:latin typeface="Graphik"/>
              </a:rPr>
              <a:t>  IF/Rules/Transaction nodes</a:t>
            </a:r>
          </a:p>
          <a:p>
            <a:pPr>
              <a:spcBef>
                <a:spcPts val="1000"/>
              </a:spcBef>
            </a:pPr>
            <a:r>
              <a:rPr sz="1400">
                <a:solidFill>
                  <a:srgbClr val="333333"/>
                </a:solidFill>
                <a:latin typeface="Graphik"/>
              </a:rPr>
              <a:t>  Structured workflows</a:t>
            </a:r>
          </a:p>
          <a:p>
            <a:pPr>
              <a:spcBef>
                <a:spcPts val="1000"/>
              </a:spcBef>
            </a:pPr>
            <a:r>
              <a:rPr sz="1400">
                <a:solidFill>
                  <a:srgbClr val="333333"/>
                </a:solidFill>
                <a:latin typeface="Graphik"/>
              </a:rPr>
              <a:t>  Highest prevalence</a:t>
            </a:r>
          </a:p>
        </p:txBody>
      </p:sp>
      <p:sp>
        <p:nvSpPr>
          <p:cNvPr id="16" name="Rectangle 15"/>
          <p:cNvSpPr/>
          <p:nvPr/>
        </p:nvSpPr>
        <p:spPr>
          <a:xfrm>
            <a:off x="4239768" y="1508760"/>
            <a:ext cx="3718560"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39768" y="1508760"/>
            <a:ext cx="3718560" cy="82296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31208" y="1581912"/>
            <a:ext cx="3535679" cy="402336"/>
          </a:xfrm>
          <a:prstGeom prst="rect">
            <a:avLst/>
          </a:prstGeom>
          <a:noFill/>
        </p:spPr>
        <p:txBody>
          <a:bodyPr wrap="square">
            <a:spAutoFit/>
          </a:bodyPr>
          <a:lstStyle/>
          <a:p>
            <a:pPr algn="ctr"/>
            <a:r>
              <a:rPr sz="1600" b="1">
                <a:solidFill>
                  <a:srgbClr val="FFFFFF"/>
                </a:solidFill>
                <a:latin typeface="Graphik"/>
              </a:rPr>
              <a:t>AGENTIC</a:t>
            </a:r>
          </a:p>
        </p:txBody>
      </p:sp>
      <p:sp>
        <p:nvSpPr>
          <p:cNvPr id="19" name="TextBox 18"/>
          <p:cNvSpPr txBox="1"/>
          <p:nvPr/>
        </p:nvSpPr>
        <p:spPr>
          <a:xfrm>
            <a:off x="4331208" y="1947672"/>
            <a:ext cx="3535679" cy="329184"/>
          </a:xfrm>
          <a:prstGeom prst="rect">
            <a:avLst/>
          </a:prstGeom>
          <a:noFill/>
        </p:spPr>
        <p:txBody>
          <a:bodyPr wrap="none">
            <a:spAutoFit/>
          </a:bodyPr>
          <a:lstStyle/>
          <a:p>
            <a:pPr algn="ctr"/>
            <a:r>
              <a:rPr sz="2000" b="1">
                <a:solidFill>
                  <a:srgbClr val="FFFFFF"/>
                </a:solidFill>
                <a:latin typeface="Graphik"/>
              </a:rPr>
              <a:t>~43%</a:t>
            </a:r>
          </a:p>
        </p:txBody>
      </p:sp>
      <p:sp>
        <p:nvSpPr>
          <p:cNvPr id="20" name="TextBox 19"/>
          <p:cNvSpPr txBox="1"/>
          <p:nvPr/>
        </p:nvSpPr>
        <p:spPr>
          <a:xfrm>
            <a:off x="4376928" y="2514600"/>
            <a:ext cx="3444240" cy="3657600"/>
          </a:xfrm>
          <a:prstGeom prst="rect">
            <a:avLst/>
          </a:prstGeom>
          <a:noFill/>
        </p:spPr>
        <p:txBody>
          <a:bodyPr wrap="square">
            <a:spAutoFit/>
          </a:bodyPr>
          <a:lstStyle/>
          <a:p>
            <a:pPr>
              <a:spcBef>
                <a:spcPts val="1000"/>
              </a:spcBef>
            </a:pPr>
            <a:r>
              <a:rPr sz="1400">
                <a:solidFill>
                  <a:srgbClr val="333333"/>
                </a:solidFill>
                <a:latin typeface="Graphik"/>
              </a:rPr>
              <a:t>  Agent Teams + Functions</a:t>
            </a:r>
          </a:p>
          <a:p>
            <a:pPr>
              <a:spcBef>
                <a:spcPts val="1000"/>
              </a:spcBef>
            </a:pPr>
            <a:r>
              <a:rPr sz="1400">
                <a:solidFill>
                  <a:srgbClr val="333333"/>
                </a:solidFill>
                <a:latin typeface="Graphik"/>
              </a:rPr>
              <a:t>  Multi-step orchestration</a:t>
            </a:r>
          </a:p>
          <a:p>
            <a:pPr>
              <a:spcBef>
                <a:spcPts val="1000"/>
              </a:spcBef>
            </a:pPr>
            <a:r>
              <a:rPr sz="1400">
                <a:solidFill>
                  <a:srgbClr val="333333"/>
                </a:solidFill>
                <a:latin typeface="Graphik"/>
              </a:rPr>
              <a:t>  Decision-density driven</a:t>
            </a:r>
          </a:p>
          <a:p>
            <a:pPr>
              <a:spcBef>
                <a:spcPts val="1000"/>
              </a:spcBef>
            </a:pPr>
            <a:r>
              <a:rPr sz="1400">
                <a:solidFill>
                  <a:srgbClr val="333333"/>
                </a:solidFill>
                <a:latin typeface="Graphik"/>
              </a:rPr>
              <a:t>  Growing category</a:t>
            </a:r>
          </a:p>
        </p:txBody>
      </p:sp>
      <p:sp>
        <p:nvSpPr>
          <p:cNvPr id="21" name="Rectangle 20"/>
          <p:cNvSpPr/>
          <p:nvPr/>
        </p:nvSpPr>
        <p:spPr>
          <a:xfrm>
            <a:off x="8095488" y="1508760"/>
            <a:ext cx="3718560"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5488" y="1508760"/>
            <a:ext cx="3718560" cy="822960"/>
          </a:xfrm>
          <a:prstGeom prst="rect">
            <a:avLst/>
          </a:prstGeom>
          <a:solidFill>
            <a:srgbClr val="D8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86928" y="1581912"/>
            <a:ext cx="3535679" cy="402336"/>
          </a:xfrm>
          <a:prstGeom prst="rect">
            <a:avLst/>
          </a:prstGeom>
          <a:noFill/>
        </p:spPr>
        <p:txBody>
          <a:bodyPr wrap="square">
            <a:spAutoFit/>
          </a:bodyPr>
          <a:lstStyle/>
          <a:p>
            <a:pPr algn="ctr"/>
            <a:r>
              <a:rPr sz="1600" b="1">
                <a:solidFill>
                  <a:srgbClr val="333333"/>
                </a:solidFill>
                <a:latin typeface="Graphik"/>
              </a:rPr>
              <a:t>GENERATIVE</a:t>
            </a:r>
          </a:p>
        </p:txBody>
      </p:sp>
      <p:sp>
        <p:nvSpPr>
          <p:cNvPr id="24" name="TextBox 23"/>
          <p:cNvSpPr txBox="1"/>
          <p:nvPr/>
        </p:nvSpPr>
        <p:spPr>
          <a:xfrm>
            <a:off x="8186928" y="1947672"/>
            <a:ext cx="3535679" cy="329184"/>
          </a:xfrm>
          <a:prstGeom prst="rect">
            <a:avLst/>
          </a:prstGeom>
          <a:noFill/>
        </p:spPr>
        <p:txBody>
          <a:bodyPr wrap="none">
            <a:spAutoFit/>
          </a:bodyPr>
          <a:lstStyle/>
          <a:p>
            <a:pPr algn="ctr"/>
            <a:r>
              <a:rPr sz="2000" b="1">
                <a:solidFill>
                  <a:srgbClr val="333333"/>
                </a:solidFill>
                <a:latin typeface="Graphik"/>
              </a:rPr>
              <a:t>&lt;1%</a:t>
            </a:r>
          </a:p>
        </p:txBody>
      </p:sp>
      <p:sp>
        <p:nvSpPr>
          <p:cNvPr id="25" name="TextBox 24"/>
          <p:cNvSpPr txBox="1"/>
          <p:nvPr/>
        </p:nvSpPr>
        <p:spPr>
          <a:xfrm>
            <a:off x="8232648" y="2514600"/>
            <a:ext cx="3444240" cy="3657600"/>
          </a:xfrm>
          <a:prstGeom prst="rect">
            <a:avLst/>
          </a:prstGeom>
          <a:noFill/>
        </p:spPr>
        <p:txBody>
          <a:bodyPr wrap="square">
            <a:spAutoFit/>
          </a:bodyPr>
          <a:lstStyle/>
          <a:p>
            <a:pPr>
              <a:spcBef>
                <a:spcPts val="1000"/>
              </a:spcBef>
            </a:pPr>
            <a:r>
              <a:rPr sz="1400">
                <a:solidFill>
                  <a:srgbClr val="333333"/>
                </a:solidFill>
                <a:latin typeface="Graphik"/>
              </a:rPr>
              <a:t>  Agent Teams + LLM Agents</a:t>
            </a:r>
          </a:p>
          <a:p>
            <a:pPr>
              <a:spcBef>
                <a:spcPts val="1000"/>
              </a:spcBef>
            </a:pPr>
            <a:r>
              <a:rPr sz="1400">
                <a:solidFill>
                  <a:srgbClr val="333333"/>
                </a:solidFill>
                <a:latin typeface="Graphik"/>
              </a:rPr>
              <a:t>  Cortex model integration</a:t>
            </a:r>
          </a:p>
          <a:p>
            <a:pPr>
              <a:spcBef>
                <a:spcPts val="1000"/>
              </a:spcBef>
            </a:pPr>
            <a:r>
              <a:rPr sz="1400">
                <a:solidFill>
                  <a:srgbClr val="333333"/>
                </a:solidFill>
                <a:latin typeface="Graphik"/>
              </a:rPr>
              <a:t>  Unstructured reasoning</a:t>
            </a:r>
          </a:p>
          <a:p>
            <a:pPr>
              <a:spcBef>
                <a:spcPts val="1000"/>
              </a:spcBef>
            </a:pPr>
            <a:r>
              <a:rPr sz="1400">
                <a:solidFill>
                  <a:srgbClr val="333333"/>
                </a:solidFill>
                <a:latin typeface="Graphik"/>
              </a:rPr>
              <a:t>  Rare in enterprise ops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Every simulation artifact is grounded in a real knowledge base</a:t>
            </a:r>
          </a:p>
        </p:txBody>
      </p:sp>
      <p:sp>
        <p:nvSpPr>
          <p:cNvPr id="3" name="Text Placeholder 2"/>
          <p:cNvSpPr>
            <a:spLocks noGrp="1"/>
          </p:cNvSpPr>
          <p:nvPr>
            <p:ph type="body" idx="10" sz="quarter"/>
          </p:nvPr>
        </p:nvSpPr>
        <p:spPr/>
        <p:txBody>
          <a:bodyPr/>
          <a:lstStyle/>
          <a:p>
            <a:r>
              <a:rPr sz="1800">
                <a:solidFill>
                  <a:srgbClr val="000000"/>
                </a:solidFill>
                <a:latin typeface="Graphik"/>
              </a:rPr>
              <a:t>The engine bundles 21 UI components, 22 Process Builder nodes, and 7 workflow patterns. Every reference is validated. Confidence: confirmed (KB match) or inferred (flagged).</a:t>
            </a:r>
          </a:p>
        </p:txBody>
      </p:sp>
      <p:sp>
        <p:nvSpPr>
          <p:cNvPr id="4" name="Text Placeholder 3"/>
          <p:cNvSpPr>
            <a:spLocks noGrp="1"/>
          </p:cNvSpPr>
          <p:nvPr>
            <p:ph type="body" idx="11" sz="quarter"/>
          </p:nvPr>
        </p:nvSpPr>
        <p:spPr/>
        <p:txBody>
          <a:bodyPr/>
          <a:lstStyle/>
          <a:p>
            <a:r>
              <a:rPr sz="1400" b="1">
                <a:solidFill>
                  <a:srgbClr val="7E00FF"/>
                </a:solidFill>
                <a:latin typeface="Graphik"/>
              </a:rPr>
              <a:t>Simulation</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11</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pic>
        <p:nvPicPr>
          <p:cNvPr id="11" name="Picture 10" descr="imag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384048" y="1508760"/>
            <a:ext cx="11430000" cy="502920"/>
          </a:xfrm>
          <a:prstGeom prst="rect">
            <a:avLst/>
          </a:prstGeom>
        </p:spPr>
      </p:pic>
      <p:sp>
        <p:nvSpPr>
          <p:cNvPr id="12" name="Rectangle 11"/>
          <p:cNvSpPr/>
          <p:nvPr/>
        </p:nvSpPr>
        <p:spPr>
          <a:xfrm>
            <a:off x="384048" y="2121408"/>
            <a:ext cx="2788920" cy="4142232"/>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5">
            <a:extLst>
              <a:ext uri="{96DAC541-7B7A-43D3-8B79-37D633B846F1}">
                <ns1:svgBlip xmlns:ns1="http://schemas.microsoft.com/office/drawing/2016/SVG/main" r:embed="rId6"/>
              </a:ext>
            </a:extLst>
          </a:blip>
          <a:stretch>
            <a:fillRect/>
          </a:stretch>
        </p:blipFill>
        <p:spPr>
          <a:xfrm>
            <a:off x="1618487" y="2231136"/>
            <a:ext cx="320040" cy="320040"/>
          </a:xfrm>
          <a:prstGeom prst="rect">
            <a:avLst/>
          </a:prstGeom>
        </p:spPr>
      </p:pic>
      <p:sp>
        <p:nvSpPr>
          <p:cNvPr id="14" name="TextBox 13"/>
          <p:cNvSpPr txBox="1"/>
          <p:nvPr/>
        </p:nvSpPr>
        <p:spPr>
          <a:xfrm>
            <a:off x="475488" y="2624328"/>
            <a:ext cx="2606039" cy="3547872"/>
          </a:xfrm>
          <a:prstGeom prst="rect">
            <a:avLst/>
          </a:prstGeom>
          <a:noFill/>
        </p:spPr>
        <p:txBody>
          <a:bodyPr wrap="square">
            <a:spAutoFit/>
          </a:bodyPr>
          <a:lstStyle/>
          <a:p>
            <a:pPr>
              <a:spcBef>
                <a:spcPts val="600"/>
              </a:spcBef>
            </a:pPr>
            <a:r>
              <a:rPr sz="1400">
                <a:solidFill>
                  <a:srgbClr val="333333"/>
                </a:solidFill>
                <a:latin typeface="Graphik"/>
              </a:rPr>
              <a:t>  Mermaid diagram</a:t>
            </a:r>
          </a:p>
          <a:p>
            <a:pPr>
              <a:spcBef>
                <a:spcPts val="600"/>
              </a:spcBef>
            </a:pPr>
            <a:r>
              <a:rPr sz="1400">
                <a:solidFill>
                  <a:srgbClr val="333333"/>
                </a:solidFill>
                <a:latin typeface="Graphik"/>
              </a:rPr>
              <a:t>  Trigger to outcome</a:t>
            </a:r>
          </a:p>
          <a:p>
            <a:pPr>
              <a:spcBef>
                <a:spcPts val="600"/>
              </a:spcBef>
            </a:pPr>
            <a:r>
              <a:rPr sz="1400">
                <a:solidFill>
                  <a:srgbClr val="333333"/>
                </a:solidFill>
                <a:latin typeface="Graphik"/>
              </a:rPr>
              <a:t>  Real PB node labels</a:t>
            </a:r>
          </a:p>
          <a:p>
            <a:pPr>
              <a:spcBef>
                <a:spcPts val="600"/>
              </a:spcBef>
            </a:pPr>
            <a:r>
              <a:rPr sz="1400">
                <a:solidFill>
                  <a:srgbClr val="333333"/>
                </a:solidFill>
                <a:latin typeface="Graphik"/>
              </a:rPr>
              <a:t>  Visual workflow</a:t>
            </a:r>
          </a:p>
        </p:txBody>
      </p:sp>
      <p:sp>
        <p:nvSpPr>
          <p:cNvPr id="15" name="Rectangle 14"/>
          <p:cNvSpPr/>
          <p:nvPr/>
        </p:nvSpPr>
        <p:spPr>
          <a:xfrm>
            <a:off x="3264408" y="2121408"/>
            <a:ext cx="2788920" cy="4142232"/>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7">
            <a:extLst>
              <a:ext uri="{96DAC541-7B7A-43D3-8B79-37D633B846F1}">
                <ns2:svgBlip xmlns:ns2="http://schemas.microsoft.com/office/drawing/2016/SVG/main" r:embed="rId8"/>
              </a:ext>
            </a:extLst>
          </a:blip>
          <a:stretch>
            <a:fillRect/>
          </a:stretch>
        </p:blipFill>
        <p:spPr>
          <a:xfrm>
            <a:off x="4498848" y="2231136"/>
            <a:ext cx="320040" cy="320040"/>
          </a:xfrm>
          <a:prstGeom prst="rect">
            <a:avLst/>
          </a:prstGeom>
        </p:spPr>
      </p:pic>
      <p:sp>
        <p:nvSpPr>
          <p:cNvPr id="17" name="TextBox 16"/>
          <p:cNvSpPr txBox="1"/>
          <p:nvPr/>
        </p:nvSpPr>
        <p:spPr>
          <a:xfrm>
            <a:off x="3355848" y="2624328"/>
            <a:ext cx="2606039" cy="3547872"/>
          </a:xfrm>
          <a:prstGeom prst="rect">
            <a:avLst/>
          </a:prstGeom>
          <a:noFill/>
        </p:spPr>
        <p:txBody>
          <a:bodyPr wrap="square">
            <a:spAutoFit/>
          </a:bodyPr>
          <a:lstStyle/>
          <a:p>
            <a:pPr>
              <a:spcBef>
                <a:spcPts val="600"/>
              </a:spcBef>
            </a:pPr>
            <a:r>
              <a:rPr sz="1400">
                <a:solidFill>
                  <a:srgbClr val="333333"/>
                </a:solidFill>
                <a:latin typeface="Graphik"/>
              </a:rPr>
              <a:t>  YAML structure</a:t>
            </a:r>
          </a:p>
          <a:p>
            <a:pPr>
              <a:spcBef>
                <a:spcPts val="600"/>
              </a:spcBef>
            </a:pPr>
            <a:r>
              <a:rPr sz="1400">
                <a:solidFill>
                  <a:srgbClr val="333333"/>
                </a:solidFill>
                <a:latin typeface="Graphik"/>
              </a:rPr>
              <a:t>  Streams + Cortex</a:t>
            </a:r>
          </a:p>
          <a:p>
            <a:pPr>
              <a:spcBef>
                <a:spcPts val="600"/>
              </a:spcBef>
            </a:pPr>
            <a:r>
              <a:rPr sz="1400">
                <a:solidFill>
                  <a:srgbClr val="333333"/>
                </a:solidFill>
                <a:latin typeface="Graphik"/>
              </a:rPr>
              <a:t>  PB nodes + Agents</a:t>
            </a:r>
          </a:p>
          <a:p>
            <a:pPr>
              <a:spcBef>
                <a:spcPts val="600"/>
              </a:spcBef>
            </a:pPr>
            <a:r>
              <a:rPr sz="1400">
                <a:solidFill>
                  <a:srgbClr val="333333"/>
                </a:solidFill>
                <a:latin typeface="Graphik"/>
              </a:rPr>
              <a:t>  UI components</a:t>
            </a:r>
          </a:p>
        </p:txBody>
      </p:sp>
      <p:sp>
        <p:nvSpPr>
          <p:cNvPr id="18" name="Rectangle 17"/>
          <p:cNvSpPr/>
          <p:nvPr/>
        </p:nvSpPr>
        <p:spPr>
          <a:xfrm>
            <a:off x="6144768" y="2121408"/>
            <a:ext cx="2788920" cy="4142232"/>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9">
            <a:extLst>
              <a:ext uri="{96DAC541-7B7A-43D3-8B79-37D633B846F1}">
                <ns3:svgBlip xmlns:ns3="http://schemas.microsoft.com/office/drawing/2016/SVG/main" r:embed="rId10"/>
              </a:ext>
            </a:extLst>
          </a:blip>
          <a:stretch>
            <a:fillRect/>
          </a:stretch>
        </p:blipFill>
        <p:spPr>
          <a:xfrm>
            <a:off x="7379208" y="2231136"/>
            <a:ext cx="320040" cy="320040"/>
          </a:xfrm>
          <a:prstGeom prst="rect">
            <a:avLst/>
          </a:prstGeom>
        </p:spPr>
      </p:pic>
      <p:sp>
        <p:nvSpPr>
          <p:cNvPr id="20" name="TextBox 19"/>
          <p:cNvSpPr txBox="1"/>
          <p:nvPr/>
        </p:nvSpPr>
        <p:spPr>
          <a:xfrm>
            <a:off x="6236207" y="2624328"/>
            <a:ext cx="2606039" cy="3547872"/>
          </a:xfrm>
          <a:prstGeom prst="rect">
            <a:avLst/>
          </a:prstGeom>
          <a:noFill/>
        </p:spPr>
        <p:txBody>
          <a:bodyPr wrap="square">
            <a:spAutoFit/>
          </a:bodyPr>
          <a:lstStyle/>
          <a:p>
            <a:pPr>
              <a:spcBef>
                <a:spcPts val="600"/>
              </a:spcBef>
            </a:pPr>
            <a:r>
              <a:rPr sz="1400">
                <a:solidFill>
                  <a:srgbClr val="333333"/>
                </a:solidFill>
                <a:latin typeface="Graphik"/>
              </a:rPr>
              <a:t>  Sample scenario</a:t>
            </a:r>
          </a:p>
          <a:p>
            <a:pPr>
              <a:spcBef>
                <a:spcPts val="600"/>
              </a:spcBef>
            </a:pPr>
            <a:r>
              <a:rPr sz="1400">
                <a:solidFill>
                  <a:srgbClr val="333333"/>
                </a:solidFill>
                <a:latin typeface="Graphik"/>
              </a:rPr>
              <a:t>  Client financials</a:t>
            </a:r>
          </a:p>
          <a:p>
            <a:pPr>
              <a:spcBef>
                <a:spcPts val="600"/>
              </a:spcBef>
            </a:pPr>
            <a:r>
              <a:rPr sz="1400">
                <a:solidFill>
                  <a:srgbClr val="333333"/>
                </a:solidFill>
                <a:latin typeface="Graphik"/>
              </a:rPr>
              <a:t>  Expected output</a:t>
            </a:r>
          </a:p>
          <a:p>
            <a:pPr>
              <a:spcBef>
                <a:spcPts val="600"/>
              </a:spcBef>
            </a:pPr>
            <a:r>
              <a:rPr sz="1400">
                <a:solidFill>
                  <a:srgbClr val="333333"/>
                </a:solidFill>
                <a:latin typeface="Graphik"/>
              </a:rPr>
              <a:t>  Integration points</a:t>
            </a:r>
          </a:p>
        </p:txBody>
      </p:sp>
      <p:sp>
        <p:nvSpPr>
          <p:cNvPr id="21" name="Rectangle 20"/>
          <p:cNvSpPr/>
          <p:nvPr/>
        </p:nvSpPr>
        <p:spPr>
          <a:xfrm>
            <a:off x="9025128" y="2121408"/>
            <a:ext cx="2788920" cy="4142232"/>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11">
            <a:extLst>
              <a:ext uri="{96DAC541-7B7A-43D3-8B79-37D633B846F1}">
                <ns4:svgBlip xmlns:ns4="http://schemas.microsoft.com/office/drawing/2016/SVG/main" r:embed="rId12"/>
              </a:ext>
            </a:extLst>
          </a:blip>
          <a:stretch>
            <a:fillRect/>
          </a:stretch>
        </p:blipFill>
        <p:spPr>
          <a:xfrm>
            <a:off x="10259567" y="2231136"/>
            <a:ext cx="320040" cy="320040"/>
          </a:xfrm>
          <a:prstGeom prst="rect">
            <a:avLst/>
          </a:prstGeom>
        </p:spPr>
      </p:pic>
      <p:sp>
        <p:nvSpPr>
          <p:cNvPr id="23" name="TextBox 22"/>
          <p:cNvSpPr txBox="1"/>
          <p:nvPr/>
        </p:nvSpPr>
        <p:spPr>
          <a:xfrm>
            <a:off x="9116567" y="2624328"/>
            <a:ext cx="2606039" cy="3547872"/>
          </a:xfrm>
          <a:prstGeom prst="rect">
            <a:avLst/>
          </a:prstGeom>
          <a:noFill/>
        </p:spPr>
        <p:txBody>
          <a:bodyPr wrap="square">
            <a:spAutoFit/>
          </a:bodyPr>
          <a:lstStyle/>
          <a:p>
            <a:pPr>
              <a:spcBef>
                <a:spcPts val="600"/>
              </a:spcBef>
            </a:pPr>
            <a:r>
              <a:rPr sz="1400">
                <a:solidFill>
                  <a:srgbClr val="333333"/>
                </a:solidFill>
                <a:latin typeface="Graphik"/>
              </a:rPr>
              <a:t>  Data flow topology</a:t>
            </a:r>
          </a:p>
          <a:p>
            <a:pPr>
              <a:spcBef>
                <a:spcPts val="600"/>
              </a:spcBef>
            </a:pPr>
            <a:r>
              <a:rPr sz="1400">
                <a:solidFill>
                  <a:srgbClr val="333333"/>
                </a:solidFill>
                <a:latin typeface="Graphik"/>
              </a:rPr>
              <a:t>  Source systems</a:t>
            </a:r>
          </a:p>
          <a:p>
            <a:pPr>
              <a:spcBef>
                <a:spcPts val="600"/>
              </a:spcBef>
            </a:pPr>
            <a:r>
              <a:rPr sz="1400">
                <a:solidFill>
                  <a:srgbClr val="333333"/>
                </a:solidFill>
                <a:latin typeface="Graphik"/>
              </a:rPr>
              <a:t>  Aera ingestion</a:t>
            </a:r>
          </a:p>
          <a:p>
            <a:pPr>
              <a:spcBef>
                <a:spcPts val="600"/>
              </a:spcBef>
            </a:pPr>
            <a:r>
              <a:rPr sz="1400">
                <a:solidFill>
                  <a:srgbClr val="333333"/>
                </a:solidFill>
                <a:latin typeface="Graphik"/>
              </a:rPr>
              <a:t>  Processing to UI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Four artifacts per qualifying opportunity, all validated</a:t>
            </a:r>
          </a:p>
        </p:txBody>
      </p:sp>
      <p:sp>
        <p:nvSpPr>
          <p:cNvPr id="3" name="Text Placeholder 2"/>
          <p:cNvSpPr>
            <a:spLocks noGrp="1"/>
          </p:cNvSpPr>
          <p:nvPr>
            <p:ph type="body" idx="10" sz="quarter"/>
          </p:nvPr>
        </p:nvSpPr>
        <p:spPr/>
        <p:txBody>
          <a:bodyPr/>
          <a:lstStyle/>
          <a:p>
            <a:r>
              <a:rPr sz="1800">
                <a:solidFill>
                  <a:srgbClr val="000000"/>
                </a:solidFill>
                <a:latin typeface="Graphik"/>
              </a:rPr>
              <a:t>Each artifact is generated by a dedicated generator module. Knowledge base validation flags any component not in the bundled catalog.</a:t>
            </a:r>
          </a:p>
        </p:txBody>
      </p:sp>
      <p:sp>
        <p:nvSpPr>
          <p:cNvPr id="4" name="Text Placeholder 3"/>
          <p:cNvSpPr>
            <a:spLocks noGrp="1"/>
          </p:cNvSpPr>
          <p:nvPr>
            <p:ph type="body" idx="11" sz="quarter"/>
          </p:nvPr>
        </p:nvSpPr>
        <p:spPr/>
        <p:txBody>
          <a:bodyPr/>
          <a:lstStyle/>
          <a:p>
            <a:r>
              <a:rPr sz="1400" b="1">
                <a:solidFill>
                  <a:srgbClr val="7E00FF"/>
                </a:solidFill>
                <a:latin typeface="Graphik"/>
              </a:rPr>
              <a:t>Simulation</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12</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sp>
        <p:nvSpPr>
          <p:cNvPr id="11" name="Rectangle 10"/>
          <p:cNvSpPr/>
          <p:nvPr/>
        </p:nvSpPr>
        <p:spPr>
          <a:xfrm>
            <a:off x="384048" y="1508760"/>
            <a:ext cx="2775204"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1508760"/>
            <a:ext cx="2775204" cy="4572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1625346" y="1645919"/>
            <a:ext cx="292608" cy="292608"/>
          </a:xfrm>
          <a:prstGeom prst="rect">
            <a:avLst/>
          </a:prstGeom>
        </p:spPr>
      </p:pic>
      <p:sp>
        <p:nvSpPr>
          <p:cNvPr id="14" name="TextBox 13"/>
          <p:cNvSpPr txBox="1"/>
          <p:nvPr/>
        </p:nvSpPr>
        <p:spPr>
          <a:xfrm>
            <a:off x="457200" y="2011680"/>
            <a:ext cx="2628900" cy="457200"/>
          </a:xfrm>
          <a:prstGeom prst="rect">
            <a:avLst/>
          </a:prstGeom>
          <a:noFill/>
        </p:spPr>
        <p:txBody>
          <a:bodyPr wrap="square">
            <a:spAutoFit/>
          </a:bodyPr>
          <a:lstStyle/>
          <a:p>
            <a:pPr algn="ctr"/>
            <a:r>
              <a:rPr sz="1400" b="1">
                <a:solidFill>
                  <a:srgbClr val="7E00FF"/>
                </a:solidFill>
                <a:latin typeface="Graphik"/>
              </a:rPr>
              <a:t>Mermaid decision flow</a:t>
            </a:r>
          </a:p>
        </p:txBody>
      </p:sp>
      <p:sp>
        <p:nvSpPr>
          <p:cNvPr id="15" name="TextBox 14"/>
          <p:cNvSpPr txBox="1"/>
          <p:nvPr/>
        </p:nvSpPr>
        <p:spPr>
          <a:xfrm>
            <a:off x="457200" y="2514600"/>
            <a:ext cx="2628900" cy="3657600"/>
          </a:xfrm>
          <a:prstGeom prst="rect">
            <a:avLst/>
          </a:prstGeom>
          <a:noFill/>
        </p:spPr>
        <p:txBody>
          <a:bodyPr wrap="square">
            <a:spAutoFit/>
          </a:bodyPr>
          <a:lstStyle/>
          <a:p>
            <a:pPr>
              <a:spcBef>
                <a:spcPts val="800"/>
              </a:spcBef>
            </a:pPr>
            <a:r>
              <a:rPr sz="1400">
                <a:solidFill>
                  <a:srgbClr val="333333"/>
                </a:solidFill>
                <a:latin typeface="Graphik"/>
              </a:rPr>
              <a:t>  Visual workflow: trigger to decision nodes to outcome</a:t>
            </a:r>
          </a:p>
          <a:p>
            <a:pPr>
              <a:spcBef>
                <a:spcPts val="800"/>
              </a:spcBef>
            </a:pPr>
            <a:r>
              <a:rPr sz="1400">
                <a:solidFill>
                  <a:srgbClr val="333333"/>
                </a:solidFill>
                <a:latin typeface="Graphik"/>
              </a:rPr>
              <a:t>  Nodes labeled with real Process Builder types</a:t>
            </a:r>
          </a:p>
          <a:p>
            <a:pPr>
              <a:spcBef>
                <a:spcPts val="800"/>
              </a:spcBef>
            </a:pPr>
            <a:r>
              <a:rPr sz="1400">
                <a:solidFill>
                  <a:srgbClr val="333333"/>
                </a:solidFill>
                <a:latin typeface="Graphik"/>
              </a:rPr>
              <a:t>  Validates Mermaid syntax automatically</a:t>
            </a:r>
          </a:p>
        </p:txBody>
      </p:sp>
      <p:sp>
        <p:nvSpPr>
          <p:cNvPr id="16" name="Rectangle 15"/>
          <p:cNvSpPr/>
          <p:nvPr/>
        </p:nvSpPr>
        <p:spPr>
          <a:xfrm>
            <a:off x="3268980" y="1508760"/>
            <a:ext cx="2775204"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68980" y="1508760"/>
            <a:ext cx="2775204" cy="4572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5">
            <a:extLst>
              <a:ext uri="{96DAC541-7B7A-43D3-8B79-37D633B846F1}">
                <ns1:svgBlip xmlns:ns1="http://schemas.microsoft.com/office/drawing/2016/SVG/main" r:embed="rId6"/>
              </a:ext>
            </a:extLst>
          </a:blip>
          <a:stretch>
            <a:fillRect/>
          </a:stretch>
        </p:blipFill>
        <p:spPr>
          <a:xfrm>
            <a:off x="4510278" y="1645919"/>
            <a:ext cx="292608" cy="292608"/>
          </a:xfrm>
          <a:prstGeom prst="rect">
            <a:avLst/>
          </a:prstGeom>
        </p:spPr>
      </p:pic>
      <p:sp>
        <p:nvSpPr>
          <p:cNvPr id="19" name="TextBox 18"/>
          <p:cNvSpPr txBox="1"/>
          <p:nvPr/>
        </p:nvSpPr>
        <p:spPr>
          <a:xfrm>
            <a:off x="3342132" y="2011680"/>
            <a:ext cx="2628900" cy="457200"/>
          </a:xfrm>
          <a:prstGeom prst="rect">
            <a:avLst/>
          </a:prstGeom>
          <a:noFill/>
        </p:spPr>
        <p:txBody>
          <a:bodyPr wrap="square">
            <a:spAutoFit/>
          </a:bodyPr>
          <a:lstStyle/>
          <a:p>
            <a:pPr algn="ctr"/>
            <a:r>
              <a:rPr sz="1400" b="1">
                <a:solidFill>
                  <a:srgbClr val="7E00FF"/>
                </a:solidFill>
                <a:latin typeface="Graphik"/>
              </a:rPr>
              <a:t>YAML component map</a:t>
            </a:r>
          </a:p>
        </p:txBody>
      </p:sp>
      <p:sp>
        <p:nvSpPr>
          <p:cNvPr id="20" name="TextBox 19"/>
          <p:cNvSpPr txBox="1"/>
          <p:nvPr/>
        </p:nvSpPr>
        <p:spPr>
          <a:xfrm>
            <a:off x="3342132" y="2514600"/>
            <a:ext cx="2628900" cy="3657600"/>
          </a:xfrm>
          <a:prstGeom prst="rect">
            <a:avLst/>
          </a:prstGeom>
          <a:noFill/>
        </p:spPr>
        <p:txBody>
          <a:bodyPr wrap="square">
            <a:spAutoFit/>
          </a:bodyPr>
          <a:lstStyle/>
          <a:p>
            <a:pPr>
              <a:spcBef>
                <a:spcPts val="800"/>
              </a:spcBef>
            </a:pPr>
            <a:r>
              <a:rPr sz="1400">
                <a:solidFill>
                  <a:srgbClr val="333333"/>
                </a:solidFill>
                <a:latin typeface="Graphik"/>
              </a:rPr>
              <a:t>  Which Streams, Cortex models, PB nodes, Agent Teams, and UI components</a:t>
            </a:r>
          </a:p>
          <a:p>
            <a:pPr>
              <a:spcBef>
                <a:spcPts val="800"/>
              </a:spcBef>
            </a:pPr>
            <a:r>
              <a:rPr sz="1400">
                <a:solidFill>
                  <a:srgbClr val="333333"/>
                </a:solidFill>
                <a:latin typeface="Graphik"/>
              </a:rPr>
              <a:t>  Every component checked against 21 UI + 22 PB node catalog</a:t>
            </a:r>
          </a:p>
          <a:p>
            <a:pPr>
              <a:spcBef>
                <a:spcPts val="800"/>
              </a:spcBef>
            </a:pPr>
            <a:r>
              <a:rPr sz="1400">
                <a:solidFill>
                  <a:srgbClr val="333333"/>
                </a:solidFill>
                <a:latin typeface="Graphik"/>
              </a:rPr>
              <a:t>  Confidence: confirmed (exact KB match) or inferred</a:t>
            </a:r>
          </a:p>
        </p:txBody>
      </p:sp>
      <p:sp>
        <p:nvSpPr>
          <p:cNvPr id="21" name="Rectangle 20"/>
          <p:cNvSpPr/>
          <p:nvPr/>
        </p:nvSpPr>
        <p:spPr>
          <a:xfrm>
            <a:off x="6153912" y="1508760"/>
            <a:ext cx="2775204"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1508760"/>
            <a:ext cx="2775204" cy="4572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7">
            <a:extLst>
              <a:ext uri="{96DAC541-7B7A-43D3-8B79-37D633B846F1}">
                <ns2:svgBlip xmlns:ns2="http://schemas.microsoft.com/office/drawing/2016/SVG/main" r:embed="rId8"/>
              </a:ext>
            </a:extLst>
          </a:blip>
          <a:stretch>
            <a:fillRect/>
          </a:stretch>
        </p:blipFill>
        <p:spPr>
          <a:xfrm>
            <a:off x="7395210" y="1645919"/>
            <a:ext cx="292608" cy="292608"/>
          </a:xfrm>
          <a:prstGeom prst="rect">
            <a:avLst/>
          </a:prstGeom>
        </p:spPr>
      </p:pic>
      <p:sp>
        <p:nvSpPr>
          <p:cNvPr id="24" name="TextBox 23"/>
          <p:cNvSpPr txBox="1"/>
          <p:nvPr/>
        </p:nvSpPr>
        <p:spPr>
          <a:xfrm>
            <a:off x="6227064" y="2011680"/>
            <a:ext cx="2628900" cy="457200"/>
          </a:xfrm>
          <a:prstGeom prst="rect">
            <a:avLst/>
          </a:prstGeom>
          <a:noFill/>
        </p:spPr>
        <p:txBody>
          <a:bodyPr wrap="square">
            <a:spAutoFit/>
          </a:bodyPr>
          <a:lstStyle/>
          <a:p>
            <a:pPr algn="ctr"/>
            <a:r>
              <a:rPr sz="1400" b="1">
                <a:solidFill>
                  <a:srgbClr val="7E00FF"/>
                </a:solidFill>
                <a:latin typeface="Graphik"/>
              </a:rPr>
              <a:t>Mock decision test</a:t>
            </a:r>
          </a:p>
        </p:txBody>
      </p:sp>
      <p:sp>
        <p:nvSpPr>
          <p:cNvPr id="25" name="TextBox 24"/>
          <p:cNvSpPr txBox="1"/>
          <p:nvPr/>
        </p:nvSpPr>
        <p:spPr>
          <a:xfrm>
            <a:off x="6227064" y="2514600"/>
            <a:ext cx="2628900" cy="3657600"/>
          </a:xfrm>
          <a:prstGeom prst="rect">
            <a:avLst/>
          </a:prstGeom>
          <a:noFill/>
        </p:spPr>
        <p:txBody>
          <a:bodyPr wrap="square">
            <a:spAutoFit/>
          </a:bodyPr>
          <a:lstStyle/>
          <a:p>
            <a:pPr>
              <a:spcBef>
                <a:spcPts val="800"/>
              </a:spcBef>
            </a:pPr>
            <a:r>
              <a:rPr sz="1400">
                <a:solidFill>
                  <a:srgbClr val="333333"/>
                </a:solidFill>
                <a:latin typeface="Graphik"/>
              </a:rPr>
              <a:t>  Sample scenario using real client financial data</a:t>
            </a:r>
          </a:p>
          <a:p>
            <a:pPr>
              <a:spcBef>
                <a:spcPts val="800"/>
              </a:spcBef>
            </a:pPr>
            <a:r>
              <a:rPr sz="1400">
                <a:solidFill>
                  <a:srgbClr val="333333"/>
                </a:solidFill>
                <a:latin typeface="Graphik"/>
              </a:rPr>
              <a:t>  Expected output with decision rationale</a:t>
            </a:r>
          </a:p>
          <a:p>
            <a:pPr>
              <a:spcBef>
                <a:spcPts val="800"/>
              </a:spcBef>
            </a:pPr>
            <a:r>
              <a:rPr sz="1400">
                <a:solidFill>
                  <a:srgbClr val="333333"/>
                </a:solidFill>
                <a:latin typeface="Graphik"/>
              </a:rPr>
              <a:t>  Integration points for downstream systems</a:t>
            </a:r>
          </a:p>
        </p:txBody>
      </p:sp>
      <p:sp>
        <p:nvSpPr>
          <p:cNvPr id="26" name="Rectangle 25"/>
          <p:cNvSpPr/>
          <p:nvPr/>
        </p:nvSpPr>
        <p:spPr>
          <a:xfrm>
            <a:off x="9038844" y="1508760"/>
            <a:ext cx="2775204"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38844" y="1508760"/>
            <a:ext cx="2775204" cy="4572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9">
            <a:extLst>
              <a:ext uri="{96DAC541-7B7A-43D3-8B79-37D633B846F1}">
                <ns3:svgBlip xmlns:ns3="http://schemas.microsoft.com/office/drawing/2016/SVG/main" r:embed="rId10"/>
              </a:ext>
            </a:extLst>
          </a:blip>
          <a:stretch>
            <a:fillRect/>
          </a:stretch>
        </p:blipFill>
        <p:spPr>
          <a:xfrm>
            <a:off x="10280142" y="1645919"/>
            <a:ext cx="292608" cy="292608"/>
          </a:xfrm>
          <a:prstGeom prst="rect">
            <a:avLst/>
          </a:prstGeom>
        </p:spPr>
      </p:pic>
      <p:sp>
        <p:nvSpPr>
          <p:cNvPr id="29" name="TextBox 28"/>
          <p:cNvSpPr txBox="1"/>
          <p:nvPr/>
        </p:nvSpPr>
        <p:spPr>
          <a:xfrm>
            <a:off x="9111996" y="2011680"/>
            <a:ext cx="2628900" cy="457200"/>
          </a:xfrm>
          <a:prstGeom prst="rect">
            <a:avLst/>
          </a:prstGeom>
          <a:noFill/>
        </p:spPr>
        <p:txBody>
          <a:bodyPr wrap="square">
            <a:spAutoFit/>
          </a:bodyPr>
          <a:lstStyle/>
          <a:p>
            <a:pPr algn="ctr"/>
            <a:r>
              <a:rPr sz="1400" b="1">
                <a:solidFill>
                  <a:srgbClr val="7E00FF"/>
                </a:solidFill>
                <a:latin typeface="Graphik"/>
              </a:rPr>
              <a:t>Integration surface</a:t>
            </a:r>
          </a:p>
        </p:txBody>
      </p:sp>
      <p:sp>
        <p:nvSpPr>
          <p:cNvPr id="30" name="TextBox 29"/>
          <p:cNvSpPr txBox="1"/>
          <p:nvPr/>
        </p:nvSpPr>
        <p:spPr>
          <a:xfrm>
            <a:off x="9111996" y="2514600"/>
            <a:ext cx="2628900" cy="3657600"/>
          </a:xfrm>
          <a:prstGeom prst="rect">
            <a:avLst/>
          </a:prstGeom>
          <a:noFill/>
        </p:spPr>
        <p:txBody>
          <a:bodyPr wrap="square">
            <a:spAutoFit/>
          </a:bodyPr>
          <a:lstStyle/>
          <a:p>
            <a:pPr>
              <a:spcBef>
                <a:spcPts val="800"/>
              </a:spcBef>
            </a:pPr>
            <a:r>
              <a:rPr sz="1400">
                <a:solidFill>
                  <a:srgbClr val="333333"/>
                </a:solidFill>
                <a:latin typeface="Graphik"/>
              </a:rPr>
              <a:t>  Full data flow topology from source to UI</a:t>
            </a:r>
          </a:p>
          <a:p>
            <a:pPr>
              <a:spcBef>
                <a:spcPts val="800"/>
              </a:spcBef>
            </a:pPr>
            <a:r>
              <a:rPr sz="1400">
                <a:solidFill>
                  <a:srgbClr val="333333"/>
                </a:solidFill>
                <a:latin typeface="Graphik"/>
              </a:rPr>
              <a:t>  Source systems, Aera ingestion, processing layer</a:t>
            </a:r>
          </a:p>
          <a:p>
            <a:pPr>
              <a:spcBef>
                <a:spcPts val="800"/>
              </a:spcBef>
            </a:pPr>
            <a:r>
              <a:rPr sz="1400">
                <a:solidFill>
                  <a:srgbClr val="333333"/>
                </a:solidFill>
                <a:latin typeface="Graphik"/>
              </a:rPr>
              <a:t>  Identifies external system dependencies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The evaluation directory an SE team can act on Monday morning</a:t>
            </a:r>
          </a:p>
        </p:txBody>
      </p:sp>
      <p:sp>
        <p:nvSpPr>
          <p:cNvPr id="3" name="Text Placeholder 2"/>
          <p:cNvSpPr>
            <a:spLocks noGrp="1"/>
          </p:cNvSpPr>
          <p:nvPr>
            <p:ph type="body" idx="10" sz="quarter"/>
          </p:nvPr>
        </p:nvSpPr>
        <p:spPr/>
        <p:txBody>
          <a:bodyPr/>
          <a:lstStyle/>
          <a:p>
            <a:r>
              <a:rPr sz="1800">
                <a:solidFill>
                  <a:srgbClr val="000000"/>
                </a:solidFill>
                <a:latin typeface="Graphik"/>
              </a:rPr>
              <a:t>Every run produces a structured output directory. All artifacts are machine-readable and human-reviewable.</a:t>
            </a:r>
          </a:p>
        </p:txBody>
      </p:sp>
      <p:sp>
        <p:nvSpPr>
          <p:cNvPr id="4" name="Text Placeholder 3"/>
          <p:cNvSpPr>
            <a:spLocks noGrp="1"/>
          </p:cNvSpPr>
          <p:nvPr>
            <p:ph type="body" idx="11" sz="quarter"/>
          </p:nvPr>
        </p:nvSpPr>
        <p:spPr/>
        <p:txBody>
          <a:bodyPr/>
          <a:lstStyle/>
          <a:p>
            <a:r>
              <a:rPr sz="1400" b="1">
                <a:solidFill>
                  <a:srgbClr val="7E00FF"/>
                </a:solidFill>
                <a:latin typeface="Graphik"/>
              </a:rPr>
              <a:t>Simulation</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13</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pic>
        <p:nvPicPr>
          <p:cNvPr id="11" name="Picture 10" descr="imag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429768" y="1837943"/>
            <a:ext cx="274320" cy="274320"/>
          </a:xfrm>
          <a:prstGeom prst="rect">
            <a:avLst/>
          </a:prstGeom>
        </p:spPr>
      </p:pic>
      <p:sp>
        <p:nvSpPr>
          <p:cNvPr id="12" name="Rectangle 11"/>
          <p:cNvSpPr/>
          <p:nvPr/>
        </p:nvSpPr>
        <p:spPr>
          <a:xfrm>
            <a:off x="795528" y="1536192"/>
            <a:ext cx="11018520" cy="877824"/>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8" y="1536192"/>
            <a:ext cx="54864" cy="877824"/>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1563624"/>
            <a:ext cx="10698480" cy="822960"/>
          </a:xfrm>
          <a:prstGeom prst="rect">
            <a:avLst/>
          </a:prstGeom>
          <a:noFill/>
        </p:spPr>
        <p:txBody>
          <a:bodyPr wrap="square">
            <a:spAutoFit/>
          </a:bodyPr>
          <a:lstStyle/>
          <a:p>
            <a:r>
              <a:rPr sz="1400" b="1">
                <a:solidFill>
                  <a:srgbClr val="5F0095"/>
                </a:solidFill>
                <a:latin typeface="Graphik"/>
              </a:rPr>
              <a:t>Triage summary (TSV)</a:t>
            </a:r>
          </a:p>
          <a:p>
            <a:pPr>
              <a:spcBef>
                <a:spcPts val="400"/>
              </a:spcBef>
            </a:pPr>
            <a:r>
              <a:rPr sz="1400">
                <a:solidFill>
                  <a:srgbClr val="333333"/>
                </a:solidFill>
                <a:latin typeface="Graphik"/>
              </a:rPr>
              <a:t>Sortable spreadsheet of all opportunities with flags, tiers, and actions</a:t>
            </a:r>
          </a:p>
        </p:txBody>
      </p:sp>
      <p:pic>
        <p:nvPicPr>
          <p:cNvPr id="15" name="Picture 14" descr="image.png"/>
          <p:cNvPicPr>
            <a:picLocks noChangeAspect="1"/>
          </p:cNvPicPr>
          <p:nvPr/>
        </p:nvPicPr>
        <p:blipFill>
          <a:blip r:embed="rId5">
            <a:extLst>
              <a:ext uri="{96DAC541-7B7A-43D3-8B79-37D633B846F1}">
                <ns1:svgBlip xmlns:ns1="http://schemas.microsoft.com/office/drawing/2016/SVG/main" r:embed="rId6"/>
              </a:ext>
            </a:extLst>
          </a:blip>
          <a:stretch>
            <a:fillRect/>
          </a:stretch>
        </p:blipFill>
        <p:spPr>
          <a:xfrm>
            <a:off x="429768" y="2770632"/>
            <a:ext cx="274320" cy="274320"/>
          </a:xfrm>
          <a:prstGeom prst="rect">
            <a:avLst/>
          </a:prstGeom>
        </p:spPr>
      </p:pic>
      <p:sp>
        <p:nvSpPr>
          <p:cNvPr id="16" name="Rectangle 15"/>
          <p:cNvSpPr/>
          <p:nvPr/>
        </p:nvSpPr>
        <p:spPr>
          <a:xfrm>
            <a:off x="795528" y="2468879"/>
            <a:ext cx="11018520" cy="877824"/>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8" y="2468879"/>
            <a:ext cx="54864" cy="877824"/>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 y="2496312"/>
            <a:ext cx="10698480" cy="822960"/>
          </a:xfrm>
          <a:prstGeom prst="rect">
            <a:avLst/>
          </a:prstGeom>
          <a:noFill/>
        </p:spPr>
        <p:txBody>
          <a:bodyPr wrap="square">
            <a:spAutoFit/>
          </a:bodyPr>
          <a:lstStyle/>
          <a:p>
            <a:r>
              <a:rPr sz="1400" b="1">
                <a:solidFill>
                  <a:srgbClr val="5F0095"/>
                </a:solidFill>
                <a:latin typeface="Graphik"/>
              </a:rPr>
              <a:t>Feasibility scorecards</a:t>
            </a:r>
          </a:p>
          <a:p>
            <a:pPr>
              <a:spcBef>
                <a:spcPts val="400"/>
              </a:spcBef>
            </a:pPr>
            <a:r>
              <a:rPr sz="1400">
                <a:solidFill>
                  <a:srgbClr val="333333"/>
                </a:solidFill>
                <a:latin typeface="Graphik"/>
              </a:rPr>
              <a:t>9-dimension numeric grading for every opportunity across three lenses</a:t>
            </a:r>
          </a:p>
        </p:txBody>
      </p:sp>
      <p:pic>
        <p:nvPicPr>
          <p:cNvPr id="19" name="Picture 18" descr="image.png"/>
          <p:cNvPicPr>
            <a:picLocks noChangeAspect="1"/>
          </p:cNvPicPr>
          <p:nvPr/>
        </p:nvPicPr>
        <p:blipFill>
          <a:blip r:embed="rId7">
            <a:extLst>
              <a:ext uri="{96DAC541-7B7A-43D3-8B79-37D633B846F1}">
                <ns2:svgBlip xmlns:ns2="http://schemas.microsoft.com/office/drawing/2016/SVG/main" r:embed="rId8"/>
              </a:ext>
            </a:extLst>
          </a:blip>
          <a:stretch>
            <a:fillRect/>
          </a:stretch>
        </p:blipFill>
        <p:spPr>
          <a:xfrm>
            <a:off x="429768" y="3703320"/>
            <a:ext cx="274320" cy="274320"/>
          </a:xfrm>
          <a:prstGeom prst="rect">
            <a:avLst/>
          </a:prstGeom>
        </p:spPr>
      </p:pic>
      <p:sp>
        <p:nvSpPr>
          <p:cNvPr id="20" name="Rectangle 19"/>
          <p:cNvSpPr/>
          <p:nvPr/>
        </p:nvSpPr>
        <p:spPr>
          <a:xfrm>
            <a:off x="795528" y="3401568"/>
            <a:ext cx="11018520" cy="877824"/>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5528" y="3401568"/>
            <a:ext cx="54864" cy="877824"/>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429000"/>
            <a:ext cx="10698480" cy="822960"/>
          </a:xfrm>
          <a:prstGeom prst="rect">
            <a:avLst/>
          </a:prstGeom>
          <a:noFill/>
        </p:spPr>
        <p:txBody>
          <a:bodyPr wrap="square">
            <a:spAutoFit/>
          </a:bodyPr>
          <a:lstStyle/>
          <a:p>
            <a:r>
              <a:rPr sz="1400" b="1">
                <a:solidFill>
                  <a:srgbClr val="5F0095"/>
                </a:solidFill>
                <a:latin typeface="Graphik"/>
              </a:rPr>
              <a:t>Tier 1 deep analysis</a:t>
            </a:r>
          </a:p>
          <a:p>
            <a:pPr>
              <a:spcBef>
                <a:spcPts val="400"/>
              </a:spcBef>
            </a:pPr>
            <a:r>
              <a:rPr sz="1400">
                <a:solidFill>
                  <a:srgbClr val="333333"/>
                </a:solidFill>
                <a:latin typeface="Graphik"/>
              </a:rPr>
              <a:t>Detailed report for premium opportunities with scoring reasoning</a:t>
            </a:r>
          </a:p>
        </p:txBody>
      </p:sp>
      <p:pic>
        <p:nvPicPr>
          <p:cNvPr id="23" name="Picture 22" descr="image.png"/>
          <p:cNvPicPr>
            <a:picLocks noChangeAspect="1"/>
          </p:cNvPicPr>
          <p:nvPr/>
        </p:nvPicPr>
        <p:blipFill>
          <a:blip r:embed="rId9">
            <a:extLst>
              <a:ext uri="{96DAC541-7B7A-43D3-8B79-37D633B846F1}">
                <ns3:svgBlip xmlns:ns3="http://schemas.microsoft.com/office/drawing/2016/SVG/main" r:embed="rId10"/>
              </a:ext>
            </a:extLst>
          </a:blip>
          <a:stretch>
            <a:fillRect/>
          </a:stretch>
        </p:blipFill>
        <p:spPr>
          <a:xfrm>
            <a:off x="429768" y="4636008"/>
            <a:ext cx="274320" cy="274320"/>
          </a:xfrm>
          <a:prstGeom prst="rect">
            <a:avLst/>
          </a:prstGeom>
        </p:spPr>
      </p:pic>
      <p:sp>
        <p:nvSpPr>
          <p:cNvPr id="24" name="Rectangle 23"/>
          <p:cNvSpPr/>
          <p:nvPr/>
        </p:nvSpPr>
        <p:spPr>
          <a:xfrm>
            <a:off x="795528" y="4334256"/>
            <a:ext cx="11018520" cy="877824"/>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5528" y="4334256"/>
            <a:ext cx="54864" cy="877824"/>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 y="4361688"/>
            <a:ext cx="10698480" cy="822960"/>
          </a:xfrm>
          <a:prstGeom prst="rect">
            <a:avLst/>
          </a:prstGeom>
          <a:noFill/>
        </p:spPr>
        <p:txBody>
          <a:bodyPr wrap="square">
            <a:spAutoFit/>
          </a:bodyPr>
          <a:lstStyle/>
          <a:p>
            <a:r>
              <a:rPr sz="1400" b="1">
                <a:solidFill>
                  <a:srgbClr val="5F0095"/>
                </a:solidFill>
                <a:latin typeface="Graphik"/>
              </a:rPr>
              <a:t>Simulation packages</a:t>
            </a:r>
          </a:p>
          <a:p>
            <a:pPr>
              <a:spcBef>
                <a:spcPts val="400"/>
              </a:spcBef>
            </a:pPr>
            <a:r>
              <a:rPr sz="1400">
                <a:solidFill>
                  <a:srgbClr val="333333"/>
                </a:solidFill>
                <a:latin typeface="Graphik"/>
              </a:rPr>
              <a:t>Per-opportunity folders with flows, maps, tests, and integration specs</a:t>
            </a:r>
          </a:p>
        </p:txBody>
      </p:sp>
      <p:pic>
        <p:nvPicPr>
          <p:cNvPr id="27" name="Picture 26" descr="image.png"/>
          <p:cNvPicPr>
            <a:picLocks noChangeAspect="1"/>
          </p:cNvPicPr>
          <p:nvPr/>
        </p:nvPicPr>
        <p:blipFill>
          <a:blip r:embed="rId11">
            <a:extLst>
              <a:ext uri="{96DAC541-7B7A-43D3-8B79-37D633B846F1}">
                <ns4:svgBlip xmlns:ns4="http://schemas.microsoft.com/office/drawing/2016/SVG/main" r:embed="rId12"/>
              </a:ext>
            </a:extLst>
          </a:blip>
          <a:stretch>
            <a:fillRect/>
          </a:stretch>
        </p:blipFill>
        <p:spPr>
          <a:xfrm>
            <a:off x="429768" y="5568696"/>
            <a:ext cx="274320" cy="274320"/>
          </a:xfrm>
          <a:prstGeom prst="rect">
            <a:avLst/>
          </a:prstGeom>
        </p:spPr>
      </p:pic>
      <p:sp>
        <p:nvSpPr>
          <p:cNvPr id="28" name="Rectangle 27"/>
          <p:cNvSpPr/>
          <p:nvPr/>
        </p:nvSpPr>
        <p:spPr>
          <a:xfrm>
            <a:off x="795528" y="5266944"/>
            <a:ext cx="11018520" cy="877824"/>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95528" y="5266944"/>
            <a:ext cx="54864" cy="877824"/>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8408" y="5294376"/>
            <a:ext cx="10698480" cy="822960"/>
          </a:xfrm>
          <a:prstGeom prst="rect">
            <a:avLst/>
          </a:prstGeom>
          <a:noFill/>
        </p:spPr>
        <p:txBody>
          <a:bodyPr wrap="square">
            <a:spAutoFit/>
          </a:bodyPr>
          <a:lstStyle/>
          <a:p>
            <a:r>
              <a:rPr sz="1400" b="1">
                <a:solidFill>
                  <a:srgbClr val="5F0095"/>
                </a:solidFill>
                <a:latin typeface="Graphik"/>
              </a:rPr>
              <a:t>Catalog analysis</a:t>
            </a:r>
          </a:p>
          <a:p>
            <a:pPr>
              <a:spcBef>
                <a:spcPts val="400"/>
              </a:spcBef>
            </a:pPr>
            <a:r>
              <a:rPr sz="1400">
                <a:solidFill>
                  <a:srgbClr val="333333"/>
                </a:solidFill>
                <a:latin typeface="Graphik"/>
              </a:rPr>
              <a:t>Meta-reflection on domain strengths, archetype distribution, and KB coverage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The engine runs overnight with zero babysitting</a:t>
            </a:r>
          </a:p>
        </p:txBody>
      </p:sp>
      <p:sp>
        <p:nvSpPr>
          <p:cNvPr id="3" name="Text Placeholder 2"/>
          <p:cNvSpPr>
            <a:spLocks noGrp="1"/>
          </p:cNvSpPr>
          <p:nvPr>
            <p:ph type="body" idx="10" sz="quarter"/>
          </p:nvPr>
        </p:nvSpPr>
        <p:spPr/>
        <p:txBody>
          <a:bodyPr/>
          <a:lstStyle/>
          <a:p>
            <a:r>
              <a:rPr sz="1800">
                <a:solidFill>
                  <a:srgbClr val="000000"/>
                </a:solidFill>
                <a:latin typeface="Graphik"/>
              </a:rPr>
              <a:t>Four resilience mechanisms ensure unattended operation completes reliably.</a:t>
            </a:r>
          </a:p>
        </p:txBody>
      </p:sp>
      <p:sp>
        <p:nvSpPr>
          <p:cNvPr id="4" name="Text Placeholder 3"/>
          <p:cNvSpPr>
            <a:spLocks noGrp="1"/>
          </p:cNvSpPr>
          <p:nvPr>
            <p:ph type="body" idx="11" sz="quarter"/>
          </p:nvPr>
        </p:nvSpPr>
        <p:spPr/>
        <p:txBody>
          <a:bodyPr/>
          <a:lstStyle/>
          <a:p>
            <a:r>
              <a:rPr sz="1400" b="1">
                <a:solidFill>
                  <a:srgbClr val="7E00FF"/>
                </a:solidFill>
                <a:latin typeface="Graphik"/>
              </a:rPr>
              <a:t>Resilience &amp; Scale</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14</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sp>
        <p:nvSpPr>
          <p:cNvPr id="11" name="Rectangle 10"/>
          <p:cNvSpPr/>
          <p:nvPr/>
        </p:nvSpPr>
        <p:spPr>
          <a:xfrm>
            <a:off x="384048" y="1508760"/>
            <a:ext cx="5623560" cy="4754880"/>
          </a:xfrm>
          <a:prstGeom prst="rect">
            <a:avLst/>
          </a:prstGeom>
          <a:solidFill>
            <a:srgbClr val="FFFFFF"/>
          </a:solidFill>
          <a:ln w="9525">
            <a:solidFill>
              <a:srgbClr val="D8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1508760"/>
            <a:ext cx="5623560" cy="45720"/>
          </a:xfrm>
          <a:prstGeom prst="rect">
            <a:avLst/>
          </a:prstGeom>
          <a:solidFill>
            <a:srgbClr val="7E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7" y="1645919"/>
            <a:ext cx="5349240" cy="4572000"/>
          </a:xfrm>
          <a:prstGeom prst="rect">
            <a:avLst/>
          </a:prstGeom>
          <a:noFill/>
        </p:spPr>
        <p:txBody>
          <a:bodyPr wrap="square">
            <a:spAutoFit/>
          </a:bodyPr>
          <a:lstStyle/>
          <a:p>
            <a:pPr>
              <a:spcBef>
                <a:spcPts val="0"/>
              </a:spcBef>
            </a:pPr>
            <a:r>
              <a:rPr sz="1400" b="1">
                <a:solidFill>
                  <a:srgbClr val="7E00FF"/>
                </a:solidFill>
                <a:latin typeface="Graphik"/>
              </a:rPr>
              <a:t>Checkpoint recovery</a:t>
            </a:r>
          </a:p>
          <a:p>
            <a:pPr>
              <a:spcBef>
                <a:spcPts val="400"/>
              </a:spcBef>
            </a:pPr>
            <a:r>
              <a:rPr sz="1400">
                <a:solidFill>
                  <a:srgbClr val="333333"/>
                </a:solidFill>
                <a:latin typeface="Graphik"/>
              </a:rPr>
              <a:t>Crash mid-run? Resume from last completed opportunity. No re-scoring.</a:t>
            </a:r>
          </a:p>
          <a:p>
            <a:pPr>
              <a:spcBef>
                <a:spcPts val="1400"/>
              </a:spcBef>
            </a:pPr>
            <a:r>
              <a:rPr sz="1400" b="1">
                <a:solidFill>
                  <a:srgbClr val="7E00FF"/>
                </a:solidFill>
                <a:latin typeface="Graphik"/>
              </a:rPr>
              <a:t>Three-tier retry</a:t>
            </a:r>
          </a:p>
          <a:p>
            <a:pPr>
              <a:spcBef>
                <a:spcPts val="400"/>
              </a:spcBef>
            </a:pPr>
            <a:r>
              <a:rPr sz="1400">
                <a:solidFill>
                  <a:srgbClr val="333333"/>
                </a:solidFill>
                <a:latin typeface="Graphik"/>
              </a:rPr>
              <a:t>LLM failure triggers retry, then fallback prompt, then skip-and-log.</a:t>
            </a:r>
          </a:p>
          <a:p>
            <a:pPr>
              <a:spcBef>
                <a:spcPts val="1400"/>
              </a:spcBef>
            </a:pPr>
            <a:r>
              <a:rPr sz="1400" b="1">
                <a:solidFill>
                  <a:srgbClr val="7E00FF"/>
                </a:solidFill>
                <a:latin typeface="Graphik"/>
              </a:rPr>
              <a:t>Git auto-commit</a:t>
            </a:r>
          </a:p>
          <a:p>
            <a:pPr>
              <a:spcBef>
                <a:spcPts val="400"/>
              </a:spcBef>
            </a:pPr>
            <a:r>
              <a:rPr sz="1400">
                <a:solidFill>
                  <a:srgbClr val="333333"/>
                </a:solidFill>
                <a:latin typeface="Graphik"/>
              </a:rPr>
              <a:t>Artifacts committed after each phase with markers for traceability.</a:t>
            </a:r>
          </a:p>
          <a:p>
            <a:pPr>
              <a:spcBef>
                <a:spcPts val="1400"/>
              </a:spcBef>
            </a:pPr>
            <a:r>
              <a:rPr sz="1400" b="1">
                <a:solidFill>
                  <a:srgbClr val="7E00FF"/>
                </a:solidFill>
                <a:latin typeface="Graphik"/>
              </a:rPr>
              <a:t>Conservative confidence</a:t>
            </a:r>
          </a:p>
          <a:p>
            <a:pPr>
              <a:spcBef>
                <a:spcPts val="400"/>
              </a:spcBef>
            </a:pPr>
            <a:r>
              <a:rPr sz="1400">
                <a:solidFill>
                  <a:srgbClr val="333333"/>
                </a:solidFill>
                <a:latin typeface="Graphik"/>
              </a:rPr>
              <a:t>Overall confidence = MIN of lens confidences. Never overstates certainty.</a:t>
            </a:r>
          </a:p>
        </p:txBody>
      </p:sp>
      <p:sp>
        <p:nvSpPr>
          <p:cNvPr id="14" name="Rectangle 13"/>
          <p:cNvSpPr/>
          <p:nvPr/>
        </p:nvSpPr>
        <p:spPr>
          <a:xfrm>
            <a:off x="6190488" y="1508760"/>
            <a:ext cx="5623560" cy="47548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6464808" y="2057400"/>
            <a:ext cx="5074920" cy="329184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Optional cloud path reduces 17 hours to under 30 minutes</a:t>
            </a:r>
          </a:p>
        </p:txBody>
      </p:sp>
      <p:sp>
        <p:nvSpPr>
          <p:cNvPr id="3" name="Text Placeholder 2"/>
          <p:cNvSpPr>
            <a:spLocks noGrp="1"/>
          </p:cNvSpPr>
          <p:nvPr>
            <p:ph type="body" idx="10" sz="quarter"/>
          </p:nvPr>
        </p:nvSpPr>
        <p:spPr/>
        <p:txBody>
          <a:bodyPr/>
          <a:lstStyle/>
          <a:p>
            <a:r>
              <a:rPr sz="1800">
                <a:solidFill>
                  <a:srgbClr val="000000"/>
                </a:solidFill>
                <a:latin typeface="Graphik"/>
              </a:rPr>
              <a:t>Local Ollama path works fully offline. Optional vLLM on H100 enables concurrent scoring. Same logic, same artifacts, same quality.</a:t>
            </a:r>
          </a:p>
        </p:txBody>
      </p:sp>
      <p:sp>
        <p:nvSpPr>
          <p:cNvPr id="4" name="Text Placeholder 3"/>
          <p:cNvSpPr>
            <a:spLocks noGrp="1"/>
          </p:cNvSpPr>
          <p:nvPr>
            <p:ph type="body" idx="11" sz="quarter"/>
          </p:nvPr>
        </p:nvSpPr>
        <p:spPr/>
        <p:txBody>
          <a:bodyPr/>
          <a:lstStyle/>
          <a:p>
            <a:r>
              <a:rPr sz="1400" b="1">
                <a:solidFill>
                  <a:srgbClr val="7E00FF"/>
                </a:solidFill>
                <a:latin typeface="Graphik"/>
              </a:rPr>
              <a:t>Resilience &amp; Scale</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15</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pic>
        <p:nvPicPr>
          <p:cNvPr id="11" name="Picture 10" descr="image.png"/>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475488" y="1600200"/>
            <a:ext cx="7772400" cy="2560320"/>
          </a:xfrm>
          <a:prstGeom prst="rect">
            <a:avLst/>
          </a:prstGeom>
        </p:spPr>
      </p:pic>
      <p:sp>
        <p:nvSpPr>
          <p:cNvPr id="12" name="Rectangle 11"/>
          <p:cNvSpPr/>
          <p:nvPr/>
        </p:nvSpPr>
        <p:spPr>
          <a:xfrm>
            <a:off x="8522208" y="1508760"/>
            <a:ext cx="3291839" cy="47548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9368" y="1645919"/>
            <a:ext cx="3017520" cy="4480560"/>
          </a:xfrm>
          <a:prstGeom prst="rect">
            <a:avLst/>
          </a:prstGeom>
          <a:noFill/>
        </p:spPr>
        <p:txBody>
          <a:bodyPr wrap="square">
            <a:spAutoFit/>
          </a:bodyPr>
          <a:lstStyle/>
          <a:p>
            <a:r>
              <a:rPr sz="1600" b="1">
                <a:solidFill>
                  <a:srgbClr val="5F0095"/>
                </a:solidFill>
                <a:latin typeface="Graphik"/>
              </a:rPr>
              <a:t>Cloud specs</a:t>
            </a:r>
          </a:p>
          <a:p>
            <a:pPr>
              <a:spcBef>
                <a:spcPts val="1000"/>
              </a:spcBef>
            </a:pPr>
            <a:r>
              <a:rPr sz="1400" b="1">
                <a:solidFill>
                  <a:srgbClr val="7E00FF"/>
                </a:solidFill>
                <a:latin typeface="Graphik"/>
              </a:rPr>
              <a:t>Backend: </a:t>
            </a:r>
            <a:r>
              <a:rPr sz="1400">
                <a:solidFill>
                  <a:srgbClr val="333333"/>
                </a:solidFill>
                <a:latin typeface="Graphik"/>
              </a:rPr>
              <a:t>vLLM on H100</a:t>
            </a:r>
          </a:p>
          <a:p>
            <a:pPr>
              <a:spcBef>
                <a:spcPts val="1000"/>
              </a:spcBef>
            </a:pPr>
            <a:r>
              <a:rPr sz="1400" b="1">
                <a:solidFill>
                  <a:srgbClr val="7E00FF"/>
                </a:solidFill>
                <a:latin typeface="Graphik"/>
              </a:rPr>
              <a:t>Concurrency: </a:t>
            </a:r>
            <a:r>
              <a:rPr sz="1400">
                <a:solidFill>
                  <a:srgbClr val="333333"/>
                </a:solidFill>
                <a:latin typeface="Graphik"/>
              </a:rPr>
              <a:t>10-20 simultaneous</a:t>
            </a:r>
          </a:p>
          <a:p>
            <a:pPr>
              <a:spcBef>
                <a:spcPts val="1000"/>
              </a:spcBef>
            </a:pPr>
            <a:r>
              <a:rPr sz="1400" b="1">
                <a:solidFill>
                  <a:srgbClr val="7E00FF"/>
                </a:solidFill>
                <a:latin typeface="Graphik"/>
              </a:rPr>
              <a:t>Cost target: </a:t>
            </a:r>
            <a:r>
              <a:rPr sz="1400">
                <a:solidFill>
                  <a:srgbClr val="333333"/>
                </a:solidFill>
                <a:latin typeface="Graphik"/>
              </a:rPr>
              <a:t>&lt; $10/run</a:t>
            </a:r>
          </a:p>
          <a:p>
            <a:pPr>
              <a:spcBef>
                <a:spcPts val="1000"/>
              </a:spcBef>
            </a:pPr>
            <a:r>
              <a:rPr sz="1400" b="1">
                <a:solidFill>
                  <a:srgbClr val="7E00FF"/>
                </a:solidFill>
                <a:latin typeface="Graphik"/>
              </a:rPr>
              <a:t>Provisioning: </a:t>
            </a:r>
            <a:r>
              <a:rPr sz="1400">
                <a:solidFill>
                  <a:srgbClr val="333333"/>
                </a:solidFill>
                <a:latin typeface="Graphik"/>
              </a:rPr>
              <a:t>Ephemeral, auto-teardown</a:t>
            </a:r>
          </a:p>
          <a:p>
            <a:pPr>
              <a:spcBef>
                <a:spcPts val="1000"/>
              </a:spcBef>
            </a:pPr>
            <a:r>
              <a:rPr sz="1400" b="1">
                <a:solidFill>
                  <a:srgbClr val="7E00FF"/>
                </a:solidFill>
                <a:latin typeface="Graphik"/>
              </a:rPr>
              <a:t>CLI flag: </a:t>
            </a:r>
            <a:r>
              <a:rPr sz="1400">
                <a:solidFill>
                  <a:srgbClr val="333333"/>
                </a:solidFill>
                <a:latin typeface="Graphik"/>
              </a:rPr>
              <a:t>--backend vllm</a:t>
            </a:r>
          </a:p>
          <a:p>
            <a:pPr>
              <a:spcBef>
                <a:spcPts val="1000"/>
              </a:spcBef>
            </a:pPr>
            <a:r>
              <a:rPr sz="1400" b="1">
                <a:solidFill>
                  <a:srgbClr val="7E00FF"/>
                </a:solidFill>
                <a:latin typeface="Graphik"/>
              </a:rPr>
              <a:t>Default: </a:t>
            </a:r>
            <a:r>
              <a:rPr sz="1400">
                <a:solidFill>
                  <a:srgbClr val="333333"/>
                </a:solidFill>
                <a:latin typeface="Graphik"/>
              </a:rPr>
              <a:t>Ollama (offline)</a:t>
            </a:r>
          </a:p>
        </p:txBody>
      </p:sp>
      <p:sp>
        <p:nvSpPr>
          <p:cNvPr id="14" name="TextBox 13"/>
          <p:cNvSpPr txBox="1"/>
          <p:nvPr/>
        </p:nvSpPr>
        <p:spPr>
          <a:xfrm>
            <a:off x="475488" y="5943600"/>
            <a:ext cx="7772400" cy="274320"/>
          </a:xfrm>
          <a:prstGeom prst="rect">
            <a:avLst/>
          </a:prstGeom>
          <a:noFill/>
        </p:spPr>
        <p:txBody>
          <a:bodyPr wrap="none">
            <a:spAutoFit/>
          </a:bodyPr>
          <a:lstStyle/>
          <a:p>
            <a:r>
              <a:rPr sz="1400" i="1">
                <a:solidFill>
                  <a:srgbClr val="666666"/>
                </a:solidFill>
                <a:latin typeface="Graphik"/>
              </a:rPr>
              <a:t>339-opportunity Ford hierarchy catalog used as reference dataset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0000"/>
                </a:solidFill>
                <a:latin typeface="Graphik"/>
              </a:rPr>
              <a:t>You do not need this exact tool. You need this approach.</a:t>
            </a:r>
          </a:p>
        </p:txBody>
      </p:sp>
      <p:sp>
        <p:nvSpPr>
          <p:cNvPr id="3" name="Text Placeholder 2"/>
          <p:cNvSpPr>
            <a:spLocks noGrp="1"/>
          </p:cNvSpPr>
          <p:nvPr>
            <p:ph type="body" idx="10" sz="quarter"/>
          </p:nvPr>
        </p:nvSpPr>
        <p:spPr/>
        <p:txBody>
          <a:bodyPr/>
          <a:lstStyle/>
          <a:p/>
        </p:txBody>
      </p:sp>
      <p:sp>
        <p:nvSpPr>
          <p:cNvPr id="4" name="Text Placeholder 3"/>
          <p:cNvSpPr>
            <a:spLocks noGrp="1"/>
          </p:cNvSpPr>
          <p:nvPr>
            <p:ph type="body" idx="11" sz="quarter"/>
          </p:nvPr>
        </p:nvSpPr>
        <p:spPr/>
        <p:txBody>
          <a:bodyPr/>
          <a:lstStyle/>
          <a:p>
            <a:r>
              <a:rPr sz="1400" b="1">
                <a:solidFill>
                  <a:srgbClr val="7E00FF"/>
                </a:solidFill>
                <a:latin typeface="Graphik"/>
              </a:rPr>
              <a:t>Implications</a:t>
            </a:r>
          </a:p>
        </p:txBody>
      </p:sp>
      <p:sp>
        <p:nvSpPr>
          <p:cNvPr id="8" name="Footer Placeholder 2">
            <a:extLst>
              <a:ext uri="{FF2B5EF4-FFF2-40B4-BE49-F238E27FC236}">
                <a16:creationId xmlns:a16="http://schemas.microsoft.com/office/drawing/2014/main" id="{90885A6F-8545-4026-950E-5F146FCA0CD9}"/>
              </a:ext>
            </a:extLst>
          </p:cNvPr>
          <p:cNvSpPr>
            <a:spLocks noGrp="1"/>
          </p:cNvSpPr>
          <p:nvPr>
            <p:ph type="ftr" sz="quarter" idx="20"/>
          </p:nvPr>
        </p:nvSpPr>
        <p:spPr>
          <a:xfrm>
            <a:off x="381003" y="6519010"/>
            <a:ext cx="5714999" cy="206375"/>
          </a:xfrm>
        </p:spPr>
        <p:txBody>
          <a:bodyPr/>
          <a:lstStyle/>
          <a:p>
            <a:pPr>
              <a:defRPr sz="800">
                <a:solidFill>
                  <a:srgbClr val="666666"/>
                </a:solidFill>
                <a:latin typeface="Graphik"/>
              </a:defRPr>
            </a:pPr>
            <a:r>
              <a:t>Copyright © 2026 Accenture. All rights reserved.</a:t>
            </a:r>
          </a:p>
        </p:txBody>
      </p:sp>
      <p:sp>
        <p:nvSpPr>
          <p:cNvPr id="9" name="Slide Number Placeholder 3">
            <a:extLst>
              <a:ext uri="{FF2B5EF4-FFF2-40B4-BE49-F238E27FC236}">
                <a16:creationId xmlns:a16="http://schemas.microsoft.com/office/drawing/2014/main" id="{D38D31C2-0D44-4297-87DC-5BCF34ECE9FB}"/>
              </a:ext>
            </a:extLst>
          </p:cNvPr>
          <p:cNvSpPr>
            <a:spLocks noGrp="1"/>
          </p:cNvSpPr>
          <p:nvPr>
            <p:ph type="sldNum" sz="quarter" idx="21"/>
          </p:nvPr>
        </p:nvSpPr>
        <p:spPr>
          <a:xfrm>
            <a:off x="11506203" y="6519010"/>
            <a:ext cx="304799" cy="206375"/>
          </a:xfrm>
        </p:spPr>
        <p:txBody>
          <a:bodyPr/>
          <a:lstStyle>
            <a:lvl1pPr>
              <a:defRPr sz="1000"/>
            </a:lvl1pPr>
          </a:lstStyle>
          <a:p>
            <a:pPr algn="r">
              <a:defRPr sz="800">
                <a:solidFill>
                  <a:srgbClr val="666666"/>
                </a:solidFill>
                <a:latin typeface="Graphik"/>
              </a:defRPr>
            </a:pPr>
            <a:r>
              <a:t>16</a:t>
            </a:r>
          </a:p>
        </p:txBody>
      </p:sp>
      <p:pic>
        <p:nvPicPr>
          <p:cNvPr id="10" name="Picture 9" descr="Acc_GT_Solid_P1_RGB.png"/>
          <p:cNvPicPr>
            <a:picLocks noChangeAspect="1"/>
          </p:cNvPicPr>
          <p:nvPr/>
        </p:nvPicPr>
        <p:blipFill>
          <a:blip r:embed="rId2"/>
          <a:stretch>
            <a:fillRect/>
          </a:stretch>
        </p:blipFill>
        <p:spPr>
          <a:xfrm>
            <a:off x="11704320" y="73152"/>
            <a:ext cx="402336" cy="402336"/>
          </a:xfrm>
          <a:prstGeom prst="rect">
            <a:avLst/>
          </a:prstGeom>
        </p:spPr>
      </p:pic>
      <p:sp>
        <p:nvSpPr>
          <p:cNvPr id="11" name="TextBox 10"/>
          <p:cNvSpPr txBox="1"/>
          <p:nvPr/>
        </p:nvSpPr>
        <p:spPr>
          <a:xfrm>
            <a:off x="384048" y="1508760"/>
            <a:ext cx="11430000" cy="4754880"/>
          </a:xfrm>
          <a:prstGeom prst="rect">
            <a:avLst/>
          </a:prstGeom>
          <a:noFill/>
        </p:spPr>
        <p:txBody>
          <a:bodyPr wrap="square">
            <a:spAutoFit/>
          </a:bodyPr>
          <a:lstStyle/>
          <a:p>
            <a:pPr>
              <a:spcBef>
                <a:spcPts val="0"/>
              </a:spcBef>
            </a:pPr>
            <a:r>
              <a:rPr sz="1400" b="1">
                <a:solidFill>
                  <a:srgbClr val="7E00FF"/>
                </a:solidFill>
                <a:latin typeface="Graphik"/>
              </a:rPr>
              <a:t>  The three-lens framework</a:t>
            </a:r>
            <a:r>
              <a:rPr sz="1400">
                <a:solidFill>
                  <a:srgbClr val="333333"/>
                </a:solidFill>
                <a:latin typeface="Graphik"/>
              </a:rPr>
              <a:t> applies to any enterprise AI portfolio evaluation. Technical feasibility alone has never been the binding constraint on adoption.</a:t>
            </a:r>
          </a:p>
          <a:p>
            <a:pPr>
              <a:spcBef>
                <a:spcPts val="1400"/>
              </a:spcBef>
            </a:pPr>
            <a:r>
              <a:rPr sz="1400" b="1">
                <a:solidFill>
                  <a:srgbClr val="7E00FF"/>
                </a:solidFill>
                <a:latin typeface="Graphik"/>
              </a:rPr>
              <a:t>  Adoption-first weighting</a:t>
            </a:r>
            <a:r>
              <a:rPr sz="1400">
                <a:solidFill>
                  <a:srgbClr val="333333"/>
                </a:solidFill>
                <a:latin typeface="Graphik"/>
              </a:rPr>
              <a:t> prevents the most common failure mode. When 45% of the score comes from decision density, financial gravity, impact proximity, and confidence signals, operationally dead features cannot score well.</a:t>
            </a:r>
          </a:p>
          <a:p>
            <a:pPr>
              <a:spcBef>
                <a:spcPts val="1400"/>
              </a:spcBef>
            </a:pPr>
            <a:r>
              <a:rPr sz="1400" b="1">
                <a:solidFill>
                  <a:srgbClr val="7E00FF"/>
                </a:solidFill>
                <a:latin typeface="Graphik"/>
              </a:rPr>
              <a:t>  Red flag triage</a:t>
            </a:r>
            <a:r>
              <a:rPr sz="1400">
                <a:solidFill>
                  <a:srgbClr val="333333"/>
                </a:solidFill>
                <a:latin typeface="Graphik"/>
              </a:rPr>
              <a:t> catches data quality issues before expensive analysis. Five deterministic checks eliminate phantom opportunities and dead zones without consuming LLM inference time.</a:t>
            </a:r>
          </a:p>
          <a:p>
            <a:pPr>
              <a:spcBef>
                <a:spcPts val="1400"/>
              </a:spcBef>
            </a:pPr>
            <a:r>
              <a:rPr sz="1400" b="1">
                <a:solidFill>
                  <a:srgbClr val="7E00FF"/>
                </a:solidFill>
                <a:latin typeface="Graphik"/>
              </a:rPr>
              <a:t>  Grounded simulation</a:t>
            </a:r>
            <a:r>
              <a:rPr sz="1400">
                <a:solidFill>
                  <a:srgbClr val="333333"/>
                </a:solidFill>
                <a:latin typeface="Graphik"/>
              </a:rPr>
              <a:t> prevents hallucinated specs from reaching implementation. A bundled knowledge base of real platform components means every generated artifact maps to something that actually exists.</a:t>
            </a:r>
          </a:p>
          <a:p>
            <a:pPr>
              <a:spcBef>
                <a:spcPts val="1400"/>
              </a:spcBef>
            </a:pPr>
            <a:r>
              <a:rPr sz="1400" b="1">
                <a:solidFill>
                  <a:srgbClr val="7E00FF"/>
                </a:solidFill>
                <a:latin typeface="Graphik"/>
              </a:rPr>
              <a:t>  Offline operation</a:t>
            </a:r>
            <a:r>
              <a:rPr sz="1400">
                <a:solidFill>
                  <a:srgbClr val="333333"/>
                </a:solidFill>
                <a:latin typeface="Graphik"/>
              </a:rPr>
              <a:t> makes it suitable for air-gapped or sensitive client environments. The local Ollama path requires zero cloud connectivity. The cloud path is opt-in for speed, never required.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4000" b="1">
                <a:solidFill>
                  <a:srgbClr val="000000"/>
                </a:solidFill>
                <a:latin typeface="Graphik"/>
              </a:rPr>
              <a:t>Score what matters</a:t>
            </a:r>
          </a:p>
        </p:txBody>
      </p:sp>
      <p:sp>
        <p:nvSpPr>
          <p:cNvPr id="3" name="Text Placeholder 2"/>
          <p:cNvSpPr>
            <a:spLocks noGrp="1"/>
          </p:cNvSpPr>
          <p:nvPr>
            <p:ph type="body" idx="13" sz="quarter"/>
          </p:nvPr>
        </p:nvSpPr>
        <p:spPr/>
        <p:txBody>
          <a:bodyPr/>
          <a:lstStyle/>
          <a:p>
            <a:r>
              <a:rPr sz="1800">
                <a:solidFill>
                  <a:srgbClr val="000000"/>
                </a:solidFill>
                <a:latin typeface="Graphik"/>
              </a:rPr>
              <a:t>The question is not "can we build it?" It is "will they use it?"</a:t>
            </a:r>
          </a:p>
          <a:p/>
          <a:p>
            <a:r>
              <a:rPr sz="1800">
                <a:solidFill>
                  <a:srgbClr val="000000"/>
                </a:solidFill>
                <a:latin typeface="Graphik"/>
              </a:rPr>
              <a:t>Adoption realism at 45% forces that question to the front of every evaluation. The engine makes this repeatable, defensible, and overnight-fast.</a:t>
            </a:r>
          </a:p>
          <a:p/>
          <a:p>
            <a:r>
              <a:rPr sz="1800">
                <a:solidFill>
                  <a:srgbClr val="000000"/>
                </a:solidFill>
                <a:latin typeface="Graphik"/>
              </a:rPr>
              <a:t>The best enterprise AI skill is the one that gets adopted.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9mxsXH2nTGaZTD1JOeE0H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m06HwIOJnk26P64f5Vqk3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zlXM1k67qX_yMAUXH78JjA"/>
</p:tagLst>
</file>

<file path=ppt/theme/theme1.xml><?xml version="1.0" encoding="utf-8"?>
<a:theme xmlns:a="http://schemas.openxmlformats.org/drawingml/2006/main" name="Content Layout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rial">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45720" rtlCol="0">
        <a:spAutoFit/>
      </a:bodyPr>
      <a:lstStyle>
        <a:defPPr>
          <a:defRPr sz="1600" dirty="0"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Consulting_Template_Arial_v2" id="{95346386-B880-4208-BAD1-EB43BCF64565}" vid="{7E65B8FE-C4E5-42F9-8297-86D31EF7638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098c134-aebc-44f3-a434-bdc4e13b0a10">
      <Terms xmlns="http://schemas.microsoft.com/office/infopath/2007/PartnerControls"/>
    </lcf76f155ced4ddcb4097134ff3c332f>
    <TaxCatchAll xmlns="e44a7058-7a93-43b8-8ee5-031e0dcc4004" xsi:nil="true"/>
    <SharedWithUsers xmlns="e44a7058-7a93-43b8-8ee5-031e0dcc4004">
      <UserInfo>
        <DisplayName>Gupta, Amit Ao.</DisplayName>
        <AccountId>131</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92ACED322377B44A38511748A5A0007" ma:contentTypeVersion="18" ma:contentTypeDescription="Create a new document." ma:contentTypeScope="" ma:versionID="0dc74e422f9a18a141e5fec2a7862abc">
  <xsd:schema xmlns:xsd="http://www.w3.org/2001/XMLSchema" xmlns:xs="http://www.w3.org/2001/XMLSchema" xmlns:p="http://schemas.microsoft.com/office/2006/metadata/properties" xmlns:ns2="5098c134-aebc-44f3-a434-bdc4e13b0a10" xmlns:ns3="e44a7058-7a93-43b8-8ee5-031e0dcc4004" targetNamespace="http://schemas.microsoft.com/office/2006/metadata/properties" ma:root="true" ma:fieldsID="83351f67241f10a4e51a7104a61567cd" ns2:_="" ns3:_="">
    <xsd:import namespace="5098c134-aebc-44f3-a434-bdc4e13b0a10"/>
    <xsd:import namespace="e44a7058-7a93-43b8-8ee5-031e0dcc400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98c134-aebc-44f3-a434-bdc4e13b0a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44a7058-7a93-43b8-8ee5-031e0dcc4004"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ec62402-844e-483e-98fe-ed5acaafcc09}" ma:internalName="TaxCatchAll" ma:showField="CatchAllData" ma:web="e44a7058-7a93-43b8-8ee5-031e0dcc400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A9E797-7F65-4D90-AF4D-99AA0FA79DAC}">
  <ds:schemaRefs>
    <ds:schemaRef ds:uri="http://schemas.microsoft.com/sharepoint/v3/contenttype/forms"/>
  </ds:schemaRefs>
</ds:datastoreItem>
</file>

<file path=customXml/itemProps2.xml><?xml version="1.0" encoding="utf-8"?>
<ds:datastoreItem xmlns:ds="http://schemas.openxmlformats.org/officeDocument/2006/customXml" ds:itemID="{B54544C4-0F0C-407F-88FA-7C5781BD8BC8}">
  <ds:schemaRefs>
    <ds:schemaRef ds:uri="5098c134-aebc-44f3-a434-bdc4e13b0a10"/>
    <ds:schemaRef ds:uri="e44a7058-7a93-43b8-8ee5-031e0dcc400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A41BC3D-A924-41F0-8BB2-1E558987CA6D}">
  <ds:schemaRefs>
    <ds:schemaRef ds:uri="5098c134-aebc-44f3-a434-bdc4e13b0a10"/>
    <ds:schemaRef ds:uri="e44a7058-7a93-43b8-8ee5-031e0dcc400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26</TotalTime>
  <Words>31</Words>
  <Application>Microsoft Office PowerPoint</Application>
  <PresentationFormat>ワイド画面</PresentationFormat>
  <Paragraphs>7</Paragraphs>
  <Slides>4</Slides>
  <Notes>1</Notes>
  <HiddenSlides>0</HiddenSlides>
  <MMClips>0</MMClips>
  <ScaleCrop>false</ScaleCrop>
  <HeadingPairs>
    <vt:vector size="8" baseType="variant">
      <vt:variant>
        <vt:lpstr>使用されているフォント</vt:lpstr>
      </vt:variant>
      <vt:variant>
        <vt:i4>6</vt:i4>
      </vt:variant>
      <vt:variant>
        <vt:lpstr>テーマ</vt:lpstr>
      </vt:variant>
      <vt:variant>
        <vt:i4>1</vt:i4>
      </vt:variant>
      <vt:variant>
        <vt:lpstr>埋め込まれた OLE サーバー</vt:lpstr>
      </vt:variant>
      <vt:variant>
        <vt:i4>2</vt:i4>
      </vt:variant>
      <vt:variant>
        <vt:lpstr>スライド タイトル</vt:lpstr>
      </vt:variant>
      <vt:variant>
        <vt:i4>4</vt:i4>
      </vt:variant>
    </vt:vector>
  </HeadingPairs>
  <TitlesOfParts>
    <vt:vector size="13" baseType="lpstr">
      <vt:lpstr>Meiryo UI</vt:lpstr>
      <vt:lpstr>游ゴシック</vt:lpstr>
      <vt:lpstr>Arial</vt:lpstr>
      <vt:lpstr>Calibri</vt:lpstr>
      <vt:lpstr>Graphik</vt:lpstr>
      <vt:lpstr>Graphik Black</vt:lpstr>
      <vt:lpstr>Content Layouts</vt:lpstr>
      <vt:lpstr>think-cell スライド</vt:lpstr>
      <vt:lpstr>think-cell Slide</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Yamazaki, Satoshi</dc:creator>
  <cp:lastModifiedBy>Doai, Kyohei</cp:lastModifiedBy>
  <cp:revision>10</cp:revision>
  <dcterms:created xsi:type="dcterms:W3CDTF">2022-08-19T07:32:27Z</dcterms:created>
  <dcterms:modified xsi:type="dcterms:W3CDTF">2026-03-04T09:14:02Z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0x010100892ACED322377B44A38511748A5A0007</vt:lpwstr>
  </property>
  <property fmtid="{D5CDD505-2E9C-101B-9397-08002B2CF9AE}" pid="3" name="MediaServiceImageTags">
    <vt:lpwstr/>
  </property>
</Properties>
</file>